
<file path=[Content_Types].xml><?xml version="1.0" encoding="utf-8"?>
<Types xmlns="http://schemas.openxmlformats.org/package/2006/content-types"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4"/>
  </p:notesMasterIdLst>
  <p:handoutMasterIdLst>
    <p:handoutMasterId r:id="rId15"/>
  </p:handoutMasterIdLst>
  <p:sldIdLst>
    <p:sldId id="257" r:id="rId5"/>
    <p:sldId id="268" r:id="rId6"/>
    <p:sldId id="267" r:id="rId7"/>
    <p:sldId id="273" r:id="rId8"/>
    <p:sldId id="269" r:id="rId9"/>
    <p:sldId id="270" r:id="rId10"/>
    <p:sldId id="274" r:id="rId11"/>
    <p:sldId id="275" r:id="rId12"/>
    <p:sldId id="259" r:id="rId13"/>
  </p:sldIdLst>
  <p:sldSz cx="12188825" cy="6858000"/>
  <p:notesSz cx="6858000" cy="9144000"/>
  <p:defaultTextStyle>
    <a:defPPr rtl="0">
      <a:defRPr lang="pt-br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5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94404"/>
    <a:srgbClr val="5F6F0F"/>
    <a:srgbClr val="718412"/>
    <a:srgbClr val="65741A"/>
    <a:srgbClr val="70811D"/>
    <a:srgbClr val="7B8D1F"/>
    <a:srgbClr val="839721"/>
    <a:srgbClr val="95AB25"/>
    <a:srgbClr val="BC5500"/>
    <a:srgbClr val="C45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>
      <p:cViewPr varScale="1">
        <p:scale>
          <a:sx n="159" d="100"/>
          <a:sy n="159" d="100"/>
        </p:scale>
        <p:origin x="306" y="126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rtl="0"/>
            <a:endParaRPr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rtl="0"/>
            <a:r>
              <a:rPr lang="en-US"/>
              <a:t>01/08/2016</a:t>
            </a:r>
            <a:endParaRPr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rtl="0"/>
            <a:endParaRPr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rtl="0"/>
            <a:fld id="{79429053-DC2A-4342-ADD4-2FD729D91E2C}" type="slidenum">
              <a:r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320457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rtl="0"/>
            <a:endParaRPr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rtl="0"/>
            <a:r>
              <a:rPr lang="en-US"/>
              <a:t>01/08/2016</a:t>
            </a:r>
            <a:endParaRPr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t>Clique para editar o texto Mestre</a:t>
            </a:r>
          </a:p>
          <a:p>
            <a:pPr lvl="1" rtl="0"/>
            <a:r>
              <a:t>Segundo nível</a:t>
            </a:r>
          </a:p>
          <a:p>
            <a:pPr lvl="2" rtl="0"/>
            <a:r>
              <a:t>Terceiro nível</a:t>
            </a:r>
          </a:p>
          <a:p>
            <a:pPr lvl="3" rtl="0"/>
            <a:r>
              <a:t>Quarto nível</a:t>
            </a:r>
          </a:p>
          <a:p>
            <a:pPr lvl="4" rtl="0"/>
            <a:r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rtl="0"/>
            <a:endParaRPr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rtl="0"/>
            <a:fld id="{3EBA5BD7-F043-4D1B-AA17-CD412FC534DE}" type="slidenum">
              <a:r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6705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" name="Espaço Reservado para Número do Slide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3EBA5BD7-F043-4D1B-AA17-CD412FC534D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2290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F666A-C81D-75DA-7829-3B7675C6D2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>
            <a:extLst>
              <a:ext uri="{FF2B5EF4-FFF2-40B4-BE49-F238E27FC236}">
                <a16:creationId xmlns:a16="http://schemas.microsoft.com/office/drawing/2014/main" id="{BE76A687-B9BE-D71C-1DF1-B3C61C9D06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3FF42AC8-EC03-5618-BC22-B0D38E85A1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" name="Espaço Reservado para Número do Slide 3">
            <a:extLst>
              <a:ext uri="{FF2B5EF4-FFF2-40B4-BE49-F238E27FC236}">
                <a16:creationId xmlns:a16="http://schemas.microsoft.com/office/drawing/2014/main" id="{8D6C2E9B-9BEE-E2EE-63A2-C8E7A6A136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3EBA5BD7-F043-4D1B-AA17-CD412FC534D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44920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F666A-C81D-75DA-7829-3B7675C6D2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>
            <a:extLst>
              <a:ext uri="{FF2B5EF4-FFF2-40B4-BE49-F238E27FC236}">
                <a16:creationId xmlns:a16="http://schemas.microsoft.com/office/drawing/2014/main" id="{BE76A687-B9BE-D71C-1DF1-B3C61C9D06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3FF42AC8-EC03-5618-BC22-B0D38E85A1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" name="Espaço Reservado para Número do Slide 3">
            <a:extLst>
              <a:ext uri="{FF2B5EF4-FFF2-40B4-BE49-F238E27FC236}">
                <a16:creationId xmlns:a16="http://schemas.microsoft.com/office/drawing/2014/main" id="{8D6C2E9B-9BEE-E2EE-63A2-C8E7A6A136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3EBA5BD7-F043-4D1B-AA17-CD412FC534D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2236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diagonai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4" name="Conector Reto 13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" name="Conector Reto 16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" name="Conector Reto 18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2" name="linhas inferiores"/>
          <p:cNvGrpSpPr/>
          <p:nvPr/>
        </p:nvGrpSpPr>
        <p:grpSpPr>
          <a:xfrm>
            <a:off x="-8916" y="6057149"/>
            <a:ext cx="5498726" cy="820207"/>
            <a:chOff x="-6689" y="4553748"/>
            <a:chExt cx="4125119" cy="615155"/>
          </a:xfrm>
        </p:grpSpPr>
        <p:sp>
          <p:nvSpPr>
            <p:cNvPr id="9" name="Forma Livre 8"/>
            <p:cNvSpPr/>
            <p:nvPr/>
          </p:nvSpPr>
          <p:spPr>
            <a:xfrm rot="16200000">
              <a:off x="1754302" y="2802395"/>
              <a:ext cx="612775" cy="411548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4115481 h 4115481"/>
                <a:gd name="connsiteX1" fmla="*/ 612775 w 612775"/>
                <a:gd name="connsiteY1" fmla="*/ 3180443 h 4115481"/>
                <a:gd name="connsiteX2" fmla="*/ 612775 w 612775"/>
                <a:gd name="connsiteY2" fmla="*/ 0 h 4115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4115481">
                  <a:moveTo>
                    <a:pt x="0" y="4115481"/>
                  </a:moveTo>
                  <a:lnTo>
                    <a:pt x="612775" y="3180443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rtl="0"/>
              <a:endParaRPr/>
            </a:p>
          </p:txBody>
        </p:sp>
        <p:sp>
          <p:nvSpPr>
            <p:cNvPr id="10" name="Forma Livre 9"/>
            <p:cNvSpPr/>
            <p:nvPr/>
          </p:nvSpPr>
          <p:spPr>
            <a:xfrm rot="16200000">
              <a:off x="1604659" y="3152814"/>
              <a:ext cx="410751" cy="3621427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  <a:gd name="connsiteX0" fmla="*/ 0 w 410751"/>
                <a:gd name="connsiteY0" fmla="*/ 3614170 h 3614170"/>
                <a:gd name="connsiteX1" fmla="*/ 410751 w 410751"/>
                <a:gd name="connsiteY1" fmla="*/ 2990994 h 3614170"/>
                <a:gd name="connsiteX2" fmla="*/ 405947 w 410751"/>
                <a:gd name="connsiteY2" fmla="*/ 0 h 3614170"/>
                <a:gd name="connsiteX0" fmla="*/ 0 w 410751"/>
                <a:gd name="connsiteY0" fmla="*/ 3621427 h 3621427"/>
                <a:gd name="connsiteX1" fmla="*/ 410751 w 410751"/>
                <a:gd name="connsiteY1" fmla="*/ 2998251 h 3621427"/>
                <a:gd name="connsiteX2" fmla="*/ 405947 w 410751"/>
                <a:gd name="connsiteY2" fmla="*/ 0 h 3621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621427">
                  <a:moveTo>
                    <a:pt x="0" y="3621427"/>
                  </a:moveTo>
                  <a:lnTo>
                    <a:pt x="410751" y="2998251"/>
                  </a:lnTo>
                  <a:cubicBezTo>
                    <a:pt x="410359" y="2065358"/>
                    <a:pt x="406339" y="932893"/>
                    <a:pt x="405947" y="0"/>
                  </a:cubicBez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rtl="0"/>
              <a:endParaRPr/>
            </a:p>
          </p:txBody>
        </p:sp>
        <p:sp>
          <p:nvSpPr>
            <p:cNvPr id="11" name="Forma Livre 10"/>
            <p:cNvSpPr/>
            <p:nvPr/>
          </p:nvSpPr>
          <p:spPr>
            <a:xfrm rot="16200000">
              <a:off x="1462308" y="3453376"/>
              <a:ext cx="241768" cy="31797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  <a:gd name="connsiteX0" fmla="*/ 0 w 241768"/>
                <a:gd name="connsiteY0" fmla="*/ 3179761 h 3179761"/>
                <a:gd name="connsiteX1" fmla="*/ 238919 w 241768"/>
                <a:gd name="connsiteY1" fmla="*/ 2819370 h 3179761"/>
                <a:gd name="connsiteX2" fmla="*/ 241754 w 241768"/>
                <a:gd name="connsiteY2" fmla="*/ 0 h 3179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1768" h="3179761">
                  <a:moveTo>
                    <a:pt x="0" y="3179761"/>
                  </a:moveTo>
                  <a:lnTo>
                    <a:pt x="238919" y="2819370"/>
                  </a:lnTo>
                  <a:cubicBezTo>
                    <a:pt x="238654" y="1947313"/>
                    <a:pt x="242019" y="872057"/>
                    <a:pt x="241754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rtl="0"/>
              <a:endParaRPr/>
            </a:p>
          </p:txBody>
        </p:sp>
      </p:grp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625176" y="584200"/>
            <a:ext cx="8735325" cy="2000251"/>
          </a:xfrm>
        </p:spPr>
        <p:txBody>
          <a:bodyPr rtlCol="0">
            <a:normAutofit/>
          </a:bodyPr>
          <a:lstStyle>
            <a:lvl1pPr algn="l" rtl="0">
              <a:defRPr sz="5400"/>
            </a:lvl1pPr>
          </a:lstStyle>
          <a:p>
            <a:pPr rtl="0"/>
            <a:r>
              <a:rPr lang="pt-BR"/>
              <a:t>Clique para editar o título Mestre</a:t>
            </a:r>
            <a:endParaRPr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625176" y="2616200"/>
            <a:ext cx="8735325" cy="175260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 rt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pt-BR"/>
              <a:t>Clique para editar o estilo do subtítulo Mestre</a:t>
            </a:r>
            <a:endParaRPr/>
          </a:p>
        </p:txBody>
      </p:sp>
      <p:sp>
        <p:nvSpPr>
          <p:cNvPr id="22" name="Espaço Reservado para Data 2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01/08/2016</a:t>
            </a:r>
            <a:endParaRPr/>
          </a:p>
        </p:txBody>
      </p:sp>
      <p:sp>
        <p:nvSpPr>
          <p:cNvPr id="23" name="Espaço Reservado para Rodapé 2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24" name="Espaço Reservado para o Número do Slide 2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47488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/>
              <a:t>Clique para editar o título Mestre</a:t>
            </a:r>
            <a:endParaRPr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5pPr algn="l" rtl="0">
              <a:defRPr/>
            </a:lvl5pPr>
            <a:lvl6pPr algn="l" rtl="0">
              <a:defRPr/>
            </a:lvl6pPr>
            <a:lvl7pPr algn="l" rtl="0">
              <a:defRPr/>
            </a:lvl7pPr>
            <a:lvl8pPr algn="l" rtl="0">
              <a:defRPr/>
            </a:lvl8pPr>
            <a:lvl9pPr algn="l" rtl="0">
              <a:defRPr/>
            </a:lvl9pPr>
          </a:lstStyle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01/08/2016</a:t>
            </a:r>
            <a:endParaRPr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06769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diagonai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2" name="Conector Reto 11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" name="Conector Reto 12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" name="Conector Reto 13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25177" y="2209801"/>
            <a:ext cx="8938472" cy="2764335"/>
          </a:xfrm>
        </p:spPr>
        <p:txBody>
          <a:bodyPr rtlCol="0" anchor="b">
            <a:normAutofit/>
          </a:bodyPr>
          <a:lstStyle>
            <a:lvl1pPr algn="l" rtl="0">
              <a:defRPr sz="5400" b="0" cap="none" baseline="0"/>
            </a:lvl1pPr>
          </a:lstStyle>
          <a:p>
            <a:pPr rtl="0"/>
            <a:r>
              <a:rPr lang="pt-BR"/>
              <a:t>Clique para editar o título Mestre</a:t>
            </a:r>
            <a:endParaRPr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625176" y="4951266"/>
            <a:ext cx="7069519" cy="1220933"/>
          </a:xfrm>
        </p:spPr>
        <p:txBody>
          <a:bodyPr rtlCol="0" anchor="t">
            <a:normAutofit/>
          </a:bodyPr>
          <a:lstStyle>
            <a:lvl1pPr marL="0" indent="0" algn="l" rtl="0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 algn="l" rtl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l" rtl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l" rtl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01/08/2016</a:t>
            </a:r>
            <a:endParaRPr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16330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is Conteú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/>
              <a:t>Clique para editar o título Mestre</a:t>
            </a:r>
            <a:endParaRPr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1218883" y="1706880"/>
            <a:ext cx="5078677" cy="4465320"/>
          </a:xfrm>
        </p:spPr>
        <p:txBody>
          <a:bodyPr rtlCol="0">
            <a:normAutofit/>
          </a:bodyPr>
          <a:lstStyle>
            <a:lvl1pPr algn="l" rtl="0">
              <a:defRPr sz="2800"/>
            </a:lvl1pPr>
            <a:lvl2pPr algn="l" rtl="0">
              <a:defRPr sz="2400"/>
            </a:lvl2pPr>
            <a:lvl3pPr algn="l" rtl="0">
              <a:defRPr sz="2000"/>
            </a:lvl3pPr>
            <a:lvl4pPr algn="l" rtl="0">
              <a:defRPr sz="2000"/>
            </a:lvl4pPr>
            <a:lvl5pPr algn="l" rtl="0">
              <a:defRPr sz="2000"/>
            </a:lvl5pPr>
            <a:lvl6pPr algn="l" rtl="0">
              <a:defRPr sz="2000"/>
            </a:lvl6pPr>
            <a:lvl7pPr algn="l" rtl="0">
              <a:defRPr sz="2000"/>
            </a:lvl7pPr>
            <a:lvl8pPr algn="l" rtl="0">
              <a:defRPr sz="2000" baseline="0"/>
            </a:lvl8pPr>
            <a:lvl9pPr algn="l" rtl="0">
              <a:defRPr sz="2000" baseline="0"/>
            </a:lvl9pPr>
          </a:lstStyle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500707" y="1706880"/>
            <a:ext cx="5078677" cy="4465320"/>
          </a:xfrm>
        </p:spPr>
        <p:txBody>
          <a:bodyPr rtlCol="0">
            <a:normAutofit/>
          </a:bodyPr>
          <a:lstStyle>
            <a:lvl1pPr algn="l" rtl="0">
              <a:defRPr sz="2800"/>
            </a:lvl1pPr>
            <a:lvl2pPr algn="l" rtl="0">
              <a:defRPr sz="2400"/>
            </a:lvl2pPr>
            <a:lvl3pPr algn="l" rtl="0">
              <a:defRPr sz="2000"/>
            </a:lvl3pPr>
            <a:lvl4pPr algn="l" rtl="0">
              <a:defRPr sz="2000"/>
            </a:lvl4pPr>
            <a:lvl5pPr algn="l" rtl="0">
              <a:defRPr sz="2000"/>
            </a:lvl5pPr>
            <a:lvl6pPr algn="l" rtl="0">
              <a:defRPr sz="2000"/>
            </a:lvl6pPr>
            <a:lvl7pPr algn="l" rtl="0">
              <a:defRPr sz="2000"/>
            </a:lvl7pPr>
            <a:lvl8pPr algn="l" rtl="0">
              <a:defRPr sz="2000"/>
            </a:lvl8pPr>
            <a:lvl9pPr algn="l" rtl="0">
              <a:defRPr sz="2000"/>
            </a:lvl9pPr>
          </a:lstStyle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01/08/2016</a:t>
            </a:r>
            <a:endParaRPr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57647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algn="l" rtl="0">
              <a:defRPr/>
            </a:lvl1pPr>
          </a:lstStyle>
          <a:p>
            <a:pPr rtl="0"/>
            <a:r>
              <a:rPr lang="pt-BR"/>
              <a:t>Clique para editar o título Mestre</a:t>
            </a:r>
            <a:endParaRPr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218883" y="1701800"/>
            <a:ext cx="5082740" cy="914400"/>
          </a:xfrm>
        </p:spPr>
        <p:txBody>
          <a:bodyPr rtlCol="0" anchor="b">
            <a:normAutofit/>
          </a:bodyPr>
          <a:lstStyle>
            <a:lvl1pPr marL="0" indent="0" algn="l" rtl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 algn="l" rtl="0">
              <a:buNone/>
              <a:defRPr sz="2700" b="1"/>
            </a:lvl2pPr>
            <a:lvl3pPr marL="1218987" indent="0" algn="l" rtl="0">
              <a:buNone/>
              <a:defRPr sz="2400" b="1"/>
            </a:lvl3pPr>
            <a:lvl4pPr marL="1828480" indent="0" algn="l" rtl="0">
              <a:buNone/>
              <a:defRPr sz="2100" b="1"/>
            </a:lvl4pPr>
            <a:lvl5pPr marL="2437973" indent="0" algn="l" rtl="0">
              <a:buNone/>
              <a:defRPr sz="2100" b="1"/>
            </a:lvl5pPr>
            <a:lvl6pPr marL="3047467" indent="0" algn="l" rtl="0">
              <a:buNone/>
              <a:defRPr sz="2100" b="1"/>
            </a:lvl6pPr>
            <a:lvl7pPr marL="3656960" indent="0" algn="l" rtl="0">
              <a:buNone/>
              <a:defRPr sz="2100" b="1"/>
            </a:lvl7pPr>
            <a:lvl8pPr marL="4266453" indent="0" algn="l" rtl="0">
              <a:buNone/>
              <a:defRPr sz="2100" b="1"/>
            </a:lvl8pPr>
            <a:lvl9pPr marL="4875947" indent="0" algn="l" rtl="0">
              <a:buNone/>
              <a:defRPr sz="2100" b="1"/>
            </a:lvl9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1218883" y="2717800"/>
            <a:ext cx="5078677" cy="3454400"/>
          </a:xfrm>
        </p:spPr>
        <p:txBody>
          <a:bodyPr rtlCol="0">
            <a:noAutofit/>
          </a:bodyPr>
          <a:lstStyle>
            <a:lvl1pPr algn="l" rtl="0">
              <a:defRPr sz="2800"/>
            </a:lvl1pPr>
            <a:lvl2pPr algn="l" rtl="0">
              <a:defRPr sz="2400"/>
            </a:lvl2pPr>
            <a:lvl3pPr algn="l" rtl="0">
              <a:defRPr sz="2000"/>
            </a:lvl3pPr>
            <a:lvl4pPr algn="l" rtl="0">
              <a:defRPr sz="2000"/>
            </a:lvl4pPr>
            <a:lvl5pPr algn="l" rtl="0">
              <a:defRPr sz="2000"/>
            </a:lvl5pPr>
            <a:lvl6pPr algn="l" rtl="0">
              <a:defRPr sz="2000"/>
            </a:lvl6pPr>
            <a:lvl7pPr algn="l" rtl="0">
              <a:defRPr sz="2000" baseline="0"/>
            </a:lvl7pPr>
            <a:lvl8pPr algn="l" rtl="0">
              <a:defRPr sz="2000" baseline="0"/>
            </a:lvl8pPr>
            <a:lvl9pPr algn="l" rtl="0">
              <a:defRPr sz="2000" baseline="0"/>
            </a:lvl9pPr>
          </a:lstStyle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496644" y="1701800"/>
            <a:ext cx="5082740" cy="914400"/>
          </a:xfrm>
        </p:spPr>
        <p:txBody>
          <a:bodyPr rtlCol="0" anchor="b">
            <a:normAutofit/>
          </a:bodyPr>
          <a:lstStyle>
            <a:lvl1pPr marL="0" indent="0" algn="l" rtl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 algn="l" rtl="0">
              <a:buNone/>
              <a:defRPr sz="2700" b="1"/>
            </a:lvl2pPr>
            <a:lvl3pPr marL="1218987" indent="0" algn="l" rtl="0">
              <a:buNone/>
              <a:defRPr sz="2400" b="1"/>
            </a:lvl3pPr>
            <a:lvl4pPr marL="1828480" indent="0" algn="l" rtl="0">
              <a:buNone/>
              <a:defRPr sz="2100" b="1"/>
            </a:lvl4pPr>
            <a:lvl5pPr marL="2437973" indent="0" algn="l" rtl="0">
              <a:buNone/>
              <a:defRPr sz="2100" b="1"/>
            </a:lvl5pPr>
            <a:lvl6pPr marL="3047467" indent="0" algn="l" rtl="0">
              <a:buNone/>
              <a:defRPr sz="2100" b="1"/>
            </a:lvl6pPr>
            <a:lvl7pPr marL="3656960" indent="0" algn="l" rtl="0">
              <a:buNone/>
              <a:defRPr sz="2100" b="1"/>
            </a:lvl7pPr>
            <a:lvl8pPr marL="4266453" indent="0" algn="l" rtl="0">
              <a:buNone/>
              <a:defRPr sz="2100" b="1"/>
            </a:lvl8pPr>
            <a:lvl9pPr marL="4875947" indent="0" algn="l" rtl="0">
              <a:buNone/>
              <a:defRPr sz="2100" b="1"/>
            </a:lvl9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500707" y="2717800"/>
            <a:ext cx="5078677" cy="3454400"/>
          </a:xfrm>
        </p:spPr>
        <p:txBody>
          <a:bodyPr rtlCol="0">
            <a:noAutofit/>
          </a:bodyPr>
          <a:lstStyle>
            <a:lvl1pPr algn="l" rtl="0">
              <a:defRPr sz="2800"/>
            </a:lvl1pPr>
            <a:lvl2pPr algn="l" rtl="0">
              <a:defRPr sz="2400"/>
            </a:lvl2pPr>
            <a:lvl3pPr algn="l" rtl="0">
              <a:defRPr sz="2000"/>
            </a:lvl3pPr>
            <a:lvl4pPr algn="l" rtl="0">
              <a:defRPr sz="2000"/>
            </a:lvl4pPr>
            <a:lvl5pPr algn="l" rtl="0">
              <a:defRPr sz="2000"/>
            </a:lvl5pPr>
            <a:lvl6pPr algn="l" rtl="0">
              <a:defRPr sz="2000" baseline="0"/>
            </a:lvl6pPr>
            <a:lvl7pPr algn="l" rtl="0">
              <a:defRPr sz="2000" baseline="0"/>
            </a:lvl7pPr>
            <a:lvl8pPr algn="l" rtl="0">
              <a:defRPr sz="2000" baseline="0"/>
            </a:lvl8pPr>
            <a:lvl9pPr algn="l" rtl="0">
              <a:defRPr sz="2000" baseline="0"/>
            </a:lvl9pPr>
          </a:lstStyle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01/08/2016</a:t>
            </a:r>
            <a:endParaRPr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9" name="Espaço Reservado para o Número do Slide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381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/>
              <a:t>Clique para editar o título Mestre</a:t>
            </a:r>
            <a:endParaRPr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01/08/2016</a:t>
            </a:r>
            <a:endParaRPr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15229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01/08/2016</a:t>
            </a:r>
            <a:endParaRPr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72478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rtlCol="0" anchor="b">
            <a:normAutofit/>
          </a:bodyPr>
          <a:lstStyle>
            <a:lvl1pPr algn="l" rtl="0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pPr rtl="0"/>
            <a:r>
              <a:rPr lang="pt-BR"/>
              <a:t>Clique para editar o título Mestre</a:t>
            </a:r>
            <a:endParaRPr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 rtlCol="0">
            <a:normAutofit/>
          </a:bodyPr>
          <a:lstStyle>
            <a:lvl1pPr marL="0" indent="0" algn="l" rtl="0">
              <a:buNone/>
              <a:defRPr sz="2000"/>
            </a:lvl1pPr>
            <a:lvl2pPr marL="609493" indent="0" algn="l" rtl="0">
              <a:buNone/>
              <a:defRPr sz="1600"/>
            </a:lvl2pPr>
            <a:lvl3pPr marL="1218987" indent="0" algn="l" rtl="0">
              <a:buNone/>
              <a:defRPr sz="1300"/>
            </a:lvl3pPr>
            <a:lvl4pPr marL="1828480" indent="0" algn="l" rtl="0">
              <a:buNone/>
              <a:defRPr sz="1200"/>
            </a:lvl4pPr>
            <a:lvl5pPr marL="2437973" indent="0" algn="l" rtl="0">
              <a:buNone/>
              <a:defRPr sz="1200"/>
            </a:lvl5pPr>
            <a:lvl6pPr marL="3047467" indent="0" algn="l" rtl="0">
              <a:buNone/>
              <a:defRPr sz="1200"/>
            </a:lvl6pPr>
            <a:lvl7pPr marL="3656960" indent="0" algn="l" rtl="0">
              <a:buNone/>
              <a:defRPr sz="1200"/>
            </a:lvl7pPr>
            <a:lvl8pPr marL="4266453" indent="0" algn="l" rtl="0">
              <a:buNone/>
              <a:defRPr sz="1200"/>
            </a:lvl8pPr>
            <a:lvl9pPr marL="4875947" indent="0" algn="l" rtl="0">
              <a:buNone/>
              <a:defRPr sz="1200"/>
            </a:lvl9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484971" y="584200"/>
            <a:ext cx="6094413" cy="5588000"/>
          </a:xfrm>
        </p:spPr>
        <p:txBody>
          <a:bodyPr rtlCol="0">
            <a:normAutofit/>
          </a:bodyPr>
          <a:lstStyle>
            <a:lvl1pPr algn="l" rtl="0">
              <a:defRPr sz="2800"/>
            </a:lvl1pPr>
            <a:lvl2pPr algn="l" rtl="0">
              <a:defRPr sz="2400"/>
            </a:lvl2pPr>
            <a:lvl3pPr algn="l" rtl="0">
              <a:defRPr sz="2000"/>
            </a:lvl3pPr>
            <a:lvl4pPr algn="l" rtl="0">
              <a:defRPr sz="2000"/>
            </a:lvl4pPr>
            <a:lvl5pPr algn="l" rtl="0">
              <a:defRPr sz="2000"/>
            </a:lvl5pPr>
            <a:lvl6pPr algn="l" rtl="0">
              <a:defRPr sz="2000"/>
            </a:lvl6pPr>
            <a:lvl7pPr algn="l" rtl="0">
              <a:defRPr sz="2000"/>
            </a:lvl7pPr>
            <a:lvl8pPr algn="l" rtl="0">
              <a:defRPr sz="2000" baseline="0"/>
            </a:lvl8pPr>
            <a:lvl9pPr algn="l" rtl="0">
              <a:defRPr sz="2000" baseline="0"/>
            </a:lvl9pPr>
          </a:lstStyle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01/08/2016</a:t>
            </a:r>
            <a:endParaRPr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18139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rtlCol="0" anchor="b">
            <a:normAutofit/>
          </a:bodyPr>
          <a:lstStyle>
            <a:lvl1pPr algn="l" rtl="0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pPr rtl="0"/>
            <a:r>
              <a:rPr lang="pt-BR"/>
              <a:t>Clique para editar o título Mestre</a:t>
            </a:r>
            <a:endParaRPr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 rtlCol="0">
            <a:normAutofit/>
          </a:bodyPr>
          <a:lstStyle>
            <a:lvl1pPr marL="0" indent="0" algn="l" rtl="0">
              <a:buNone/>
              <a:defRPr sz="2000"/>
            </a:lvl1pPr>
            <a:lvl2pPr marL="609493" indent="0" algn="l" rtl="0">
              <a:buNone/>
              <a:defRPr sz="1600"/>
            </a:lvl2pPr>
            <a:lvl3pPr marL="1218987" indent="0" algn="l" rtl="0">
              <a:buNone/>
              <a:defRPr sz="1300"/>
            </a:lvl3pPr>
            <a:lvl4pPr marL="1828480" indent="0" algn="l" rtl="0">
              <a:buNone/>
              <a:defRPr sz="1200"/>
            </a:lvl4pPr>
            <a:lvl5pPr marL="2437973" indent="0" algn="l" rtl="0">
              <a:buNone/>
              <a:defRPr sz="1200"/>
            </a:lvl5pPr>
            <a:lvl6pPr marL="3047467" indent="0" algn="l" rtl="0">
              <a:buNone/>
              <a:defRPr sz="1200"/>
            </a:lvl6pPr>
            <a:lvl7pPr marL="3656960" indent="0" algn="l" rtl="0">
              <a:buNone/>
              <a:defRPr sz="1200"/>
            </a:lvl7pPr>
            <a:lvl8pPr marL="4266453" indent="0" algn="l" rtl="0">
              <a:buNone/>
              <a:defRPr sz="1200"/>
            </a:lvl8pPr>
            <a:lvl9pPr marL="4875947" indent="0" algn="l" rtl="0">
              <a:buNone/>
              <a:defRPr sz="1200"/>
            </a:lvl9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3" name="Espaço Reservado para Imagem 2" descr="Um espaço reservado vazio para adicionar uma imagem. Clique no espaço reservado e selecione a imagem que você deseja adicionar."/>
          <p:cNvSpPr>
            <a:spLocks noGrp="1"/>
          </p:cNvSpPr>
          <p:nvPr>
            <p:ph type="pic" idx="1"/>
          </p:nvPr>
        </p:nvSpPr>
        <p:spPr>
          <a:xfrm>
            <a:off x="5484971" y="584200"/>
            <a:ext cx="6094413" cy="5588000"/>
          </a:xfrm>
          <a:ln w="12700">
            <a:solidFill>
              <a:schemeClr val="bg1">
                <a:lumMod val="75000"/>
                <a:lumOff val="25000"/>
              </a:schemeClr>
            </a:solidFill>
            <a:miter lim="800000"/>
          </a:ln>
        </p:spPr>
        <p:txBody>
          <a:bodyPr rtlCol="0">
            <a:normAutofit/>
          </a:bodyPr>
          <a:lstStyle>
            <a:lvl1pPr marL="0" indent="0" algn="l" rtl="0">
              <a:buNone/>
              <a:defRPr sz="2800"/>
            </a:lvl1pPr>
            <a:lvl2pPr marL="609493" indent="0" algn="l" rtl="0">
              <a:buNone/>
              <a:defRPr sz="3700"/>
            </a:lvl2pPr>
            <a:lvl3pPr marL="1218987" indent="0" algn="l" rtl="0">
              <a:buNone/>
              <a:defRPr sz="3200"/>
            </a:lvl3pPr>
            <a:lvl4pPr marL="1828480" indent="0" algn="l" rtl="0">
              <a:buNone/>
              <a:defRPr sz="2700"/>
            </a:lvl4pPr>
            <a:lvl5pPr marL="2437973" indent="0" algn="l" rtl="0">
              <a:buNone/>
              <a:defRPr sz="2700"/>
            </a:lvl5pPr>
            <a:lvl6pPr marL="3047467" indent="0" algn="l" rtl="0">
              <a:buNone/>
              <a:defRPr sz="2700"/>
            </a:lvl6pPr>
            <a:lvl7pPr marL="3656960" indent="0" algn="l" rtl="0">
              <a:buNone/>
              <a:defRPr sz="2700"/>
            </a:lvl7pPr>
            <a:lvl8pPr marL="4266453" indent="0" algn="l" rtl="0">
              <a:buNone/>
              <a:defRPr sz="2700"/>
            </a:lvl8pPr>
            <a:lvl9pPr marL="4875947" indent="0" algn="l" rtl="0">
              <a:buNone/>
              <a:defRPr sz="2700"/>
            </a:lvl9pPr>
          </a:lstStyle>
          <a:p>
            <a:pPr rtl="0"/>
            <a:r>
              <a:rPr lang="pt-BR"/>
              <a:t>Clique no ícone para adicionar uma imagem</a:t>
            </a:r>
            <a:endParaRPr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01/08/2016</a:t>
            </a:r>
            <a:endParaRPr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23431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/>
              <a:t>Clique para editar o título Mestre</a:t>
            </a:r>
            <a:endParaRPr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>
            <a:lvl5pPr algn="l" rtl="0">
              <a:defRPr/>
            </a:lvl5pPr>
            <a:lvl6pPr algn="l" rtl="0">
              <a:defRPr/>
            </a:lvl6pPr>
            <a:lvl7pPr algn="l" rtl="0">
              <a:defRPr/>
            </a:lvl7pPr>
            <a:lvl8pPr algn="l" rtl="0">
              <a:defRPr baseline="0"/>
            </a:lvl8pPr>
            <a:lvl9pPr algn="l" rtl="0">
              <a:defRPr baseline="0"/>
            </a:lvl9pPr>
          </a:lstStyle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01/08/2016</a:t>
            </a:r>
            <a:endParaRPr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96675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836898" y="584200"/>
            <a:ext cx="2742486" cy="5588000"/>
          </a:xfrm>
        </p:spPr>
        <p:txBody>
          <a:bodyPr vert="eaVert" rtlCol="0"/>
          <a:lstStyle/>
          <a:p>
            <a:pPr rtl="0"/>
            <a:r>
              <a:rPr lang="pt-BR"/>
              <a:t>Clique para editar o título Mestre</a:t>
            </a:r>
            <a:endParaRPr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1218882" y="584200"/>
            <a:ext cx="7414869" cy="5588000"/>
          </a:xfrm>
        </p:spPr>
        <p:txBody>
          <a:bodyPr vert="eaVert" rtlCol="0"/>
          <a:lstStyle>
            <a:lvl5pPr algn="l" rtl="0">
              <a:defRPr/>
            </a:lvl5pPr>
            <a:lvl6pPr algn="l" rtl="0">
              <a:defRPr/>
            </a:lvl6pPr>
            <a:lvl7pPr algn="l" rtl="0">
              <a:defRPr/>
            </a:lvl7pPr>
            <a:lvl8pPr algn="l" rtl="0">
              <a:defRPr/>
            </a:lvl8pPr>
            <a:lvl9pPr algn="l" rtl="0">
              <a:defRPr/>
            </a:lvl9pPr>
          </a:lstStyle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01/08/2016</a:t>
            </a:r>
            <a:endParaRPr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886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tint val="100000"/>
                <a:shade val="0"/>
                <a:satMod val="100000"/>
              </a:schemeClr>
            </a:gs>
            <a:gs pos="85000">
              <a:schemeClr val="bg2">
                <a:tint val="100000"/>
                <a:shade val="30000"/>
                <a:satMod val="100000"/>
              </a:schemeClr>
            </a:gs>
            <a:gs pos="100000">
              <a:schemeClr val="bg2">
                <a:shade val="60000"/>
                <a:satMod val="100000"/>
              </a:schemeClr>
            </a:gs>
          </a:gsLst>
          <a:lin ang="36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linhas à esquerda"/>
          <p:cNvGrpSpPr/>
          <p:nvPr/>
        </p:nvGrpSpPr>
        <p:grpSpPr>
          <a:xfrm>
            <a:off x="-15870" y="-3174"/>
            <a:ext cx="819993" cy="5229225"/>
            <a:chOff x="-11906" y="-2381"/>
            <a:chExt cx="615155" cy="3921919"/>
          </a:xfrm>
        </p:grpSpPr>
        <p:sp>
          <p:nvSpPr>
            <p:cNvPr id="10" name="Forma Livre 9"/>
            <p:cNvSpPr/>
            <p:nvPr/>
          </p:nvSpPr>
          <p:spPr>
            <a:xfrm>
              <a:off x="-9526" y="0"/>
              <a:ext cx="612775" cy="3919538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3919538">
                  <a:moveTo>
                    <a:pt x="0" y="3919538"/>
                  </a:moveTo>
                  <a:lnTo>
                    <a:pt x="612775" y="2984500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/>
            </a:p>
          </p:txBody>
        </p:sp>
        <p:sp>
          <p:nvSpPr>
            <p:cNvPr id="11" name="Forma Livre 10"/>
            <p:cNvSpPr/>
            <p:nvPr/>
          </p:nvSpPr>
          <p:spPr>
            <a:xfrm>
              <a:off x="-11906" y="0"/>
              <a:ext cx="410751" cy="3421856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421856">
                  <a:moveTo>
                    <a:pt x="0" y="3421856"/>
                  </a:moveTo>
                  <a:lnTo>
                    <a:pt x="410751" y="2798680"/>
                  </a:lnTo>
                  <a:lnTo>
                    <a:pt x="409575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/>
            </a:p>
          </p:txBody>
        </p:sp>
        <p:sp>
          <p:nvSpPr>
            <p:cNvPr id="14" name="Forma Livre 13"/>
            <p:cNvSpPr/>
            <p:nvPr/>
          </p:nvSpPr>
          <p:spPr>
            <a:xfrm>
              <a:off x="-7144" y="-2381"/>
              <a:ext cx="238919" cy="29765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8919" h="2976561">
                  <a:moveTo>
                    <a:pt x="0" y="2976561"/>
                  </a:moveTo>
                  <a:lnTo>
                    <a:pt x="238919" y="2616170"/>
                  </a:lnTo>
                  <a:cubicBezTo>
                    <a:pt x="238654" y="1744113"/>
                    <a:pt x="238390" y="872057"/>
                    <a:pt x="238125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/>
            </a:p>
          </p:txBody>
        </p:sp>
      </p:grpSp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1223963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/>
          <a:p>
            <a:pPr rtl="0"/>
            <a:r>
              <a:rPr lang="pt-br"/>
              <a:t>Clique para editar o estilo de título Mestre</a:t>
            </a:r>
            <a:endParaRPr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218883" y="1701797"/>
            <a:ext cx="10360501" cy="4462272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 rtl="0"/>
            <a:r>
              <a:rPr lang="pt-br"/>
              <a:t>Editar estilos de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1218882" y="6356352"/>
            <a:ext cx="2234618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 rtl="0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en-US"/>
              <a:t>01/08/2016</a:t>
            </a:r>
            <a:endParaRPr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453501" y="6356352"/>
            <a:ext cx="5281824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ctr" rtl="0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10563649" y="6356352"/>
            <a:ext cx="1015735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 rtl="0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C014DD1E-5D91-48A3-AD6D-45FBA980D106}" type="slidenum">
              <a:rPr/>
              <a:pPr rtl="0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952758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1218987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90000"/>
        </a:lnSpc>
        <a:spcBef>
          <a:spcPts val="1600"/>
        </a:spcBef>
        <a:buClr>
          <a:schemeClr val="accent1"/>
        </a:buClr>
        <a:buSzPct val="100000"/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4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1898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73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48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13322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243797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74272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qulture.rocks/blog/como-a-spotify-organiza-seus-times-de-produto" TargetMode="External"/><Relationship Id="rId2" Type="http://schemas.openxmlformats.org/officeDocument/2006/relationships/hyperlink" Target="https://g4educacao.com/blog/modelo-spotify-squads" TargetMode="Externa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jornaldigital.recife.br/2023/05/17/como-a-tecnologia-e-a-pirataria-mudaram-a-industria-da-musica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701924" y="188640"/>
            <a:ext cx="10297144" cy="2232248"/>
          </a:xfrm>
        </p:spPr>
        <p:txBody>
          <a:bodyPr rtlCol="0"/>
          <a:lstStyle/>
          <a:p>
            <a:pPr rtl="0"/>
            <a:r>
              <a:rPr lang="pt-BR" dirty="0"/>
              <a:t>3ECR – Engenharia de computação</a:t>
            </a:r>
            <a:br>
              <a:rPr lang="pt-BR" dirty="0"/>
            </a:br>
            <a:r>
              <a:rPr lang="pt-BR" dirty="0"/>
              <a:t>Disciplina - Engenharia de software</a:t>
            </a:r>
            <a:endParaRPr lang="pt-br" dirty="0"/>
          </a:p>
        </p:txBody>
      </p:sp>
      <p:sp>
        <p:nvSpPr>
          <p:cNvPr id="5" name="Subtítulo 4"/>
          <p:cNvSpPr>
            <a:spLocks noGrp="1"/>
          </p:cNvSpPr>
          <p:nvPr>
            <p:ph type="subTitle" idx="1"/>
          </p:nvPr>
        </p:nvSpPr>
        <p:spPr/>
        <p:txBody>
          <a:bodyPr rtlCol="0"/>
          <a:lstStyle/>
          <a:p>
            <a:pPr rtl="0"/>
            <a:r>
              <a:rPr lang="pt-br" dirty="0"/>
              <a:t>Checkpoint 2 </a:t>
            </a:r>
            <a:r>
              <a:rPr lang="pt-BR" dirty="0"/>
              <a:t>–</a:t>
            </a:r>
            <a:r>
              <a:rPr lang="pt-br" dirty="0"/>
              <a:t> segundo semestre</a:t>
            </a:r>
          </a:p>
          <a:p>
            <a:pPr rtl="0"/>
            <a:r>
              <a:rPr lang="pt-BR" dirty="0"/>
              <a:t>Metodologias ágeis</a:t>
            </a:r>
          </a:p>
          <a:p>
            <a:pPr rtl="0"/>
            <a:r>
              <a:rPr lang="pt-BR" dirty="0" err="1"/>
              <a:t>Spotify</a:t>
            </a:r>
            <a:r>
              <a:rPr lang="pt-BR" dirty="0"/>
              <a:t> </a:t>
            </a:r>
            <a:r>
              <a:rPr lang="pt-BR" dirty="0" err="1"/>
              <a:t>squad</a:t>
            </a:r>
            <a:endParaRPr lang="pt-BR" dirty="0"/>
          </a:p>
          <a:p>
            <a:pPr rtl="0"/>
            <a:endParaRPr lang="pt-BR" dirty="0"/>
          </a:p>
          <a:p>
            <a:pPr rtl="0"/>
            <a:endParaRPr lang="pt-BR" dirty="0"/>
          </a:p>
          <a:p>
            <a:pPr rtl="0"/>
            <a:endParaRPr lang="pt-br" dirty="0"/>
          </a:p>
        </p:txBody>
      </p:sp>
      <p:sp>
        <p:nvSpPr>
          <p:cNvPr id="3" name="Espaço Reservado para Conteúdo 13">
            <a:extLst>
              <a:ext uri="{FF2B5EF4-FFF2-40B4-BE49-F238E27FC236}">
                <a16:creationId xmlns:a16="http://schemas.microsoft.com/office/drawing/2014/main" id="{0E3D83A9-4CFB-AEC4-5A6D-9FE05C3A6A2B}"/>
              </a:ext>
            </a:extLst>
          </p:cNvPr>
          <p:cNvSpPr txBox="1">
            <a:spLocks/>
          </p:cNvSpPr>
          <p:nvPr/>
        </p:nvSpPr>
        <p:spPr>
          <a:xfrm>
            <a:off x="1625176" y="4149080"/>
            <a:ext cx="7637588" cy="1763519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>
            <a:lvl1pPr marL="0" indent="0" algn="l" defTabSz="1218987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SzPct val="100000"/>
              <a:buFont typeface="Arial" pitchFamily="34" charset="0"/>
              <a:buNone/>
              <a:defRPr sz="2800" kern="1200" cap="all" spc="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609493" indent="0" algn="ctr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18987" indent="0" algn="ctr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828480" indent="0" algn="ctr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437973" indent="0" algn="ctr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3047467" indent="0" algn="ctr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3656960" indent="0" algn="ctr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4266453" indent="0" algn="ctr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20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4875947" indent="0" algn="ctr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None/>
              <a:defRPr sz="20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Guilherme </a:t>
            </a:r>
            <a:r>
              <a:rPr lang="pt-br" dirty="0" err="1"/>
              <a:t>macario</a:t>
            </a:r>
            <a:r>
              <a:rPr lang="pt-br" dirty="0"/>
              <a:t> da silva RM</a:t>
            </a:r>
            <a:r>
              <a:rPr lang="pt-br"/>
              <a:t>: 84057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32291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ítulo 12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rtl="0"/>
            <a:r>
              <a:rPr lang="pt-br" sz="4800" dirty="0"/>
              <a:t>SPOTIFY </a:t>
            </a:r>
            <a:r>
              <a:rPr lang="pt-BR" sz="4800" dirty="0"/>
              <a:t>–</a:t>
            </a:r>
            <a:r>
              <a:rPr lang="pt-br" sz="4800" dirty="0"/>
              <a:t> História	</a:t>
            </a:r>
            <a:endParaRPr lang="en-US" sz="4800" dirty="0"/>
          </a:p>
        </p:txBody>
      </p:sp>
      <p:sp>
        <p:nvSpPr>
          <p:cNvPr id="14" name="Espaço Reservado para Conteúdo 13"/>
          <p:cNvSpPr>
            <a:spLocks noGrp="1"/>
          </p:cNvSpPr>
          <p:nvPr>
            <p:ph idx="1"/>
          </p:nvPr>
        </p:nvSpPr>
        <p:spPr>
          <a:xfrm>
            <a:off x="947842" y="1373780"/>
            <a:ext cx="10360501" cy="4462272"/>
          </a:xfrm>
        </p:spPr>
        <p:txBody>
          <a:bodyPr rtlCol="0"/>
          <a:lstStyle/>
          <a:p>
            <a:pPr rtl="0"/>
            <a:r>
              <a:rPr lang="pt-br" sz="3600" dirty="0"/>
              <a:t>Surgiu com a ideia de combater a pirataria</a:t>
            </a:r>
          </a:p>
          <a:p>
            <a:pPr rtl="0"/>
            <a:r>
              <a:rPr lang="pt-br" dirty="0"/>
              <a:t>Dois irmão Suecos que tiveram a ideia</a:t>
            </a:r>
          </a:p>
          <a:p>
            <a:pPr rtl="0"/>
            <a:r>
              <a:rPr lang="pt-BR" dirty="0"/>
              <a:t>Pessoas consumiam mais conteúdo online que físico.</a:t>
            </a:r>
          </a:p>
          <a:p>
            <a:pPr rtl="0"/>
            <a:endParaRPr lang="pt-br" dirty="0"/>
          </a:p>
          <a:p>
            <a:pPr marL="0" indent="0" rtl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29114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/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922115"/>
          </a:xfrm>
        </p:spPr>
        <p:txBody>
          <a:bodyPr rtlCol="0">
            <a:normAutofit fontScale="90000"/>
          </a:bodyPr>
          <a:lstStyle/>
          <a:p>
            <a:pPr rtl="0"/>
            <a:r>
              <a:rPr lang="pt-BR" dirty="0" err="1"/>
              <a:t>G</a:t>
            </a:r>
            <a:r>
              <a:rPr lang="pt-br" dirty="0" err="1"/>
              <a:t>raficos</a:t>
            </a:r>
            <a:r>
              <a:rPr lang="pt-br" dirty="0"/>
              <a:t>:</a:t>
            </a:r>
            <a:br>
              <a:rPr lang="pt-br" dirty="0"/>
            </a:br>
            <a:endParaRPr lang="pt-br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AF0C938-B913-4EF2-F253-F0ACA432CE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9836" y="2125624"/>
            <a:ext cx="5472608" cy="37444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ítulo 6">
            <a:extLst>
              <a:ext uri="{FF2B5EF4-FFF2-40B4-BE49-F238E27FC236}">
                <a16:creationId xmlns:a16="http://schemas.microsoft.com/office/drawing/2014/main" id="{0B3F6A1A-8986-7479-4A74-A2BE9C3E4E25}"/>
              </a:ext>
            </a:extLst>
          </p:cNvPr>
          <p:cNvSpPr txBox="1">
            <a:spLocks/>
          </p:cNvSpPr>
          <p:nvPr/>
        </p:nvSpPr>
        <p:spPr>
          <a:xfrm>
            <a:off x="909837" y="1234439"/>
            <a:ext cx="5760639" cy="853498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>
            <a:lvl1pPr algn="l" defTabSz="12189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800"/>
              <a:t>Impacto de m</a:t>
            </a:r>
            <a:r>
              <a:rPr lang="pt-BR" sz="2800"/>
              <a:t>í</a:t>
            </a:r>
            <a:r>
              <a:rPr lang="pt-br" sz="2800"/>
              <a:t>dia física e streaming</a:t>
            </a:r>
            <a:endParaRPr lang="pt-br" sz="2800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24A1E1F5-C6B1-595E-F220-CD7D105016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6460" y="2087936"/>
            <a:ext cx="5362575" cy="3782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ítulo 6">
            <a:extLst>
              <a:ext uri="{FF2B5EF4-FFF2-40B4-BE49-F238E27FC236}">
                <a16:creationId xmlns:a16="http://schemas.microsoft.com/office/drawing/2014/main" id="{31750670-C517-6F85-9855-0AD924735ED0}"/>
              </a:ext>
            </a:extLst>
          </p:cNvPr>
          <p:cNvSpPr txBox="1">
            <a:spLocks/>
          </p:cNvSpPr>
          <p:nvPr/>
        </p:nvSpPr>
        <p:spPr>
          <a:xfrm>
            <a:off x="6526460" y="1124744"/>
            <a:ext cx="5256584" cy="853498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>
            <a:lvl1pPr algn="l" defTabSz="12189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800" dirty="0"/>
              <a:t>Impacto em patentes</a:t>
            </a:r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1484811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B75738-43C9-19C6-0F36-4CA47A902B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ítulo 12">
            <a:extLst>
              <a:ext uri="{FF2B5EF4-FFF2-40B4-BE49-F238E27FC236}">
                <a16:creationId xmlns:a16="http://schemas.microsoft.com/office/drawing/2014/main" id="{BD2A8AD3-2B79-3C0C-21A7-1D6B5B11D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dirty="0" err="1"/>
              <a:t>Spotify</a:t>
            </a:r>
            <a:r>
              <a:rPr lang="pt-BR" dirty="0"/>
              <a:t> </a:t>
            </a:r>
            <a:r>
              <a:rPr lang="pt-BR" dirty="0" err="1"/>
              <a:t>Squad</a:t>
            </a:r>
            <a:endParaRPr lang="en-US" dirty="0"/>
          </a:p>
        </p:txBody>
      </p:sp>
      <p:sp>
        <p:nvSpPr>
          <p:cNvPr id="14" name="Espaço Reservado para Conteúdo 13">
            <a:extLst>
              <a:ext uri="{FF2B5EF4-FFF2-40B4-BE49-F238E27FC236}">
                <a16:creationId xmlns:a16="http://schemas.microsoft.com/office/drawing/2014/main" id="{0AD305FF-2AC0-08CF-0E53-13DCBBA385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7842" y="1916832"/>
            <a:ext cx="10360501" cy="3919220"/>
          </a:xfrm>
        </p:spPr>
        <p:txBody>
          <a:bodyPr rtlCol="0"/>
          <a:lstStyle/>
          <a:p>
            <a:pPr rtl="0"/>
            <a:r>
              <a:rPr lang="pt-BR" sz="3600" dirty="0"/>
              <a:t>Modelo </a:t>
            </a:r>
            <a:r>
              <a:rPr lang="pt-BR" sz="3600" dirty="0" err="1"/>
              <a:t>Squad</a:t>
            </a:r>
            <a:endParaRPr lang="pt-br" sz="3600" dirty="0"/>
          </a:p>
          <a:p>
            <a:pPr rtl="0"/>
            <a:r>
              <a:rPr lang="pt-BR" sz="3600" dirty="0"/>
              <a:t>Motivação e resultado o mercado </a:t>
            </a:r>
          </a:p>
          <a:p>
            <a:pPr rtl="0"/>
            <a:r>
              <a:rPr lang="pt-BR" sz="3600" dirty="0"/>
              <a:t>Inovação para criar o modelo.</a:t>
            </a:r>
          </a:p>
          <a:p>
            <a:pPr rtl="0"/>
            <a:r>
              <a:rPr lang="pt-BR" sz="3600" dirty="0"/>
              <a:t>Problemas </a:t>
            </a:r>
            <a:endParaRPr lang="pt-br" dirty="0"/>
          </a:p>
          <a:p>
            <a:pPr marL="0" indent="0" rtl="0">
              <a:buNone/>
            </a:pPr>
            <a:endParaRPr lang="pt-br" dirty="0"/>
          </a:p>
        </p:txBody>
      </p:sp>
      <p:pic>
        <p:nvPicPr>
          <p:cNvPr id="8" name="Áudio 7">
            <a:hlinkClick r:id="" action="ppaction://media"/>
            <a:extLst>
              <a:ext uri="{FF2B5EF4-FFF2-40B4-BE49-F238E27FC236}">
                <a16:creationId xmlns:a16="http://schemas.microsoft.com/office/drawing/2014/main" id="{C22C95CC-1DE4-3A95-3984-D817D7DB2F8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118750" t="-118750" r="-118750" b="-118750"/>
          <a:stretch>
            <a:fillRect/>
          </a:stretch>
        </p:blipFill>
        <p:spPr>
          <a:xfrm>
            <a:off x="10049129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5116933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88048">
        <p:fade/>
      </p:transition>
    </mc:Choice>
    <mc:Fallback>
      <p:transition spd="med" advTm="88048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dirty="0"/>
              <a:t>Estrutura de modelo de </a:t>
            </a:r>
            <a:r>
              <a:rPr lang="pt-BR" dirty="0" err="1"/>
              <a:t>Squad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1218883" y="1706880"/>
            <a:ext cx="7755849" cy="4465320"/>
          </a:xfrm>
        </p:spPr>
        <p:txBody>
          <a:bodyPr rtlCol="0"/>
          <a:lstStyle/>
          <a:p>
            <a:pPr rtl="0"/>
            <a:r>
              <a:rPr lang="pt-br" dirty="0"/>
              <a:t>Definição do </a:t>
            </a:r>
            <a:r>
              <a:rPr lang="pt-br" dirty="0" err="1"/>
              <a:t>Squad</a:t>
            </a:r>
            <a:endParaRPr lang="pt-br" dirty="0"/>
          </a:p>
          <a:p>
            <a:pPr rtl="0"/>
            <a:r>
              <a:rPr lang="pt-br" dirty="0"/>
              <a:t>Papel e responsabilidade de </a:t>
            </a:r>
            <a:r>
              <a:rPr lang="pt-br" dirty="0" err="1"/>
              <a:t>squad</a:t>
            </a:r>
            <a:endParaRPr lang="pt-br" dirty="0"/>
          </a:p>
          <a:p>
            <a:pPr rtl="0"/>
            <a:r>
              <a:rPr lang="pt-br" dirty="0" err="1"/>
              <a:t>Chapter</a:t>
            </a:r>
            <a:r>
              <a:rPr lang="pt-br" dirty="0"/>
              <a:t>, </a:t>
            </a:r>
            <a:r>
              <a:rPr lang="pt-br" dirty="0" err="1"/>
              <a:t>Tribes</a:t>
            </a:r>
            <a:r>
              <a:rPr lang="pt-br" dirty="0"/>
              <a:t> e </a:t>
            </a:r>
            <a:r>
              <a:rPr lang="pt-br" dirty="0" err="1"/>
              <a:t>Guilds</a:t>
            </a:r>
            <a:endParaRPr lang="pt-br" dirty="0"/>
          </a:p>
        </p:txBody>
      </p:sp>
      <p:pic>
        <p:nvPicPr>
          <p:cNvPr id="7" name="Áudio 6">
            <a:hlinkClick r:id="" action="ppaction://media"/>
            <a:extLst>
              <a:ext uri="{FF2B5EF4-FFF2-40B4-BE49-F238E27FC236}">
                <a16:creationId xmlns:a16="http://schemas.microsoft.com/office/drawing/2014/main" id="{FE3E467D-029B-B8FC-0327-D048C2006CC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118750" t="-118750" r="-118750" b="-118750"/>
          <a:stretch>
            <a:fillRect/>
          </a:stretch>
        </p:blipFill>
        <p:spPr>
          <a:xfrm>
            <a:off x="10049129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3419111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86948">
        <p:fade/>
      </p:transition>
    </mc:Choice>
    <mc:Fallback>
      <p:transition spd="med" advTm="86948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dirty="0" err="1"/>
              <a:t>Tecnicas</a:t>
            </a:r>
            <a:r>
              <a:rPr lang="pt-BR" dirty="0"/>
              <a:t> </a:t>
            </a:r>
            <a:r>
              <a:rPr lang="pt-BR" dirty="0" err="1"/>
              <a:t>Spotify</a:t>
            </a:r>
            <a:r>
              <a:rPr lang="pt-BR" dirty="0"/>
              <a:t> -  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1218883" y="1706880"/>
            <a:ext cx="7971873" cy="4465320"/>
          </a:xfrm>
        </p:spPr>
        <p:txBody>
          <a:bodyPr rtlCol="0"/>
          <a:lstStyle/>
          <a:p>
            <a:pPr rtl="0"/>
            <a:r>
              <a:rPr lang="pt-br" dirty="0"/>
              <a:t>Utilização de Scrum e </a:t>
            </a:r>
            <a:r>
              <a:rPr lang="pt-br" dirty="0" err="1"/>
              <a:t>Kanban</a:t>
            </a:r>
            <a:r>
              <a:rPr lang="pt-br" dirty="0"/>
              <a:t> nos </a:t>
            </a:r>
            <a:r>
              <a:rPr lang="pt-br" dirty="0" err="1"/>
              <a:t>Squads</a:t>
            </a:r>
            <a:endParaRPr lang="pt-br" dirty="0"/>
          </a:p>
          <a:p>
            <a:pPr rtl="0"/>
            <a:r>
              <a:rPr lang="pt-br" dirty="0"/>
              <a:t>Importância de autonomia e alinhamento</a:t>
            </a:r>
          </a:p>
          <a:p>
            <a:pPr rtl="0"/>
            <a:r>
              <a:rPr lang="pt-br" dirty="0"/>
              <a:t>Flexibilidade do modelo e inovação</a:t>
            </a:r>
          </a:p>
        </p:txBody>
      </p:sp>
      <p:pic>
        <p:nvPicPr>
          <p:cNvPr id="25" name="Áudio 24">
            <a:hlinkClick r:id="" action="ppaction://media"/>
            <a:extLst>
              <a:ext uri="{FF2B5EF4-FFF2-40B4-BE49-F238E27FC236}">
                <a16:creationId xmlns:a16="http://schemas.microsoft.com/office/drawing/2014/main" id="{48EA66B9-731F-C566-E862-311C83224CB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118750" t="-118750" r="-118750" b="-118750"/>
          <a:stretch>
            <a:fillRect/>
          </a:stretch>
        </p:blipFill>
        <p:spPr>
          <a:xfrm>
            <a:off x="10049129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41231892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82480">
        <p:fade/>
      </p:transition>
    </mc:Choice>
    <mc:Fallback>
      <p:transition spd="med" advTm="8248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5"/>
                </p:tgtEl>
              </p:cMediaNode>
            </p:audio>
          </p:childTnLst>
        </p:cTn>
      </p:par>
    </p:tnLst>
  </p:timing>
  <p:extLst>
    <p:ext uri="{3A86A75C-4F4B-4683-9AE1-C65F6400EC91}">
      <p14:laserTraceLst xmlns:p14="http://schemas.microsoft.com/office/powerpoint/2010/main">
        <p14:tracePtLst>
          <p14:tracePt t="675" x="5741988" y="0"/>
          <p14:tracePt t="677" x="5737225" y="6350"/>
          <p14:tracePt t="678" x="5713413" y="46038"/>
          <p14:tracePt t="686" x="5645150" y="131763"/>
          <p14:tracePt t="687" x="5622925" y="153988"/>
          <p14:tracePt t="687" x="5611813" y="165100"/>
          <p14:tracePt t="693" x="5565775" y="215900"/>
          <p14:tracePt t="700" x="5480050" y="301625"/>
          <p14:tracePt t="707" x="5394325" y="369888"/>
          <p14:tracePt t="708" x="5372100" y="387350"/>
          <p14:tracePt t="708" x="5365750" y="398463"/>
          <p14:tracePt t="713" x="5326063" y="433388"/>
          <p14:tracePt t="721" x="5264150" y="484188"/>
          <p14:tracePt t="721" x="5251450" y="495300"/>
          <p14:tracePt t="727" x="5211763" y="530225"/>
          <p14:tracePt t="736" x="5178425" y="569913"/>
          <p14:tracePt t="742" x="5160963" y="587375"/>
          <p14:tracePt t="742" x="5154613" y="592138"/>
          <p14:tracePt t="748" x="5143500" y="604838"/>
          <p14:tracePt t="755" x="5132388" y="620713"/>
          <p14:tracePt t="762" x="5126038" y="633413"/>
          <p14:tracePt t="769" x="5121275" y="638175"/>
          <p14:tracePt t="776" x="5114925" y="644525"/>
          <p14:tracePt t="783" x="5103813" y="649288"/>
          <p14:tracePt t="790" x="5092700" y="661988"/>
          <p14:tracePt t="797" x="5075238" y="666750"/>
          <p14:tracePt t="804" x="5053013" y="673100"/>
          <p14:tracePt t="811" x="5029200" y="677863"/>
          <p14:tracePt t="818" x="5006975" y="677863"/>
          <p14:tracePt t="819" x="4995863" y="684213"/>
          <p14:tracePt t="825" x="4978400" y="684213"/>
          <p14:tracePt t="832" x="4949825" y="684213"/>
          <p14:tracePt t="833" x="4938713" y="684213"/>
          <p14:tracePt t="834" x="4932363" y="684213"/>
          <p14:tracePt t="834" x="4927600" y="684213"/>
          <p14:tracePt t="839" x="4910138" y="684213"/>
          <p14:tracePt t="846" x="4875213" y="684213"/>
          <p14:tracePt t="853" x="4830763" y="684213"/>
          <p14:tracePt t="859" x="4789488" y="684213"/>
          <p14:tracePt t="866" x="4749800" y="684213"/>
          <p14:tracePt t="873" x="4705350" y="684213"/>
          <p14:tracePt t="880" x="4659313" y="684213"/>
          <p14:tracePt t="887" x="4613275" y="684213"/>
          <p14:tracePt t="894" x="4551363" y="684213"/>
          <p14:tracePt t="901" x="4494213" y="684213"/>
          <p14:tracePt t="908" x="4408488" y="684213"/>
          <p14:tracePt t="915" x="4322763" y="684213"/>
          <p14:tracePt t="922" x="4230688" y="684213"/>
          <p14:tracePt t="929" x="4122738" y="684213"/>
          <p14:tracePt t="936" x="4014788" y="684213"/>
          <p14:tracePt t="943" x="3906838" y="684213"/>
          <p14:tracePt t="944" x="3871913" y="684213"/>
          <p14:tracePt t="957" x="3678238" y="701675"/>
          <p14:tracePt t="958" x="3643313" y="706438"/>
          <p14:tracePt t="958" x="3632200" y="712788"/>
          <p14:tracePt t="963" x="3570288" y="717550"/>
          <p14:tracePt t="978" x="3363913" y="774700"/>
          <p14:tracePt t="978" x="3335338" y="787400"/>
          <p14:tracePt t="984" x="3273425" y="809625"/>
          <p14:tracePt t="999" x="3141663" y="877888"/>
          <p14:tracePt t="1012" x="3033713" y="952500"/>
          <p14:tracePt t="1019" x="2987675" y="985838"/>
          <p14:tracePt t="1034" x="2908300" y="1082675"/>
          <p14:tracePt t="1035" x="2890838" y="1106488"/>
          <p14:tracePt t="1035" x="2886075" y="1111250"/>
          <p14:tracePt t="1040" x="2868613" y="1139825"/>
          <p14:tracePt t="1054" x="2782888" y="1271588"/>
          <p14:tracePt t="1055" x="2776538" y="1276350"/>
          <p14:tracePt t="1062" x="2732088" y="1333500"/>
          <p14:tracePt t="1075" x="2646363" y="1443038"/>
          <p14:tracePt t="1076" x="2640013" y="1458913"/>
          <p14:tracePt t="1077" x="2635250" y="1465263"/>
          <p14:tracePt t="1082" x="2617788" y="1487488"/>
          <p14:tracePt t="1088" x="2582863" y="1539875"/>
          <p14:tracePt t="1095" x="2560638" y="1573213"/>
          <p14:tracePt t="1102" x="2543175" y="1608138"/>
          <p14:tracePt t="1110" x="2532063" y="1636713"/>
          <p14:tracePt t="1116" x="2525713" y="1665288"/>
          <p14:tracePt t="1117" x="2520950" y="1665288"/>
          <p14:tracePt t="1118" x="2520950" y="1670050"/>
          <p14:tracePt t="1123" x="2514600" y="1687513"/>
          <p14:tracePt t="1130" x="2514600" y="1709738"/>
          <p14:tracePt t="1137" x="2503488" y="1733550"/>
          <p14:tracePt t="1138" x="2503488" y="1744663"/>
          <p14:tracePt t="1144" x="2497138" y="1762125"/>
          <p14:tracePt t="1151" x="2492375" y="1790700"/>
          <p14:tracePt t="1158" x="2486025" y="1806575"/>
          <p14:tracePt t="1165" x="2481263" y="1835150"/>
          <p14:tracePt t="1172" x="2474913" y="1858963"/>
          <p14:tracePt t="1179" x="2468563" y="1874838"/>
          <p14:tracePt t="1186" x="2457450" y="1898650"/>
          <p14:tracePt t="1193" x="2446338" y="1916113"/>
          <p14:tracePt t="1200" x="2435225" y="1938338"/>
          <p14:tracePt t="1207" x="2428875" y="1955800"/>
          <p14:tracePt t="1214" x="2417763" y="1966913"/>
          <p14:tracePt t="1221" x="2411413" y="1971675"/>
          <p14:tracePt t="1228" x="2406650" y="1984375"/>
          <p14:tracePt t="1235" x="2406650" y="1989138"/>
          <p14:tracePt t="1244" x="2406650" y="1995488"/>
          <p14:tracePt t="1265" x="2406650" y="2000250"/>
          <p14:tracePt t="1268" x="2406650" y="2006600"/>
          <p14:tracePt t="1278" x="2406650" y="2012950"/>
          <p14:tracePt t="1284" x="2406650" y="2017713"/>
          <p14:tracePt t="1288" x="2406650" y="2024063"/>
          <p14:tracePt t="1291" x="2406650" y="2028825"/>
          <p14:tracePt t="1297" x="2406650" y="2035175"/>
          <p14:tracePt t="1304" x="2406650" y="2052638"/>
          <p14:tracePt t="1311" x="2406650" y="2063750"/>
          <p14:tracePt t="1318" x="2417763" y="2081213"/>
          <p14:tracePt t="1319" x="2424113" y="2092325"/>
          <p14:tracePt t="1324" x="2435225" y="2103438"/>
          <p14:tracePt t="1332" x="2457450" y="2120900"/>
          <p14:tracePt t="1332" x="2463800" y="2125663"/>
          <p14:tracePt t="1339" x="2497138" y="2149475"/>
          <p14:tracePt t="1345" x="2543175" y="2178050"/>
          <p14:tracePt t="1353" x="2589213" y="2195513"/>
          <p14:tracePt t="1353" x="2593975" y="2200275"/>
          <p14:tracePt t="1359" x="2657475" y="2228850"/>
          <p14:tracePt t="1366" x="2719388" y="2239963"/>
          <p14:tracePt t="1373" x="2776538" y="2257425"/>
          <p14:tracePt t="1380" x="2840038" y="2263775"/>
          <p14:tracePt t="1387" x="2901950" y="2274888"/>
          <p14:tracePt t="1394" x="2965450" y="2274888"/>
          <p14:tracePt t="1401" x="2998788" y="2274888"/>
          <p14:tracePt t="1402" x="3016250" y="2274888"/>
          <p14:tracePt t="1408" x="3033713" y="2274888"/>
          <p14:tracePt t="1415" x="3073400" y="2274888"/>
          <p14:tracePt t="1422" x="3090863" y="2268538"/>
          <p14:tracePt t="1429" x="3108325" y="2268538"/>
          <p14:tracePt t="1436" x="3113088" y="2268538"/>
          <p14:tracePt t="1443" x="3124200" y="2263775"/>
          <p14:tracePt t="1444" x="3130550" y="2263775"/>
          <p14:tracePt t="1450" x="3136900" y="2263775"/>
          <p14:tracePt t="1457" x="3141663" y="2263775"/>
          <p14:tracePt t="1463" x="3148013" y="2257425"/>
          <p14:tracePt t="1470" x="3159125" y="2251075"/>
          <p14:tracePt t="1477" x="3176588" y="2246313"/>
          <p14:tracePt t="1484" x="3194050" y="2239963"/>
          <p14:tracePt t="1491" x="3209925" y="2235200"/>
          <p14:tracePt t="1498" x="3238500" y="2222500"/>
          <p14:tracePt t="1505" x="3273425" y="2211388"/>
          <p14:tracePt t="1506" x="3278188" y="2206625"/>
          <p14:tracePt t="1512" x="3302000" y="2195513"/>
          <p14:tracePt t="1519" x="3335338" y="2178050"/>
          <p14:tracePt t="1526" x="3370263" y="2171700"/>
          <p14:tracePt t="1533" x="3409950" y="2154238"/>
          <p14:tracePt t="1540" x="3449638" y="2143125"/>
          <p14:tracePt t="1547" x="3495675" y="2125663"/>
          <p14:tracePt t="1554" x="3541713" y="2114550"/>
          <p14:tracePt t="1561" x="3586163" y="2103438"/>
          <p14:tracePt t="1568" x="3638550" y="2092325"/>
          <p14:tracePt t="1575" x="3684588" y="2081213"/>
          <p14:tracePt t="1582" x="3724275" y="2070100"/>
          <p14:tracePt t="1583" x="3746500" y="2070100"/>
          <p14:tracePt t="1583" x="3752850" y="2070100"/>
          <p14:tracePt t="1589" x="3775075" y="2063750"/>
          <p14:tracePt t="1596" x="3814763" y="2057400"/>
          <p14:tracePt t="1602" x="3860800" y="2052638"/>
          <p14:tracePt t="1610" x="3894138" y="2046288"/>
          <p14:tracePt t="1611" x="3906838" y="2041525"/>
          <p14:tracePt t="1617" x="3929063" y="2041525"/>
          <p14:tracePt t="1631" x="3997325" y="2028825"/>
          <p14:tracePt t="1631" x="4008438" y="2028825"/>
          <p14:tracePt t="1637" x="4032250" y="2024063"/>
          <p14:tracePt t="1644" x="4054475" y="2017713"/>
          <p14:tracePt t="1651" x="4076700" y="2012950"/>
          <p14:tracePt t="1658" x="4105275" y="2012950"/>
          <p14:tracePt t="1665" x="4117975" y="2000250"/>
          <p14:tracePt t="1672" x="4129088" y="2000250"/>
          <p14:tracePt t="2080" x="4133850" y="2000250"/>
          <p14:tracePt t="2092" x="4140200" y="2000250"/>
          <p14:tracePt t="2095" x="4144963" y="2000250"/>
          <p14:tracePt t="2099" x="4151313" y="2000250"/>
          <p14:tracePt t="2103" x="4162425" y="2000250"/>
          <p14:tracePt t="2110" x="4186238" y="2000250"/>
          <p14:tracePt t="2110" x="4197350" y="2000250"/>
          <p14:tracePt t="2116" x="4225925" y="2000250"/>
          <p14:tracePt t="2117" x="4230688" y="2000250"/>
          <p14:tracePt t="2118" x="4237038" y="2000250"/>
          <p14:tracePt t="2118" x="4248150" y="2000250"/>
          <p14:tracePt t="2123" x="4276725" y="2000250"/>
          <p14:tracePt t="2130" x="4344988" y="2006600"/>
          <p14:tracePt t="2137" x="4430713" y="2012950"/>
          <p14:tracePt t="2144" x="4533900" y="2024063"/>
          <p14:tracePt t="2151" x="4619625" y="2028825"/>
          <p14:tracePt t="2158" x="4745038" y="2041525"/>
          <p14:tracePt t="2165" x="4864100" y="2052638"/>
          <p14:tracePt t="2166" x="4903788" y="2052638"/>
          <p14:tracePt t="2167" x="4921250" y="2052638"/>
          <p14:tracePt t="2167" x="4938713" y="2052638"/>
          <p14:tracePt t="2172" x="4995863" y="2057400"/>
          <p14:tracePt t="2179" x="5154613" y="2063750"/>
          <p14:tracePt t="2186" x="5280025" y="2070100"/>
          <p14:tracePt t="2193" x="5440363" y="2081213"/>
          <p14:tracePt t="2194" x="5473700" y="2081213"/>
          <p14:tracePt t="2195" x="5491163" y="2081213"/>
          <p14:tracePt t="2195" x="5514975" y="2081213"/>
          <p14:tracePt t="2196" x="5526088" y="2081213"/>
          <p14:tracePt t="2200" x="5565775" y="2081213"/>
          <p14:tracePt t="2206" x="5691188" y="2085975"/>
          <p14:tracePt t="2214" x="5810250" y="2092325"/>
          <p14:tracePt t="2220" x="5913438" y="2092325"/>
          <p14:tracePt t="2227" x="6032500" y="2097088"/>
          <p14:tracePt t="2234" x="6124575" y="2103438"/>
          <p14:tracePt t="2241" x="6203950" y="2109788"/>
          <p14:tracePt t="2248" x="6296025" y="2109788"/>
          <p14:tracePt t="2255" x="6357938" y="2109788"/>
          <p14:tracePt t="2262" x="6410325" y="2109788"/>
          <p14:tracePt t="2269" x="6461125" y="2109788"/>
          <p14:tracePt t="2276" x="6489700" y="2109788"/>
          <p14:tracePt t="2283" x="6518275" y="2109788"/>
          <p14:tracePt t="2290" x="6540500" y="2109788"/>
          <p14:tracePt t="2297" x="6551613" y="2109788"/>
          <p14:tracePt t="2304" x="6564313" y="2109788"/>
          <p14:tracePt t="3790" x="6564313" y="2114550"/>
          <p14:tracePt t="3793" x="6557963" y="2114550"/>
          <p14:tracePt t="3798" x="6551613" y="2120900"/>
          <p14:tracePt t="3804" x="6535738" y="2120900"/>
          <p14:tracePt t="3818" x="6450013" y="2138363"/>
          <p14:tracePt t="3819" x="6438900" y="2138363"/>
          <p14:tracePt t="3832" x="6335713" y="2143125"/>
          <p14:tracePt t="3833" x="6318250" y="2149475"/>
          <p14:tracePt t="3834" x="6300788" y="2149475"/>
          <p14:tracePt t="3834" x="6289675" y="2149475"/>
          <p14:tracePt t="3838" x="6256338" y="2149475"/>
          <p14:tracePt t="3853" x="6049963" y="2149475"/>
          <p14:tracePt t="3854" x="6038850" y="2149475"/>
          <p14:tracePt t="3855" x="6027738" y="2149475"/>
          <p14:tracePt t="3855" x="6010275" y="2149475"/>
          <p14:tracePt t="3859" x="5970588" y="2149475"/>
          <p14:tracePt t="3866" x="5867400" y="2149475"/>
          <p14:tracePt t="3873" x="5776913" y="2149475"/>
          <p14:tracePt t="3881" x="5668963" y="2143125"/>
          <p14:tracePt t="3882" x="5627688" y="2143125"/>
          <p14:tracePt t="3882" x="5611813" y="2138363"/>
          <p14:tracePt t="3887" x="5548313" y="2138363"/>
          <p14:tracePt t="3894" x="5462588" y="2125663"/>
          <p14:tracePt t="3901" x="5383213" y="2120900"/>
          <p14:tracePt t="3908" x="5280025" y="2109788"/>
          <p14:tracePt t="3915" x="5194300" y="2097088"/>
          <p14:tracePt t="3922" x="5126038" y="2085975"/>
          <p14:tracePt t="3929" x="5064125" y="2074863"/>
          <p14:tracePt t="3936" x="5000625" y="2063750"/>
          <p14:tracePt t="3943" x="4956175" y="2052638"/>
          <p14:tracePt t="3944" x="4938713" y="2052638"/>
          <p14:tracePt t="3944" x="4927600" y="2052638"/>
          <p14:tracePt t="3950" x="4899025" y="2046288"/>
          <p14:tracePt t="3957" x="4852988" y="2035175"/>
          <p14:tracePt t="3958" x="4841875" y="2035175"/>
          <p14:tracePt t="3959" x="4835525" y="2035175"/>
          <p14:tracePt t="3960" x="4824413" y="2035175"/>
          <p14:tracePt t="3971" x="4773613" y="2024063"/>
          <p14:tracePt t="3971" x="4760913" y="2024063"/>
          <p14:tracePt t="3977" x="4738688" y="2017713"/>
          <p14:tracePt t="3984" x="4716463" y="2017713"/>
          <p14:tracePt t="3999" x="4681538" y="2012950"/>
          <p14:tracePt t="4000" x="4676775" y="2012950"/>
          <p14:tracePt t="4006" x="4670425" y="2012950"/>
          <p14:tracePt t="4537" x="4670425" y="2006600"/>
          <p14:tracePt t="4725" x="4664075" y="2006600"/>
          <p14:tracePt t="4728" x="4659313" y="2006600"/>
          <p14:tracePt t="4734" x="4635500" y="2012950"/>
          <p14:tracePt t="4741" x="4595813" y="2024063"/>
          <p14:tracePt t="4743" x="4584700" y="2028825"/>
          <p14:tracePt t="4744" x="4573588" y="2028825"/>
          <p14:tracePt t="4748" x="4545013" y="2041525"/>
          <p14:tracePt t="4755" x="4481513" y="2052638"/>
          <p14:tracePt t="4757" x="4465638" y="2057400"/>
          <p14:tracePt t="4758" x="4459288" y="2057400"/>
          <p14:tracePt t="4758" x="4448175" y="2063750"/>
          <p14:tracePt t="4769" x="4344988" y="2081213"/>
          <p14:tracePt t="4770" x="4333875" y="2081213"/>
          <p14:tracePt t="4771" x="4316413" y="2081213"/>
          <p14:tracePt t="4783" x="4197350" y="2097088"/>
          <p14:tracePt t="4784" x="4179888" y="2103438"/>
          <p14:tracePt t="4785" x="4168775" y="2109788"/>
          <p14:tracePt t="4790" x="4129088" y="2114550"/>
          <p14:tracePt t="4804" x="4003675" y="2125663"/>
          <p14:tracePt t="4805" x="3986213" y="2125663"/>
          <p14:tracePt t="4806" x="3979863" y="2125663"/>
          <p14:tracePt t="4806" x="3968750" y="2125663"/>
          <p14:tracePt t="4811" x="3946525" y="2132013"/>
          <p14:tracePt t="4825" x="3865563" y="2138363"/>
          <p14:tracePt t="4832" x="3849688" y="2138363"/>
          <p14:tracePt t="4839" x="3838575" y="2138363"/>
          <p14:tracePt t="4845" x="3832225" y="2138363"/>
          <p14:tracePt t="4960" x="3838575" y="2138363"/>
          <p14:tracePt t="4961" x="3838575" y="2132013"/>
          <p14:tracePt t="4964" x="3843338" y="2132013"/>
          <p14:tracePt t="4970" x="3849688" y="2125663"/>
          <p14:tracePt t="4985" x="3871913" y="2109788"/>
          <p14:tracePt t="4985" x="3878263" y="2109788"/>
          <p14:tracePt t="4991" x="3894138" y="2097088"/>
          <p14:tracePt t="4998" x="3935413" y="2092325"/>
          <p14:tracePt t="5013" x="4008438" y="2074863"/>
          <p14:tracePt t="5014" x="4019550" y="2074863"/>
          <p14:tracePt t="5019" x="4054475" y="2070100"/>
          <p14:tracePt t="5033" x="4140200" y="2063750"/>
          <p14:tracePt t="5034" x="4157663" y="2063750"/>
          <p14:tracePt t="5035" x="4162425" y="2063750"/>
          <p14:tracePt t="5035" x="4173538" y="2063750"/>
          <p14:tracePt t="5040" x="4202113" y="2063750"/>
          <p14:tracePt t="5056" x="4327525" y="2063750"/>
          <p14:tracePt t="5056" x="4340225" y="2063750"/>
          <p14:tracePt t="5075" x="4476750" y="2063750"/>
          <p14:tracePt t="5076" x="4487863" y="2063750"/>
          <p14:tracePt t="5077" x="4498975" y="2063750"/>
          <p14:tracePt t="5078" x="4505325" y="2063750"/>
          <p14:tracePt t="5082" x="4522788" y="2063750"/>
          <p14:tracePt t="5089" x="4556125" y="2063750"/>
          <p14:tracePt t="5096" x="4584700" y="2063750"/>
          <p14:tracePt t="5103" x="4602163" y="2063750"/>
          <p14:tracePt t="5104" x="4606925" y="2063750"/>
          <p14:tracePt t="5109" x="4613275" y="2063750"/>
          <p14:tracePt t="5116" x="4619625" y="2063750"/>
          <p14:tracePt t="5123" x="4624388" y="2063750"/>
          <p14:tracePt t="5130" x="4630738" y="2063750"/>
          <p14:tracePt t="5137" x="4635500" y="2063750"/>
          <p14:tracePt t="5144" x="4648200" y="2063750"/>
          <p14:tracePt t="5151" x="4659313" y="2070100"/>
          <p14:tracePt t="5158" x="4681538" y="2081213"/>
          <p14:tracePt t="5165" x="4699000" y="2097088"/>
          <p14:tracePt t="5172" x="4716463" y="2103438"/>
          <p14:tracePt t="5179" x="4727575" y="2120900"/>
          <p14:tracePt t="5186" x="4732338" y="2125663"/>
          <p14:tracePt t="5193" x="4738688" y="2132013"/>
          <p14:tracePt t="5200" x="4738688" y="2143125"/>
          <p14:tracePt t="5207" x="4738688" y="2154238"/>
          <p14:tracePt t="5213" x="4738688" y="2166938"/>
          <p14:tracePt t="5221" x="4732338" y="2182813"/>
          <p14:tracePt t="5235" x="4705350" y="2206625"/>
          <p14:tracePt t="5236" x="4705350" y="2217738"/>
          <p14:tracePt t="5241" x="4692650" y="2222500"/>
          <p14:tracePt t="5248" x="4681538" y="2228850"/>
          <p14:tracePt t="5263" x="4652963" y="2239963"/>
          <p14:tracePt t="5264" x="4641850" y="2246313"/>
          <p14:tracePt t="5269" x="4624388" y="2246313"/>
          <p14:tracePt t="5283" x="4567238" y="2257425"/>
          <p14:tracePt t="5284" x="4562475" y="2257425"/>
          <p14:tracePt t="5297" x="4494213" y="2257425"/>
          <p14:tracePt t="5298" x="4481513" y="2257425"/>
          <p14:tracePt t="5311" x="4413250" y="2257425"/>
          <p14:tracePt t="5312" x="4402138" y="2257425"/>
          <p14:tracePt t="5313" x="4397375" y="2257425"/>
          <p14:tracePt t="5318" x="4379913" y="2257425"/>
          <p14:tracePt t="5332" x="4298950" y="2239963"/>
          <p14:tracePt t="5333" x="4287838" y="2235200"/>
          <p14:tracePt t="5334" x="4283075" y="2228850"/>
          <p14:tracePt t="5335" x="4276725" y="2222500"/>
          <p14:tracePt t="5335" x="4265613" y="2222500"/>
          <p14:tracePt t="5338" x="4259263" y="2217738"/>
          <p14:tracePt t="5353" x="4168775" y="2171700"/>
          <p14:tracePt t="5353" x="4157663" y="2160588"/>
          <p14:tracePt t="5359" x="4129088" y="2143125"/>
          <p14:tracePt t="5374" x="4043363" y="2092325"/>
          <p14:tracePt t="5375" x="4032250" y="2081213"/>
          <p14:tracePt t="5375" x="4019550" y="2074863"/>
          <p14:tracePt t="5380" x="3997325" y="2063750"/>
          <p14:tracePt t="5387" x="3957638" y="2041525"/>
          <p14:tracePt t="5394" x="3929063" y="2024063"/>
          <p14:tracePt t="5401" x="3911600" y="2012950"/>
          <p14:tracePt t="5408" x="3889375" y="2000250"/>
          <p14:tracePt t="5415" x="3871913" y="1989138"/>
          <p14:tracePt t="5422" x="3849688" y="1978025"/>
          <p14:tracePt t="5429" x="3838575" y="1966913"/>
          <p14:tracePt t="5436" x="3814763" y="1955800"/>
          <p14:tracePt t="5443" x="3803650" y="1944688"/>
          <p14:tracePt t="5444" x="3797300" y="1938338"/>
          <p14:tracePt t="5450" x="3792538" y="1931988"/>
          <p14:tracePt t="5457" x="3786188" y="1927225"/>
          <p14:tracePt t="5458" x="3781425" y="1920875"/>
          <p14:tracePt t="5466" x="3781425" y="1916113"/>
          <p14:tracePt t="5478" x="3781425" y="1909763"/>
          <p14:tracePt t="5487" x="3781425" y="1903413"/>
          <p14:tracePt t="5496" x="3781425" y="1898650"/>
          <p14:tracePt t="5499" x="3781425" y="1892300"/>
          <p14:tracePt t="5509" x="3781425" y="1887538"/>
          <p14:tracePt t="5518" x="3781425" y="1881188"/>
          <p14:tracePt t="5520" x="3786188" y="1881188"/>
          <p14:tracePt t="5528" x="3786188" y="1874838"/>
          <p14:tracePt t="5533" x="3792538" y="1874838"/>
          <p14:tracePt t="5540" x="3803650" y="1870075"/>
          <p14:tracePt t="5547" x="3810000" y="1863725"/>
          <p14:tracePt t="5554" x="3832225" y="1858963"/>
          <p14:tracePt t="5561" x="3854450" y="1852613"/>
          <p14:tracePt t="5568" x="3878263" y="1846263"/>
          <p14:tracePt t="5569" x="3883025" y="1846263"/>
          <p14:tracePt t="5570" x="3894138" y="1841500"/>
          <p14:tracePt t="5575" x="3911600" y="1841500"/>
          <p14:tracePt t="5582" x="3957638" y="1841500"/>
          <p14:tracePt t="5589" x="4003675" y="1841500"/>
          <p14:tracePt t="5596" x="4060825" y="1841500"/>
          <p14:tracePt t="5602" x="4117975" y="1852613"/>
          <p14:tracePt t="5609" x="4162425" y="1858963"/>
          <p14:tracePt t="5617" x="4219575" y="1881188"/>
          <p14:tracePt t="5617" x="4243388" y="1887538"/>
          <p14:tracePt t="5618" x="4248150" y="1887538"/>
          <p14:tracePt t="5623" x="4287838" y="1898650"/>
          <p14:tracePt t="5630" x="4373563" y="1927225"/>
          <p14:tracePt t="5637" x="4448175" y="1949450"/>
          <p14:tracePt t="5644" x="4510088" y="1966913"/>
          <p14:tracePt t="5651" x="4578350" y="1984375"/>
          <p14:tracePt t="5658" x="4641850" y="2006600"/>
          <p14:tracePt t="5665" x="4716463" y="2024063"/>
          <p14:tracePt t="5672" x="4802188" y="2046288"/>
          <p14:tracePt t="5679" x="4886325" y="2063750"/>
          <p14:tracePt t="5686" x="4960938" y="2085975"/>
          <p14:tracePt t="5693" x="5040313" y="2103438"/>
          <p14:tracePt t="5694" x="5057775" y="2109788"/>
          <p14:tracePt t="5695" x="5068888" y="2109788"/>
          <p14:tracePt t="5700" x="5110163" y="2114550"/>
          <p14:tracePt t="5707" x="5183188" y="2125663"/>
          <p14:tracePt t="5714" x="5251450" y="2132013"/>
          <p14:tracePt t="5721" x="5308600" y="2138363"/>
          <p14:tracePt t="5721" x="5326063" y="2138363"/>
          <p14:tracePt t="5722" x="5332413" y="2138363"/>
          <p14:tracePt t="5727" x="5354638" y="2138363"/>
          <p14:tracePt t="5734" x="5394325" y="2138363"/>
          <p14:tracePt t="5742" x="5418138" y="2138363"/>
          <p14:tracePt t="5748" x="5429250" y="2138363"/>
          <p14:tracePt t="5802" x="5434013" y="2138363"/>
          <p14:tracePt t="5809" x="5440363" y="2138363"/>
          <p14:tracePt t="5816" x="5445125" y="2138363"/>
          <p14:tracePt t="5819" x="5451475" y="2132013"/>
          <p14:tracePt t="5825" x="5457825" y="2125663"/>
          <p14:tracePt t="5832" x="5486400" y="2120900"/>
          <p14:tracePt t="5839" x="5508625" y="2109788"/>
          <p14:tracePt t="5846" x="5543550" y="2103438"/>
          <p14:tracePt t="5852" x="5572125" y="2092325"/>
          <p14:tracePt t="5853" x="5576888" y="2092325"/>
          <p14:tracePt t="5854" x="5583238" y="2092325"/>
          <p14:tracePt t="5854" x="5588000" y="2085975"/>
          <p14:tracePt t="5859" x="5611813" y="2085975"/>
          <p14:tracePt t="5866" x="5640388" y="2074863"/>
          <p14:tracePt t="5873" x="5673725" y="2070100"/>
          <p14:tracePt t="5880" x="5702300" y="2063750"/>
          <p14:tracePt t="5887" x="5719763" y="2063750"/>
          <p14:tracePt t="5894" x="5737225" y="2057400"/>
          <p14:tracePt t="5901" x="5748338" y="2057400"/>
          <p14:tracePt t="5908" x="5759450" y="2057400"/>
          <p14:tracePt t="5915" x="5770563" y="2057400"/>
          <p14:tracePt t="6053" x="5765800" y="2057400"/>
          <p14:tracePt t="6062" x="5759450" y="2057400"/>
          <p14:tracePt t="6070" x="5753100" y="2057400"/>
          <p14:tracePt t="6083" x="5748338" y="2057400"/>
          <p14:tracePt t="6089" x="5748338" y="2063750"/>
          <p14:tracePt t="6092" x="5741988" y="2063750"/>
          <p14:tracePt t="6110" x="5737225" y="2063750"/>
          <p14:tracePt t="6123" x="5730875" y="2063750"/>
          <p14:tracePt t="6131" x="5726113" y="2070100"/>
          <p14:tracePt t="6138" x="5719763" y="2070100"/>
          <p14:tracePt t="6142" x="5713413" y="2070100"/>
          <p14:tracePt t="6144" x="5713413" y="2074863"/>
          <p14:tracePt t="6151" x="5708650" y="2074863"/>
          <p14:tracePt t="6158" x="5702300" y="2074863"/>
          <p14:tracePt t="6165" x="5691188" y="2074863"/>
          <p14:tracePt t="6172" x="5684838" y="2074863"/>
          <p14:tracePt t="6179" x="5680075" y="2074863"/>
          <p14:tracePt t="6186" x="5668963" y="2074863"/>
          <p14:tracePt t="6193" x="5656263" y="2074863"/>
          <p14:tracePt t="6200" x="5645150" y="2081213"/>
          <p14:tracePt t="6207" x="5634038" y="2081213"/>
          <p14:tracePt t="6208" x="5627688" y="2081213"/>
          <p14:tracePt t="6213" x="5616575" y="2081213"/>
          <p14:tracePt t="6221" x="5605463" y="2081213"/>
          <p14:tracePt t="6221" x="5599113" y="2081213"/>
          <p14:tracePt t="6227" x="5588000" y="2081213"/>
          <p14:tracePt t="6234" x="5572125" y="2081213"/>
          <p14:tracePt t="6235" x="5565775" y="2081213"/>
          <p14:tracePt t="6241" x="5548313" y="2081213"/>
          <p14:tracePt t="6248" x="5530850" y="2081213"/>
          <p14:tracePt t="6255" x="5508625" y="2081213"/>
          <p14:tracePt t="6262" x="5486400" y="2081213"/>
          <p14:tracePt t="6269" x="5462588" y="2081213"/>
          <p14:tracePt t="6276" x="5451475" y="2081213"/>
          <p14:tracePt t="6283" x="5429250" y="2081213"/>
          <p14:tracePt t="6290" x="5405438" y="2081213"/>
          <p14:tracePt t="6297" x="5389563" y="2081213"/>
          <p14:tracePt t="6304" x="5365750" y="2081213"/>
          <p14:tracePt t="6311" x="5348288" y="2081213"/>
          <p14:tracePt t="6318" x="5326063" y="2081213"/>
          <p14:tracePt t="6319" x="5319713" y="2081213"/>
          <p14:tracePt t="6325" x="5303838" y="2081213"/>
          <p14:tracePt t="6332" x="5280025" y="2081213"/>
          <p14:tracePt t="6339" x="5264150" y="2081213"/>
          <p14:tracePt t="6339" x="5257800" y="2081213"/>
          <p14:tracePt t="6345" x="5240338" y="2074863"/>
          <p14:tracePt t="6352" x="5229225" y="2070100"/>
          <p14:tracePt t="6359" x="5218113" y="2070100"/>
          <p14:tracePt t="6366" x="5200650" y="2070100"/>
          <p14:tracePt t="6373" x="5189538" y="2063750"/>
          <p14:tracePt t="6380" x="5183188" y="2057400"/>
          <p14:tracePt t="6387" x="5178425" y="2052638"/>
          <p14:tracePt t="6394" x="5165725" y="2046288"/>
          <p14:tracePt t="6401" x="5154613" y="2041525"/>
          <p14:tracePt t="6408" x="5143500" y="2035175"/>
          <p14:tracePt t="6415" x="5132388" y="2024063"/>
          <p14:tracePt t="6422" x="5121275" y="2012950"/>
          <p14:tracePt t="6429" x="5103813" y="1995488"/>
          <p14:tracePt t="6436" x="5092700" y="1971675"/>
          <p14:tracePt t="6443" x="5075238" y="1955800"/>
          <p14:tracePt t="6450" x="5057775" y="1927225"/>
          <p14:tracePt t="6457" x="5046663" y="1903413"/>
          <p14:tracePt t="6464" x="5035550" y="1881188"/>
          <p14:tracePt t="6471" x="5024438" y="1858963"/>
          <p14:tracePt t="6478" x="5024438" y="1841500"/>
          <p14:tracePt t="6479" x="5018088" y="1841500"/>
          <p14:tracePt t="6479" x="5018088" y="1835150"/>
          <p14:tracePt t="6484" x="5018088" y="1824038"/>
          <p14:tracePt t="6491" x="5011738" y="1819275"/>
          <p14:tracePt t="6498" x="5011738" y="1812925"/>
          <p14:tracePt t="6505" x="5011738" y="1801813"/>
          <p14:tracePt t="6512" x="5018088" y="1790700"/>
          <p14:tracePt t="6519" x="5024438" y="1778000"/>
          <p14:tracePt t="6526" x="5040313" y="1766888"/>
          <p14:tracePt t="6533" x="5064125" y="1755775"/>
          <p14:tracePt t="6540" x="5092700" y="1744663"/>
          <p14:tracePt t="6547" x="5126038" y="1733550"/>
          <p14:tracePt t="6554" x="5172075" y="1727200"/>
          <p14:tracePt t="6555" x="5183188" y="1720850"/>
          <p14:tracePt t="6556" x="5189538" y="1720850"/>
          <p14:tracePt t="6556" x="5200650" y="1716088"/>
          <p14:tracePt t="6561" x="5222875" y="1716088"/>
          <p14:tracePt t="6568" x="5286375" y="1716088"/>
          <p14:tracePt t="6575" x="5360988" y="1716088"/>
          <p14:tracePt t="6582" x="5451475" y="1716088"/>
          <p14:tracePt t="6583" x="5502275" y="1720850"/>
          <p14:tracePt t="6583" x="5519738" y="1720850"/>
          <p14:tracePt t="6588" x="5576888" y="1733550"/>
          <p14:tracePt t="6596" x="5684838" y="1744663"/>
          <p14:tracePt t="6602" x="5788025" y="1762125"/>
          <p14:tracePt t="6609" x="5891213" y="1784350"/>
          <p14:tracePt t="6616" x="5981700" y="1806575"/>
          <p14:tracePt t="6623" x="6056313" y="1824038"/>
          <p14:tracePt t="6630" x="6113463" y="1846263"/>
          <p14:tracePt t="6637" x="6153150" y="1863725"/>
          <p14:tracePt t="6644" x="6170613" y="1874838"/>
          <p14:tracePt t="6645" x="6175375" y="1874838"/>
          <p14:tracePt t="6651" x="6181725" y="1881188"/>
          <p14:tracePt t="6660" x="6181725" y="1887538"/>
          <p14:tracePt t="6668" x="6181725" y="1892300"/>
          <p14:tracePt t="6672" x="6181725" y="1898650"/>
          <p14:tracePt t="6679" x="6175375" y="1909763"/>
          <p14:tracePt t="6680" x="6170613" y="1909763"/>
          <p14:tracePt t="6681" x="6170613" y="1916113"/>
          <p14:tracePt t="6686" x="6164263" y="1927225"/>
          <p14:tracePt t="6693" x="6146800" y="1944688"/>
          <p14:tracePt t="6694" x="6142038" y="1949450"/>
          <p14:tracePt t="6700" x="6124575" y="1960563"/>
          <p14:tracePt t="6707" x="6107113" y="1978025"/>
          <p14:tracePt t="6707" x="6102350" y="1984375"/>
          <p14:tracePt t="6708" x="6096000" y="1989138"/>
          <p14:tracePt t="6713" x="6078538" y="1995488"/>
          <p14:tracePt t="6721" x="6049963" y="2012950"/>
          <p14:tracePt t="6727" x="6021388" y="2035175"/>
          <p14:tracePt t="6728" x="6016625" y="2035175"/>
          <p14:tracePt t="6729" x="6010275" y="2035175"/>
          <p14:tracePt t="6730" x="6005513" y="2041525"/>
          <p14:tracePt t="6734" x="5988050" y="2052638"/>
          <p14:tracePt t="6741" x="5953125" y="2070100"/>
          <p14:tracePt t="6742" x="5948363" y="2070100"/>
          <p14:tracePt t="6748" x="5924550" y="2081213"/>
          <p14:tracePt t="6755" x="5878513" y="2097088"/>
          <p14:tracePt t="6762" x="5834063" y="2109788"/>
          <p14:tracePt t="6769" x="5799138" y="2120900"/>
          <p14:tracePt t="6776" x="5770563" y="2125663"/>
          <p14:tracePt t="6783" x="5737225" y="2132013"/>
          <p14:tracePt t="6790" x="5708650" y="2138363"/>
          <p14:tracePt t="6797" x="5684838" y="2143125"/>
          <p14:tracePt t="6804" x="5668963" y="2143125"/>
          <p14:tracePt t="6811" x="5656263" y="2143125"/>
          <p14:tracePt t="6818" x="5645150" y="2149475"/>
          <p14:tracePt t="6825" x="5640388" y="2149475"/>
          <p14:tracePt t="6832" x="5634038" y="2149475"/>
          <p14:tracePt t="6840" x="5627688" y="2149475"/>
          <p14:tracePt t="6846" x="5622925" y="2149475"/>
          <p14:tracePt t="6852" x="5616575" y="2149475"/>
          <p14:tracePt t="6862" x="5611813" y="2149475"/>
          <p14:tracePt t="6869" x="5605463" y="2149475"/>
          <p14:tracePt t="6874" x="5599113" y="2149475"/>
          <p14:tracePt t="6880" x="5594350" y="2149475"/>
          <p14:tracePt t="6887" x="5588000" y="2149475"/>
          <p14:tracePt t="6894" x="5583238" y="2149475"/>
          <p14:tracePt t="6901" x="5576888" y="2149475"/>
          <p14:tracePt t="6910" x="5572125" y="2149475"/>
          <p14:tracePt t="6919" x="5565775" y="2149475"/>
          <p14:tracePt t="6938" x="5559425" y="2149475"/>
          <p14:tracePt t="6942" x="5554663" y="2149475"/>
          <p14:tracePt t="6954" x="5548313" y="2149475"/>
          <p14:tracePt t="6961" x="5543550" y="2149475"/>
          <p14:tracePt t="6967" x="5537200" y="2149475"/>
          <p14:tracePt t="6971" x="5530850" y="2149475"/>
          <p14:tracePt t="6975" x="5526088" y="2149475"/>
          <p14:tracePt t="6980" x="5519738" y="2149475"/>
          <p14:tracePt t="6984" x="5514975" y="2149475"/>
          <p14:tracePt t="6991" x="5502275" y="2149475"/>
          <p14:tracePt t="6998" x="5491163" y="2149475"/>
          <p14:tracePt t="7005" x="5480050" y="2149475"/>
          <p14:tracePt t="7012" x="5468938" y="2149475"/>
          <p14:tracePt t="7019" x="5462588" y="2149475"/>
          <p14:tracePt t="7026" x="5457825" y="2149475"/>
          <p14:tracePt t="7033" x="5451475" y="2149475"/>
          <p14:tracePt t="7040" x="5445125" y="2149475"/>
          <p14:tracePt t="7047" x="5440363" y="2149475"/>
          <p14:tracePt t="7054" x="5434013" y="2149475"/>
          <p14:tracePt t="7062" x="5429250" y="2149475"/>
          <p14:tracePt t="7070" x="5422900" y="2149475"/>
          <p14:tracePt t="7076" x="5418138" y="2149475"/>
          <p14:tracePt t="7082" x="5411788" y="2149475"/>
          <p14:tracePt t="7088" x="5400675" y="2149475"/>
          <p14:tracePt t="7095" x="5389563" y="2149475"/>
          <p14:tracePt t="7102" x="5383213" y="2149475"/>
          <p14:tracePt t="7109" x="5372100" y="2149475"/>
          <p14:tracePt t="7116" x="5360988" y="2149475"/>
          <p14:tracePt t="7123" x="5354638" y="2143125"/>
          <p14:tracePt t="7130" x="5348288" y="2143125"/>
          <p14:tracePt t="7137" x="5343525" y="2143125"/>
          <p14:tracePt t="7148" x="5337175" y="2143125"/>
          <p14:tracePt t="7185" x="5332413" y="2143125"/>
          <p14:tracePt t="27120" x="5326063" y="2143125"/>
          <p14:tracePt t="27123" x="5319713" y="2143125"/>
          <p14:tracePt t="27125" x="5314950" y="2143125"/>
          <p14:tracePt t="27131" x="5286375" y="2149475"/>
          <p14:tracePt t="27137" x="5251450" y="2160588"/>
          <p14:tracePt t="27144" x="5240338" y="2166938"/>
          <p14:tracePt t="27235" x="5240338" y="2171700"/>
          <p14:tracePt t="27238" x="5240338" y="2178050"/>
          <p14:tracePt t="27241" x="5235575" y="2178050"/>
          <p14:tracePt t="27248" x="5194300" y="2200275"/>
          <p14:tracePt t="27263" x="5103813" y="2235200"/>
          <p14:tracePt t="27264" x="5097463" y="2235200"/>
          <p14:tracePt t="27269" x="5068888" y="2239963"/>
          <p14:tracePt t="27284" x="5000625" y="2263775"/>
          <p14:tracePt t="27284" x="4989513" y="2268538"/>
          <p14:tracePt t="27298" x="4932363" y="2286000"/>
          <p14:tracePt t="27299" x="4927600" y="2286000"/>
          <p14:tracePt t="27300" x="4921250" y="2286000"/>
          <p14:tracePt t="27301" x="4914900" y="2286000"/>
          <p14:tracePt t="27311" x="4870450" y="2303463"/>
          <p14:tracePt t="27312" x="4852988" y="2303463"/>
          <p14:tracePt t="27318" x="4818063" y="2308225"/>
          <p14:tracePt t="27325" x="4773613" y="2320925"/>
          <p14:tracePt t="27332" x="4732338" y="2325688"/>
          <p14:tracePt t="27333" x="4716463" y="2332038"/>
          <p14:tracePt t="27339" x="4687888" y="2336800"/>
          <p14:tracePt t="27346" x="4652963" y="2343150"/>
          <p14:tracePt t="27347" x="4648200" y="2343150"/>
          <p14:tracePt t="27353" x="4619625" y="2349500"/>
          <p14:tracePt t="27360" x="4584700" y="2360613"/>
          <p14:tracePt t="27367" x="4551363" y="2365375"/>
          <p14:tracePt t="27368" x="4533900" y="2371725"/>
          <p14:tracePt t="27369" x="4527550" y="2371725"/>
          <p14:tracePt t="27370" x="4510088" y="2371725"/>
          <p14:tracePt t="27380" x="4419600" y="2389188"/>
          <p14:tracePt t="27387" x="4344988" y="2400300"/>
          <p14:tracePt t="27395" x="4254500" y="2417763"/>
          <p14:tracePt t="27401" x="4179888" y="2428875"/>
          <p14:tracePt t="27408" x="4105275" y="2446338"/>
          <p14:tracePt t="27415" x="4025900" y="2462213"/>
          <p14:tracePt t="27422" x="3963988" y="2468563"/>
          <p14:tracePt t="27429" x="3906838" y="2474913"/>
          <p14:tracePt t="27443" x="3797300" y="2486025"/>
          <p14:tracePt t="27444" x="3781425" y="2486025"/>
          <p14:tracePt t="27445" x="3775075" y="2486025"/>
          <p14:tracePt t="27450" x="3735388" y="2486025"/>
          <p14:tracePt t="27457" x="3695700" y="2486025"/>
          <p14:tracePt t="27464" x="3656013" y="2486025"/>
          <p14:tracePt t="27471" x="3627438" y="2479675"/>
          <p14:tracePt t="27478" x="3614738" y="2479675"/>
          <p14:tracePt t="27492" x="3609975" y="2474913"/>
          <p14:tracePt t="27516" x="3609975" y="2468563"/>
          <p14:tracePt t="27518" x="3603625" y="2468563"/>
          <p14:tracePt t="27526" x="3603625" y="2462213"/>
          <p14:tracePt t="27536" x="3603625" y="2457450"/>
          <p14:tracePt t="27597" x="3603625" y="2451100"/>
          <p14:tracePt t="27602" x="3609975" y="2451100"/>
          <p14:tracePt t="27604" x="3614738" y="2451100"/>
          <p14:tracePt t="27604" x="3614738" y="2446338"/>
          <p14:tracePt t="27605" x="3621088" y="2446338"/>
          <p14:tracePt t="27609" x="3638550" y="2439988"/>
          <p14:tracePt t="27624" x="3797300" y="2417763"/>
          <p14:tracePt t="27625" x="3825875" y="2417763"/>
          <p14:tracePt t="27638" x="4065588" y="2411413"/>
          <p14:tracePt t="27639" x="4089400" y="2411413"/>
          <p14:tracePt t="27639" x="4122738" y="2405063"/>
          <p14:tracePt t="27652" x="4470400" y="2371725"/>
          <p14:tracePt t="27653" x="4533900" y="2365375"/>
          <p14:tracePt t="27653" x="4562475" y="2365375"/>
          <p14:tracePt t="27654" x="4578350" y="2360613"/>
          <p14:tracePt t="27665" x="4881563" y="2332038"/>
          <p14:tracePt t="27666" x="4967288" y="2320925"/>
          <p14:tracePt t="27667" x="5000625" y="2320925"/>
          <p14:tracePt t="27668" x="5029200" y="2314575"/>
          <p14:tracePt t="27672" x="5126038" y="2303463"/>
          <p14:tracePt t="27679" x="5314950" y="2286000"/>
          <p14:tracePt t="27686" x="5537200" y="2263775"/>
          <p14:tracePt t="27693" x="5697538" y="2246313"/>
          <p14:tracePt t="27700" x="5856288" y="2228850"/>
          <p14:tracePt t="27714" x="6089650" y="2206625"/>
          <p14:tracePt t="27715" x="6118225" y="2195513"/>
          <p14:tracePt t="27716" x="6130925" y="2195513"/>
          <p14:tracePt t="27721" x="6186488" y="2189163"/>
          <p14:tracePt t="27735" x="6403975" y="2160588"/>
          <p14:tracePt t="27736" x="6432550" y="2160588"/>
          <p14:tracePt t="27737" x="6443663" y="2160588"/>
          <p14:tracePt t="27742" x="6507163" y="2160588"/>
          <p14:tracePt t="27756" x="6689725" y="2160588"/>
          <p14:tracePt t="27757" x="6718300" y="2160588"/>
          <p14:tracePt t="27758" x="6729413" y="2160588"/>
          <p14:tracePt t="27762" x="6769100" y="2160588"/>
          <p14:tracePt t="27770" x="6826250" y="2160588"/>
          <p14:tracePt t="27776" x="6883400" y="2166938"/>
          <p14:tracePt t="27783" x="6934200" y="2178050"/>
          <p14:tracePt t="27790" x="6973888" y="2178050"/>
          <p14:tracePt t="27797" x="7008813" y="2178050"/>
          <p14:tracePt t="27804" x="7037388" y="2182813"/>
          <p14:tracePt t="27805" x="7042150" y="2182813"/>
          <p14:tracePt t="27806" x="7048500" y="2182813"/>
          <p14:tracePt t="27811" x="7059613" y="2182813"/>
          <p14:tracePt t="27818" x="7070725" y="2182813"/>
          <p14:tracePt t="27825" x="7081838" y="2182813"/>
          <p14:tracePt t="27832" x="7088188" y="2182813"/>
          <p14:tracePt t="27839" x="7099300" y="2182813"/>
          <p14:tracePt t="27846" x="7105650" y="2182813"/>
          <p14:tracePt t="27853" x="7123113" y="2189163"/>
          <p14:tracePt t="27860" x="7134225" y="2195513"/>
          <p14:tracePt t="27867" x="7156450" y="2200275"/>
          <p14:tracePt t="27873" x="7185025" y="2200275"/>
          <p14:tracePt t="27880" x="7213600" y="2206625"/>
          <p14:tracePt t="27887" x="7242175" y="2211388"/>
          <p14:tracePt t="27894" x="7281863" y="2211388"/>
          <p14:tracePt t="27901" x="7310438" y="2217738"/>
          <p14:tracePt t="27915" x="7402513" y="2217738"/>
          <p14:tracePt t="27922" x="7435850" y="2222500"/>
          <p14:tracePt t="27937" x="7521575" y="2228850"/>
          <p14:tracePt t="27938" x="7527925" y="2228850"/>
          <p14:tracePt t="27939" x="7532688" y="2228850"/>
          <p14:tracePt t="27943" x="7550150" y="2228850"/>
          <p14:tracePt t="27950" x="7585075" y="2235200"/>
          <p14:tracePt t="27957" x="7618413" y="2246313"/>
          <p14:tracePt t="27964" x="7658100" y="2257425"/>
          <p14:tracePt t="27971" x="7704138" y="2279650"/>
          <p14:tracePt t="27972" x="7715250" y="2286000"/>
          <p14:tracePt t="27978" x="7750175" y="2297113"/>
          <p14:tracePt t="27985" x="7789863" y="2320925"/>
          <p14:tracePt t="27992" x="7823200" y="2336800"/>
          <p14:tracePt t="27999" x="7851775" y="2349500"/>
          <p14:tracePt t="28006" x="7864475" y="2360613"/>
          <p14:tracePt t="28012" x="7875588" y="2371725"/>
          <p14:tracePt t="28019" x="7880350" y="2382838"/>
          <p14:tracePt t="28026" x="7880350" y="2389188"/>
          <p14:tracePt t="28033" x="7886700" y="2389188"/>
          <p14:tracePt t="28040" x="7886700" y="2393950"/>
          <p14:tracePt t="28048" x="7893050" y="2405063"/>
          <p14:tracePt t="28055" x="7897813" y="2411413"/>
          <p14:tracePt t="28056" x="7897813" y="2417763"/>
          <p14:tracePt t="28062" x="7897813" y="2422525"/>
          <p14:tracePt t="28068" x="7897813" y="2428875"/>
          <p14:tracePt t="28075" x="7904163" y="2439988"/>
          <p14:tracePt t="28082" x="7915275" y="2457450"/>
          <p14:tracePt t="28083" x="7915275" y="2462213"/>
          <p14:tracePt t="28089" x="7915275" y="2474913"/>
          <p14:tracePt t="28096" x="7920038" y="2490788"/>
          <p14:tracePt t="28103" x="7926388" y="2501900"/>
          <p14:tracePt t="28110" x="7926388" y="2514600"/>
          <p14:tracePt t="28117" x="7932738" y="2525713"/>
          <p14:tracePt t="28123" x="7932738" y="2536825"/>
          <p14:tracePt t="28131" x="7932738" y="2547938"/>
          <p14:tracePt t="28138" x="7932738" y="2554288"/>
          <p14:tracePt t="28145" x="7932738" y="2559050"/>
          <p14:tracePt t="28151" x="7932738" y="2565400"/>
          <p14:tracePt t="28158" x="7932738" y="2571750"/>
          <p14:tracePt t="28165" x="7926388" y="2576513"/>
          <p14:tracePt t="28172" x="7920038" y="2587625"/>
          <p14:tracePt t="28179" x="7908925" y="2593975"/>
          <p14:tracePt t="28186" x="7897813" y="2605088"/>
          <p14:tracePt t="28193" x="7886700" y="2622550"/>
          <p14:tracePt t="28200" x="7875588" y="2627313"/>
          <p14:tracePt t="28207" x="7858125" y="2633663"/>
          <p14:tracePt t="28214" x="7847013" y="2644775"/>
          <p14:tracePt t="28221" x="7829550" y="2651125"/>
          <p14:tracePt t="28228" x="7812088" y="2655888"/>
          <p14:tracePt t="28235" x="7794625" y="2662238"/>
          <p14:tracePt t="28242" x="7766050" y="2668588"/>
          <p14:tracePt t="28243" x="7761288" y="2673350"/>
          <p14:tracePt t="28248" x="7743825" y="2673350"/>
          <p14:tracePt t="28256" x="7704138" y="2684463"/>
          <p14:tracePt t="28262" x="7664450" y="2684463"/>
          <p14:tracePt t="28269" x="7618413" y="2697163"/>
          <p14:tracePt t="28276" x="7561263" y="2708275"/>
          <p14:tracePt t="28283" x="7499350" y="2708275"/>
          <p14:tracePt t="28290" x="7442200" y="2719388"/>
          <p14:tracePt t="28297" x="7396163" y="2730500"/>
          <p14:tracePt t="28304" x="7345363" y="2741613"/>
          <p14:tracePt t="28311" x="7305675" y="2747963"/>
          <p14:tracePt t="28318" x="7259638" y="2752725"/>
          <p14:tracePt t="28319" x="7248525" y="2759075"/>
          <p14:tracePt t="28320" x="7235825" y="2759075"/>
          <p14:tracePt t="28325" x="7207250" y="2765425"/>
          <p14:tracePt t="28332" x="7162800" y="2776538"/>
          <p14:tracePt t="28333" x="7145338" y="2776538"/>
          <p14:tracePt t="28334" x="7134225" y="2776538"/>
          <p14:tracePt t="28339" x="7105650" y="2781300"/>
          <p14:tracePt t="28346" x="7037388" y="2787650"/>
          <p14:tracePt t="28353" x="6962775" y="2798763"/>
          <p14:tracePt t="28360" x="6872288" y="2805113"/>
          <p14:tracePt t="28367" x="6757988" y="2816225"/>
          <p14:tracePt t="28368" x="6740525" y="2816225"/>
          <p14:tracePt t="28368" x="6723063" y="2816225"/>
          <p14:tracePt t="28369" x="6705600" y="2816225"/>
          <p14:tracePt t="28370" x="6689725" y="2816225"/>
          <p14:tracePt t="28373" x="6637338" y="2822575"/>
          <p14:tracePt t="28380" x="6507163" y="2822575"/>
          <p14:tracePt t="28387" x="6353175" y="2827338"/>
          <p14:tracePt t="28394" x="6186488" y="2827338"/>
          <p14:tracePt t="28395" x="6142038" y="2827338"/>
          <p14:tracePt t="28401" x="6010275" y="2827338"/>
          <p14:tracePt t="28408" x="5856288" y="2822575"/>
          <p14:tracePt t="28415" x="5680075" y="2816225"/>
          <p14:tracePt t="28422" x="5530850" y="2805113"/>
          <p14:tracePt t="28429" x="5389563" y="2794000"/>
          <p14:tracePt t="28436" x="5251450" y="2787650"/>
          <p14:tracePt t="28443" x="5110163" y="2770188"/>
          <p14:tracePt t="28450" x="5000625" y="2770188"/>
          <p14:tracePt t="28451" x="4967288" y="2770188"/>
          <p14:tracePt t="28452" x="4956175" y="2770188"/>
          <p14:tracePt t="28457" x="4886325" y="2765425"/>
          <p14:tracePt t="28464" x="4795838" y="2759075"/>
          <p14:tracePt t="28472" x="4681538" y="2759075"/>
          <p14:tracePt t="28478" x="4630738" y="2759075"/>
          <p14:tracePt t="28485" x="4556125" y="2752725"/>
          <p14:tracePt t="28492" x="4494213" y="2752725"/>
          <p14:tracePt t="28499" x="4441825" y="2752725"/>
          <p14:tracePt t="28506" x="4402138" y="2752725"/>
          <p14:tracePt t="28513" x="4368800" y="2752725"/>
          <p14:tracePt t="28520" x="4344988" y="2752725"/>
          <p14:tracePt t="28526" x="4327525" y="2752725"/>
          <p14:tracePt t="28533" x="4311650" y="2752725"/>
          <p14:tracePt t="28540" x="4294188" y="2752725"/>
          <p14:tracePt t="28547" x="4276725" y="2752725"/>
          <p14:tracePt t="28554" x="4259263" y="2752725"/>
          <p14:tracePt t="28561" x="4237038" y="2752725"/>
          <p14:tracePt t="28568" x="4214813" y="2752725"/>
          <p14:tracePt t="28569" x="4208463" y="2752725"/>
          <p14:tracePt t="28575" x="4186238" y="2752725"/>
          <p14:tracePt t="28582" x="4162425" y="2747963"/>
          <p14:tracePt t="28589" x="4129088" y="2741613"/>
          <p14:tracePt t="28596" x="4089400" y="2741613"/>
          <p14:tracePt t="28603" x="4060825" y="2736850"/>
          <p14:tracePt t="28610" x="4025900" y="2730500"/>
          <p14:tracePt t="28611" x="4019550" y="2725738"/>
          <p14:tracePt t="28612" x="4014788" y="2725738"/>
          <p14:tracePt t="28617" x="3997325" y="2719388"/>
          <p14:tracePt t="28623" x="3968750" y="2719388"/>
          <p14:tracePt t="28630" x="3935413" y="2701925"/>
          <p14:tracePt t="28637" x="3906838" y="2697163"/>
          <p14:tracePt t="28645" x="3871913" y="2684463"/>
          <p14:tracePt t="28651" x="3843338" y="2684463"/>
          <p14:tracePt t="28658" x="3814763" y="2679700"/>
          <p14:tracePt t="28659" x="3803650" y="2673350"/>
          <p14:tracePt t="28660" x="3797300" y="2673350"/>
          <p14:tracePt t="28665" x="3781425" y="2668588"/>
          <p14:tracePt t="28672" x="3757613" y="2662238"/>
          <p14:tracePt t="28679" x="3729038" y="2662238"/>
          <p14:tracePt t="28686" x="3706813" y="2662238"/>
          <p14:tracePt t="28693" x="3684588" y="2655888"/>
          <p14:tracePt t="28700" x="3667125" y="2651125"/>
          <p14:tracePt t="28707" x="3643313" y="2644775"/>
          <p14:tracePt t="28714" x="3632200" y="2644775"/>
          <p14:tracePt t="28721" x="3614738" y="2644775"/>
          <p14:tracePt t="28728" x="3592513" y="2640013"/>
          <p14:tracePt t="28735" x="3575050" y="2633663"/>
          <p14:tracePt t="28742" x="3552825" y="2622550"/>
          <p14:tracePt t="28743" x="3546475" y="2616200"/>
          <p14:tracePt t="28748" x="3530600" y="2611438"/>
          <p14:tracePt t="28755" x="3513138" y="2600325"/>
          <p14:tracePt t="28762" x="3502025" y="2593975"/>
          <p14:tracePt t="28769" x="3495675" y="2582863"/>
          <p14:tracePt t="28776" x="3489325" y="2576513"/>
          <p14:tracePt t="28784" x="3489325" y="2571750"/>
          <p14:tracePt t="28803" x="3489325" y="2565400"/>
          <p14:tracePt t="28812" x="3489325" y="2559050"/>
          <p14:tracePt t="28814" x="3489325" y="2554288"/>
          <p14:tracePt t="28824" x="3489325" y="2547938"/>
          <p14:tracePt t="28835" x="3489325" y="2543175"/>
          <p14:tracePt t="28848" x="3495675" y="2536825"/>
          <p14:tracePt t="28852" x="3495675" y="2530475"/>
          <p14:tracePt t="28855" x="3502025" y="2525713"/>
          <p14:tracePt t="28860" x="3513138" y="2508250"/>
          <p14:tracePt t="28867" x="3535363" y="2490788"/>
          <p14:tracePt t="28867" x="3541713" y="2490788"/>
          <p14:tracePt t="28868" x="3546475" y="2486025"/>
          <p14:tracePt t="28869" x="3552825" y="2479675"/>
          <p14:tracePt t="28873" x="3581400" y="2457450"/>
          <p14:tracePt t="28880" x="3627438" y="2428875"/>
          <p14:tracePt t="28887" x="3667125" y="2405063"/>
          <p14:tracePt t="28895" x="3700463" y="2382838"/>
          <p14:tracePt t="28895" x="3706813" y="2376488"/>
          <p14:tracePt t="28901" x="3717925" y="2365375"/>
          <p14:tracePt t="28908" x="3740150" y="2354263"/>
          <p14:tracePt t="28915" x="3763963" y="2343150"/>
          <p14:tracePt t="28922" x="3781425" y="2332038"/>
          <p14:tracePt t="28929" x="3814763" y="2320925"/>
          <p14:tracePt t="28936" x="3854450" y="2303463"/>
          <p14:tracePt t="28943" x="3894138" y="2286000"/>
          <p14:tracePt t="28950" x="3946525" y="2274888"/>
          <p14:tracePt t="28957" x="3997325" y="2263775"/>
          <p14:tracePt t="28958" x="4014788" y="2257425"/>
          <p14:tracePt t="28959" x="4019550" y="2257425"/>
          <p14:tracePt t="28964" x="4054475" y="2251075"/>
          <p14:tracePt t="28971" x="4105275" y="2239963"/>
          <p14:tracePt t="28978" x="4140200" y="2235200"/>
          <p14:tracePt t="28985" x="4179888" y="2228850"/>
          <p14:tracePt t="28992" x="4219575" y="2222500"/>
          <p14:tracePt t="28999" x="4271963" y="2217738"/>
          <p14:tracePt t="29006" x="4322763" y="2217738"/>
          <p14:tracePt t="29007" x="4333875" y="2217738"/>
          <p14:tracePt t="29013" x="4373563" y="2217738"/>
          <p14:tracePt t="29019" x="4437063" y="2217738"/>
          <p14:tracePt t="29026" x="4498975" y="2222500"/>
          <p14:tracePt t="29033" x="4578350" y="2228850"/>
          <p14:tracePt t="29040" x="4670425" y="2246313"/>
          <p14:tracePt t="29048" x="4789488" y="2251075"/>
          <p14:tracePt t="29057" x="4910138" y="2263775"/>
          <p14:tracePt t="29061" x="4978400" y="2263775"/>
          <p14:tracePt t="29068" x="5097463" y="2268538"/>
          <p14:tracePt t="29075" x="5222875" y="2274888"/>
          <p14:tracePt t="29082" x="5360988" y="2286000"/>
          <p14:tracePt t="29083" x="5394325" y="2286000"/>
          <p14:tracePt t="29084" x="5411788" y="2286000"/>
          <p14:tracePt t="29089" x="5486400" y="2292350"/>
          <p14:tracePt t="29096" x="5611813" y="2303463"/>
          <p14:tracePt t="29097" x="5645150" y="2303463"/>
          <p14:tracePt t="29098" x="5662613" y="2303463"/>
          <p14:tracePt t="29103" x="5737225" y="2308225"/>
          <p14:tracePt t="29110" x="5862638" y="2320925"/>
          <p14:tracePt t="29117" x="5992813" y="2332038"/>
          <p14:tracePt t="29118" x="6021388" y="2336800"/>
          <p14:tracePt t="29124" x="6107113" y="2343150"/>
          <p14:tracePt t="29131" x="6221413" y="2354263"/>
          <p14:tracePt t="29137" x="6340475" y="2354263"/>
          <p14:tracePt t="29144" x="6465888" y="2360613"/>
          <p14:tracePt t="29152" x="6569075" y="2360613"/>
          <p14:tracePt t="29158" x="6677025" y="2360613"/>
          <p14:tracePt t="29165" x="6762750" y="2360613"/>
          <p14:tracePt t="29172" x="6848475" y="2360613"/>
          <p14:tracePt t="29179" x="6927850" y="2354263"/>
          <p14:tracePt t="29186" x="6985000" y="2349500"/>
          <p14:tracePt t="29193" x="7042150" y="2343150"/>
          <p14:tracePt t="29200" x="7105650" y="2336800"/>
          <p14:tracePt t="29207" x="7167563" y="2332038"/>
          <p14:tracePt t="29208" x="7185025" y="2332038"/>
          <p14:tracePt t="29209" x="7196138" y="2332038"/>
          <p14:tracePt t="29214" x="7231063" y="2332038"/>
          <p14:tracePt t="29221" x="7310438" y="2332038"/>
          <p14:tracePt t="29228" x="7396163" y="2325688"/>
          <p14:tracePt t="29235" x="7486650" y="2325688"/>
          <p14:tracePt t="29242" x="7596188" y="2320925"/>
          <p14:tracePt t="29243" x="7607300" y="2320925"/>
          <p14:tracePt t="29243" x="7624763" y="2320925"/>
          <p14:tracePt t="29244" x="7640638" y="2320925"/>
          <p14:tracePt t="29248" x="7697788" y="2320925"/>
          <p14:tracePt t="29256" x="7812088" y="2320925"/>
          <p14:tracePt t="29257" x="7823200" y="2320925"/>
          <p14:tracePt t="29257" x="7840663" y="2320925"/>
          <p14:tracePt t="29258" x="7851775" y="2320925"/>
          <p14:tracePt t="29262" x="7904163" y="2314575"/>
          <p14:tracePt t="29270" x="7983538" y="2308225"/>
          <p14:tracePt t="29276" x="8051800" y="2303463"/>
          <p14:tracePt t="29283" x="8120063" y="2297113"/>
          <p14:tracePt t="29290" x="8166100" y="2292350"/>
          <p14:tracePt t="29297" x="8201025" y="2292350"/>
          <p14:tracePt t="29304" x="8223250" y="2292350"/>
          <p14:tracePt t="29311" x="8234363" y="2292350"/>
          <p14:tracePt t="29348" x="8240713" y="2292350"/>
          <p14:tracePt t="29402" x="8245475" y="2292350"/>
          <p14:tracePt t="29405" x="8245475" y="2297113"/>
          <p14:tracePt t="29410" x="8245475" y="2303463"/>
          <p14:tracePt t="29416" x="8251825" y="2308225"/>
          <p14:tracePt t="29422" x="8251825" y="2314575"/>
          <p14:tracePt t="29429" x="8256588" y="2325688"/>
          <p14:tracePt t="29436" x="8256588" y="2336800"/>
          <p14:tracePt t="29443" x="8262938" y="2349500"/>
          <p14:tracePt t="29444" x="8262938" y="2354263"/>
          <p14:tracePt t="29450" x="8262938" y="2365375"/>
          <p14:tracePt t="29457" x="8269288" y="2376488"/>
          <p14:tracePt t="29464" x="8269288" y="2389188"/>
          <p14:tracePt t="29471" x="8269288" y="2400300"/>
          <p14:tracePt t="29472" x="8269288" y="2405063"/>
          <p14:tracePt t="29478" x="8269288" y="2417763"/>
          <p14:tracePt t="29485" x="8274050" y="2422525"/>
          <p14:tracePt t="29486" x="8274050" y="2428875"/>
          <p14:tracePt t="29492" x="8274050" y="2433638"/>
          <p14:tracePt t="29499" x="8274050" y="2446338"/>
          <p14:tracePt t="29506" x="8274050" y="2457450"/>
          <p14:tracePt t="29513" x="8269288" y="2468563"/>
          <p14:tracePt t="29520" x="8262938" y="2486025"/>
          <p14:tracePt t="29526" x="8251825" y="2501900"/>
          <p14:tracePt t="29533" x="8234363" y="2519363"/>
          <p14:tracePt t="29540" x="8216900" y="2543175"/>
          <p14:tracePt t="29547" x="8201025" y="2559050"/>
          <p14:tracePt t="29554" x="8177213" y="2582863"/>
          <p14:tracePt t="29561" x="8154988" y="2600325"/>
          <p14:tracePt t="29568" x="8137525" y="2616200"/>
          <p14:tracePt t="29569" x="8126413" y="2622550"/>
          <p14:tracePt t="29575" x="8115300" y="2633663"/>
          <p14:tracePt t="29582" x="8097838" y="2644775"/>
          <p14:tracePt t="29583" x="8091488" y="2644775"/>
          <p14:tracePt t="29589" x="8074025" y="2651125"/>
          <p14:tracePt t="29596" x="8058150" y="2662238"/>
          <p14:tracePt t="29603" x="8034338" y="2673350"/>
          <p14:tracePt t="29610" x="8012113" y="2679700"/>
          <p14:tracePt t="29617" x="7983538" y="2690813"/>
          <p14:tracePt t="29618" x="7977188" y="2697163"/>
          <p14:tracePt t="29623" x="7954963" y="2701925"/>
          <p14:tracePt t="29631" x="7926388" y="2708275"/>
          <p14:tracePt t="29637" x="7886700" y="2719388"/>
          <p14:tracePt t="29644" x="7835900" y="2725738"/>
          <p14:tracePt t="29651" x="7789863" y="2736850"/>
          <p14:tracePt t="29658" x="7721600" y="2741613"/>
          <p14:tracePt t="29665" x="7635875" y="2747963"/>
          <p14:tracePt t="29672" x="7543800" y="2752725"/>
          <p14:tracePt t="29679" x="7418388" y="2752725"/>
          <p14:tracePt t="29686" x="7305675" y="2752725"/>
          <p14:tracePt t="29693" x="7185025" y="2752725"/>
          <p14:tracePt t="29700" x="7048500" y="2752725"/>
          <p14:tracePt t="29701" x="7008813" y="2752725"/>
          <p14:tracePt t="29702" x="6969125" y="2752725"/>
          <p14:tracePt t="29707" x="6888163" y="2747963"/>
          <p14:tracePt t="29708" x="6848475" y="2747963"/>
          <p14:tracePt t="29714" x="6740525" y="2741613"/>
          <p14:tracePt t="29721" x="6604000" y="2736850"/>
          <p14:tracePt t="29728" x="6465888" y="2736850"/>
          <p14:tracePt t="29735" x="6353175" y="2736850"/>
          <p14:tracePt t="29742" x="6203950" y="2736850"/>
          <p14:tracePt t="29743" x="6192838" y="2736850"/>
          <p14:tracePt t="29743" x="6175375" y="2736850"/>
          <p14:tracePt t="29744" x="6164263" y="2736850"/>
          <p14:tracePt t="29748" x="6102350" y="2736850"/>
          <p14:tracePt t="29763" x="5930900" y="2736850"/>
          <p14:tracePt t="29764" x="5902325" y="2736850"/>
          <p14:tracePt t="29764" x="5895975" y="2736850"/>
          <p14:tracePt t="29769" x="5845175" y="2736850"/>
          <p14:tracePt t="29784" x="5697538" y="2736850"/>
          <p14:tracePt t="29784" x="5673725" y="2736850"/>
          <p14:tracePt t="29790" x="5627688" y="2736850"/>
          <p14:tracePt t="29797" x="5554663" y="2730500"/>
          <p14:tracePt t="29804" x="5480050" y="2730500"/>
          <p14:tracePt t="29811" x="5400675" y="2725738"/>
          <p14:tracePt t="29818" x="5308600" y="2719388"/>
          <p14:tracePt t="29832" x="5138738" y="2719388"/>
          <p14:tracePt t="29833" x="5114925" y="2719388"/>
          <p14:tracePt t="29834" x="5097463" y="2719388"/>
          <p14:tracePt t="29839" x="5046663" y="2719388"/>
          <p14:tracePt t="29846" x="4956175" y="2719388"/>
          <p14:tracePt t="29853" x="4875213" y="2713038"/>
          <p14:tracePt t="29860" x="4802188" y="2713038"/>
          <p14:tracePt t="29867" x="4732338" y="2713038"/>
          <p14:tracePt t="29868" x="4721225" y="2713038"/>
          <p14:tracePt t="29868" x="4716463" y="2713038"/>
          <p14:tracePt t="29869" x="4710113" y="2713038"/>
          <p14:tracePt t="29870" x="4699000" y="2713038"/>
          <p14:tracePt t="29873" x="4676775" y="2713038"/>
          <p14:tracePt t="29887" x="4602163" y="2713038"/>
          <p14:tracePt t="29888" x="4595813" y="2713038"/>
          <p14:tracePt t="29894" x="4573588" y="2713038"/>
          <p14:tracePt t="29901" x="4551363" y="2719388"/>
          <p14:tracePt t="29908" x="4527550" y="2719388"/>
          <p14:tracePt t="29915" x="4505325" y="2719388"/>
          <p14:tracePt t="29922" x="4487863" y="2719388"/>
          <p14:tracePt t="29936" x="4425950" y="2719388"/>
          <p14:tracePt t="29937" x="4408488" y="2719388"/>
          <p14:tracePt t="29938" x="4402138" y="2719388"/>
          <p14:tracePt t="29939" x="4397375" y="2719388"/>
          <p14:tracePt t="29943" x="4373563" y="2719388"/>
          <p14:tracePt t="29950" x="4322763" y="2713038"/>
          <p14:tracePt t="29957" x="4265613" y="2708275"/>
          <p14:tracePt t="29958" x="4248150" y="2708275"/>
          <p14:tracePt t="29959" x="4243388" y="2708275"/>
          <p14:tracePt t="29964" x="4197350" y="2701925"/>
          <p14:tracePt t="29971" x="4122738" y="2697163"/>
          <p14:tracePt t="29978" x="4054475" y="2684463"/>
          <p14:tracePt t="29985" x="3986213" y="2673350"/>
          <p14:tracePt t="29992" x="3922713" y="2668588"/>
          <p14:tracePt t="29993" x="3900488" y="2662238"/>
          <p14:tracePt t="29994" x="3894138" y="2655888"/>
          <p14:tracePt t="29998" x="3854450" y="2651125"/>
          <p14:tracePt t="30006" x="3786188" y="2633663"/>
          <p14:tracePt t="30012" x="3717925" y="2616200"/>
          <p14:tracePt t="30020" x="3660775" y="2600325"/>
          <p14:tracePt t="30020" x="3643313" y="2593975"/>
          <p14:tracePt t="30021" x="3638550" y="2593975"/>
          <p14:tracePt t="30022" x="3627438" y="2593975"/>
          <p14:tracePt t="30026" x="3603625" y="2582863"/>
          <p14:tracePt t="30033" x="3552825" y="2571750"/>
          <p14:tracePt t="30040" x="3502025" y="2565400"/>
          <p14:tracePt t="30048" x="3427413" y="2554288"/>
          <p14:tracePt t="30062" x="3302000" y="2530475"/>
          <p14:tracePt t="30062" x="3278188" y="2525713"/>
          <p14:tracePt t="30063" x="3267075" y="2525713"/>
          <p14:tracePt t="30068" x="3222625" y="2519363"/>
          <p14:tracePt t="30075" x="3148013" y="2501900"/>
          <p14:tracePt t="30082" x="3073400" y="2497138"/>
          <p14:tracePt t="30083" x="3055938" y="2497138"/>
          <p14:tracePt t="30084" x="3044825" y="2490788"/>
          <p14:tracePt t="30089" x="3022600" y="2490788"/>
          <p14:tracePt t="30096" x="2976563" y="2486025"/>
          <p14:tracePt t="30103" x="2943225" y="2479675"/>
          <p14:tracePt t="30104" x="2936875" y="2474913"/>
          <p14:tracePt t="30110" x="2914650" y="2468563"/>
          <p14:tracePt t="30117" x="2897188" y="2457450"/>
          <p14:tracePt t="30123" x="2886075" y="2451100"/>
          <p14:tracePt t="30131" x="2886075" y="2446338"/>
          <p14:tracePt t="30137" x="2879725" y="2446338"/>
          <p14:tracePt t="30144" x="2879725" y="2439988"/>
          <p14:tracePt t="30151" x="2879725" y="2428875"/>
          <p14:tracePt t="30158" x="2879725" y="2411413"/>
          <p14:tracePt t="30165" x="2879725" y="2393950"/>
          <p14:tracePt t="30172" x="2886075" y="2371725"/>
          <p14:tracePt t="30179" x="2897188" y="2343150"/>
          <p14:tracePt t="30186" x="2908300" y="2320925"/>
          <p14:tracePt t="30193" x="2919413" y="2303463"/>
          <p14:tracePt t="30194" x="2925763" y="2292350"/>
          <p14:tracePt t="30200" x="2936875" y="2279650"/>
          <p14:tracePt t="30207" x="2959100" y="2263775"/>
          <p14:tracePt t="30208" x="2965450" y="2257425"/>
          <p14:tracePt t="30214" x="2987675" y="2239963"/>
          <p14:tracePt t="30221" x="3005138" y="2228850"/>
          <p14:tracePt t="30228" x="3044825" y="2206625"/>
          <p14:tracePt t="30235" x="3090863" y="2182813"/>
          <p14:tracePt t="30242" x="3148013" y="2171700"/>
          <p14:tracePt t="30242" x="3152775" y="2166938"/>
          <p14:tracePt t="30243" x="3159125" y="2166938"/>
          <p14:tracePt t="30244" x="3170238" y="2160588"/>
          <p14:tracePt t="30249" x="3209925" y="2154238"/>
          <p14:tracePt t="30255" x="3306763" y="2132013"/>
          <p14:tracePt t="30262" x="3409950" y="2120900"/>
          <p14:tracePt t="30269" x="3495675" y="2114550"/>
          <p14:tracePt t="30276" x="3621088" y="2103438"/>
          <p14:tracePt t="30283" x="3746500" y="2097088"/>
          <p14:tracePt t="30290" x="3900488" y="2097088"/>
          <p14:tracePt t="30297" x="4037013" y="2097088"/>
          <p14:tracePt t="30304" x="4168775" y="2097088"/>
          <p14:tracePt t="30305" x="4219575" y="2097088"/>
          <p14:tracePt t="30306" x="4248150" y="2097088"/>
          <p14:tracePt t="30307" x="4271963" y="2097088"/>
          <p14:tracePt t="30311" x="4344988" y="2103438"/>
          <p14:tracePt t="30318" x="4510088" y="2120900"/>
          <p14:tracePt t="30325" x="4681538" y="2138363"/>
          <p14:tracePt t="30332" x="4846638" y="2160588"/>
          <p14:tracePt t="30333" x="4903788" y="2166938"/>
          <p14:tracePt t="30334" x="4927600" y="2171700"/>
          <p14:tracePt t="30339" x="5057775" y="2189163"/>
          <p14:tracePt t="30346" x="5235575" y="2217738"/>
          <p14:tracePt t="30353" x="5405438" y="2246313"/>
          <p14:tracePt t="30354" x="5457825" y="2257425"/>
          <p14:tracePt t="30355" x="5480050" y="2257425"/>
          <p14:tracePt t="30360" x="5572125" y="2274888"/>
          <p14:tracePt t="30367" x="5702300" y="2297113"/>
          <p14:tracePt t="30368" x="5719763" y="2303463"/>
          <p14:tracePt t="30373" x="5794375" y="2314575"/>
          <p14:tracePt t="30380" x="5891213" y="2332038"/>
          <p14:tracePt t="30387" x="5959475" y="2349500"/>
          <p14:tracePt t="30395" x="6016625" y="2360613"/>
          <p14:tracePt t="30401" x="6049963" y="2365375"/>
          <p14:tracePt t="30408" x="6084888" y="2371725"/>
          <p14:tracePt t="30415" x="6107113" y="2376488"/>
          <p14:tracePt t="30422" x="6118225" y="2382838"/>
          <p14:tracePt t="30429" x="6124575" y="2382838"/>
          <p14:tracePt t="30541" x="6124575" y="2389188"/>
          <p14:tracePt t="30546" x="6124575" y="2393950"/>
          <p14:tracePt t="30548" x="6118225" y="2393950"/>
          <p14:tracePt t="30554" x="6107113" y="2411413"/>
          <p14:tracePt t="30561" x="6084888" y="2428875"/>
          <p14:tracePt t="30568" x="6061075" y="2446338"/>
          <p14:tracePt t="30575" x="6027738" y="2468563"/>
          <p14:tracePt t="30576" x="6021388" y="2474913"/>
          <p14:tracePt t="30577" x="6010275" y="2474913"/>
          <p14:tracePt t="30582" x="5992813" y="2486025"/>
          <p14:tracePt t="30583" x="5976938" y="2497138"/>
          <p14:tracePt t="30584" x="5970588" y="2497138"/>
          <p14:tracePt t="30589" x="5942013" y="2514600"/>
          <p14:tracePt t="30596" x="5891213" y="2536825"/>
          <p14:tracePt t="30597" x="5873750" y="2543175"/>
          <p14:tracePt t="30598" x="5862638" y="2554288"/>
          <p14:tracePt t="30603" x="5822950" y="2565400"/>
          <p14:tracePt t="30610" x="5737225" y="2600325"/>
          <p14:tracePt t="30617" x="5627688" y="2627313"/>
          <p14:tracePt t="30618" x="5616575" y="2633663"/>
          <p14:tracePt t="30618" x="5599113" y="2633663"/>
          <p14:tracePt t="30619" x="5594350" y="2633663"/>
          <p14:tracePt t="30620" x="5583238" y="2640013"/>
          <p14:tracePt t="30624" x="5530850" y="2651125"/>
          <p14:tracePt t="30631" x="5400675" y="2679700"/>
          <p14:tracePt t="30637" x="5280025" y="2697163"/>
          <p14:tracePt t="30645" x="5154613" y="2708275"/>
          <p14:tracePt t="30645" x="5138738" y="2713038"/>
          <p14:tracePt t="30646" x="5114925" y="2713038"/>
          <p14:tracePt t="30647" x="5097463" y="2719388"/>
          <p14:tracePt t="30651" x="5046663" y="2725738"/>
          <p14:tracePt t="30658" x="4949825" y="2730500"/>
          <p14:tracePt t="30665" x="4852988" y="2736850"/>
          <p14:tracePt t="30672" x="4767263" y="2736850"/>
          <p14:tracePt t="30679" x="4710113" y="2736850"/>
          <p14:tracePt t="30686" x="4670425" y="2736850"/>
          <p14:tracePt t="30687" x="4659313" y="2736850"/>
          <p14:tracePt t="30693" x="4648200" y="2736850"/>
          <p14:tracePt t="30700" x="4630738" y="2736850"/>
          <p14:tracePt t="50999" x="4635500" y="2736850"/>
          <p14:tracePt t="51000" x="4641850" y="2730500"/>
          <p14:tracePt t="51006" x="4692650" y="2719388"/>
          <p14:tracePt t="51013" x="4784725" y="2701925"/>
          <p14:tracePt t="51027" x="4989513" y="2662238"/>
          <p14:tracePt t="51028" x="5040313" y="2662238"/>
          <p14:tracePt t="51041" x="5235575" y="2622550"/>
          <p14:tracePt t="51042" x="5275263" y="2616200"/>
          <p14:tracePt t="51042" x="5292725" y="2611438"/>
          <p14:tracePt t="51047" x="5348288" y="2605088"/>
          <p14:tracePt t="51063" x="5565775" y="2554288"/>
          <p14:tracePt t="51063" x="5594350" y="2554288"/>
          <p14:tracePt t="51064" x="5599113" y="2547938"/>
          <p14:tracePt t="51077" x="5726113" y="2519363"/>
          <p14:tracePt t="51078" x="5748338" y="2514600"/>
          <p14:tracePt t="51089" x="5816600" y="2490788"/>
          <p14:tracePt t="51090" x="5834063" y="2486025"/>
          <p14:tracePt t="51096" x="5862638" y="2474913"/>
          <p14:tracePt t="51103" x="5902325" y="2457450"/>
          <p14:tracePt t="51110" x="5942013" y="2446338"/>
          <p14:tracePt t="51117" x="5981700" y="2428875"/>
          <p14:tracePt t="51124" x="6016625" y="2422525"/>
          <p14:tracePt t="51131" x="6056313" y="2417763"/>
          <p14:tracePt t="51138" x="6089650" y="2411413"/>
          <p14:tracePt t="51145" x="6118225" y="2405063"/>
          <p14:tracePt t="51152" x="6153150" y="2405063"/>
          <p14:tracePt t="51159" x="6181725" y="2405063"/>
          <p14:tracePt t="51166" x="6199188" y="2405063"/>
          <p14:tracePt t="51172" x="6215063" y="2405063"/>
          <p14:tracePt t="51179" x="6227763" y="2411413"/>
          <p14:tracePt t="51186" x="6232525" y="2417763"/>
          <p14:tracePt t="51193" x="6243638" y="2422525"/>
          <p14:tracePt t="51200" x="6249988" y="2439988"/>
          <p14:tracePt t="51207" x="6267450" y="2457450"/>
          <p14:tracePt t="51214" x="6278563" y="2479675"/>
          <p14:tracePt t="51228" x="6313488" y="2543175"/>
          <p14:tracePt t="51229" x="6324600" y="2554288"/>
          <p14:tracePt t="51230" x="6324600" y="2559050"/>
          <p14:tracePt t="51242" x="6369050" y="2616200"/>
          <p14:tracePt t="51257" x="6438900" y="2713038"/>
          <p14:tracePt t="51258" x="6443663" y="2725738"/>
          <p14:tracePt t="51259" x="6450013" y="2730500"/>
          <p14:tracePt t="51270" x="6518275" y="2816225"/>
          <p14:tracePt t="51271" x="6540500" y="2851150"/>
          <p14:tracePt t="51284" x="6643688" y="2963863"/>
          <p14:tracePt t="51285" x="6665913" y="2987675"/>
          <p14:tracePt t="51285" x="6677025" y="2998788"/>
          <p14:tracePt t="51298" x="6797675" y="3113088"/>
          <p14:tracePt t="51299" x="6819900" y="3128963"/>
          <p14:tracePt t="51299" x="6826250" y="3135313"/>
          <p14:tracePt t="51300" x="6837363" y="3152775"/>
          <p14:tracePt t="51311" x="6934200" y="3221038"/>
          <p14:tracePt t="51326" x="7031038" y="3278188"/>
          <p14:tracePt t="51327" x="7037388" y="3278188"/>
          <p14:tracePt t="51332" x="7059613" y="3282950"/>
          <p14:tracePt t="51346" x="7099300" y="3282950"/>
          <p14:tracePt t="51353" x="7116763" y="3282950"/>
          <p14:tracePt t="51367" x="7145338" y="3278188"/>
          <p14:tracePt t="51368" x="7151688" y="3278188"/>
          <p14:tracePt t="51381" x="7167563" y="3267075"/>
          <p14:tracePt t="51395" x="7173913" y="3254375"/>
          <p14:tracePt t="51396" x="7173913" y="3249613"/>
          <p14:tracePt t="51433" x="7167563" y="3249613"/>
          <p14:tracePt t="51434" x="7162800" y="3249613"/>
          <p14:tracePt t="51436" x="7156450" y="3249613"/>
          <p14:tracePt t="51443" x="7127875" y="3249613"/>
          <p14:tracePt t="51458" x="7037388" y="3243263"/>
          <p14:tracePt t="51459" x="7019925" y="3243263"/>
          <p14:tracePt t="51460" x="7013575" y="3243263"/>
          <p14:tracePt t="51460" x="7008813" y="3243263"/>
          <p14:tracePt t="51461" x="6997700" y="3243263"/>
          <p14:tracePt t="51464" x="6985000" y="3243263"/>
          <p14:tracePt t="51479" x="6899275" y="3243263"/>
          <p14:tracePt t="51480" x="6888163" y="3243263"/>
          <p14:tracePt t="51480" x="6883400" y="3243263"/>
          <p14:tracePt t="51485" x="6865938" y="3243263"/>
          <p14:tracePt t="51500" x="6797675" y="3243263"/>
          <p14:tracePt t="51500" x="6786563" y="3238500"/>
          <p14:tracePt t="51506" x="6762750" y="3238500"/>
          <p14:tracePt t="51520" x="6665913" y="3214688"/>
          <p14:tracePt t="51521" x="6654800" y="3214688"/>
          <p14:tracePt t="51534" x="6569075" y="3192463"/>
          <p14:tracePt t="51534" x="6551613" y="3192463"/>
          <p14:tracePt t="51535" x="6540500" y="3186113"/>
          <p14:tracePt t="51536" x="6535738" y="3181350"/>
          <p14:tracePt t="51537" x="6523038" y="3181350"/>
          <p14:tracePt t="51548" x="6438900" y="3152775"/>
          <p14:tracePt t="51549" x="6421438" y="3146425"/>
          <p14:tracePt t="51562" x="6313488" y="3101975"/>
          <p14:tracePt t="51576" x="6175375" y="3016250"/>
          <p14:tracePt t="51577" x="6164263" y="3009900"/>
          <p14:tracePt t="51589" x="6102350" y="2970213"/>
          <p14:tracePt t="51590" x="6089650" y="2963863"/>
          <p14:tracePt t="51603" x="6045200" y="2930525"/>
          <p14:tracePt t="51604" x="6038850" y="2924175"/>
          <p14:tracePt t="51610" x="6021388" y="2919413"/>
          <p14:tracePt t="51624" x="5988050" y="2895600"/>
          <p14:tracePt t="51631" x="5976938" y="2884488"/>
          <p14:tracePt t="51632" x="5970588" y="2884488"/>
          <p14:tracePt t="51632" x="5964238" y="2878138"/>
          <p14:tracePt t="51645" x="5924550" y="2873375"/>
          <p14:tracePt t="51651" x="5902325" y="2867025"/>
          <p14:tracePt t="51666" x="5838825" y="2862263"/>
          <p14:tracePt t="51672" x="5822950" y="2862263"/>
          <p14:tracePt t="51686" x="5794375" y="2862263"/>
          <p14:tracePt t="51693" x="5781675" y="2862263"/>
          <p14:tracePt t="51707" x="5748338" y="2873375"/>
          <p14:tracePt t="51714" x="5730875" y="2878138"/>
          <p14:tracePt t="51728" x="5702300" y="2890838"/>
          <p14:tracePt t="51735" x="5691188" y="2895600"/>
          <p14:tracePt t="51749" x="5656263" y="2895600"/>
          <p14:tracePt t="51750" x="5645150" y="2901950"/>
          <p14:tracePt t="51756" x="5627688" y="2901950"/>
          <p14:tracePt t="51770" x="5583238" y="2901950"/>
          <p14:tracePt t="51777" x="5554663" y="2901950"/>
          <p14:tracePt t="51791" x="5502275" y="2895600"/>
          <p14:tracePt t="51797" x="5486400" y="2890838"/>
          <p14:tracePt t="51812" x="5473700" y="2890838"/>
          <p14:tracePt t="51884" x="5480050" y="2890838"/>
          <p14:tracePt t="51888" x="5486400" y="2890838"/>
          <p14:tracePt t="51892" x="5491163" y="2890838"/>
          <p14:tracePt t="51895" x="5502275" y="2890838"/>
          <p14:tracePt t="51909" x="5548313" y="2895600"/>
          <p14:tracePt t="51910" x="5559425" y="2895600"/>
          <p14:tracePt t="51910" x="5565775" y="2895600"/>
          <p14:tracePt t="51911" x="5572125" y="2895600"/>
          <p14:tracePt t="51912" x="5576888" y="2895600"/>
          <p14:tracePt t="51915" x="5594350" y="2895600"/>
          <p14:tracePt t="51929" x="5726113" y="2884488"/>
          <p14:tracePt t="51930" x="5741988" y="2878138"/>
          <p14:tracePt t="51931" x="5748338" y="2878138"/>
          <p14:tracePt t="51936" x="5799138" y="2873375"/>
          <p14:tracePt t="51944" x="5884863" y="2867025"/>
          <p14:tracePt t="51944" x="5919788" y="2862263"/>
          <p14:tracePt t="51945" x="5924550" y="2862263"/>
          <p14:tracePt t="51950" x="5976938" y="2862263"/>
          <p14:tracePt t="51957" x="6045200" y="2851150"/>
          <p14:tracePt t="51964" x="6118225" y="2851150"/>
          <p14:tracePt t="51971" x="6181725" y="2851150"/>
          <p14:tracePt t="51978" x="6243638" y="2855913"/>
          <p14:tracePt t="51985" x="6313488" y="2867025"/>
          <p14:tracePt t="51992" x="6381750" y="2890838"/>
          <p14:tracePt t="51999" x="6461125" y="2919413"/>
          <p14:tracePt t="52006" x="6529388" y="2941638"/>
          <p14:tracePt t="52013" x="6597650" y="2963863"/>
          <p14:tracePt t="52020" x="6643688" y="2987675"/>
          <p14:tracePt t="52026" x="6683375" y="3003550"/>
          <p14:tracePt t="52033" x="6718300" y="3016250"/>
          <p14:tracePt t="52040" x="6740525" y="3032125"/>
          <p14:tracePt t="52049" x="6773863" y="3060700"/>
          <p14:tracePt t="52066" x="6831013" y="3117850"/>
          <p14:tracePt t="52067" x="6843713" y="3117850"/>
          <p14:tracePt t="52067" x="6843713" y="3124200"/>
          <p14:tracePt t="52068" x="6848475" y="3128963"/>
          <p14:tracePt t="52072" x="6854825" y="3135313"/>
          <p14:tracePt t="52072" x="6859588" y="3141663"/>
          <p14:tracePt t="52076" x="6865938" y="3146425"/>
          <p14:tracePt t="52089" x="6883400" y="3170238"/>
          <p14:tracePt t="52096" x="6883400" y="3175000"/>
          <p14:tracePt t="52110" x="6888163" y="3186113"/>
          <p14:tracePt t="52119" x="6888163" y="3192463"/>
          <p14:tracePt t="52129" x="6888163" y="3198813"/>
          <p14:tracePt t="52132" x="6894513" y="3203575"/>
          <p14:tracePt t="52147" x="6894513" y="3209925"/>
          <p14:tracePt t="52157" x="6894513" y="3214688"/>
          <p14:tracePt t="52172" x="6894513" y="3221038"/>
          <p14:tracePt t="52176" x="6894513" y="3227388"/>
          <p14:tracePt t="52180" x="6888163" y="3227388"/>
          <p14:tracePt t="52186" x="6883400" y="3232150"/>
          <p14:tracePt t="52193" x="6877050" y="3238500"/>
          <p14:tracePt t="52194" x="6865938" y="3243263"/>
          <p14:tracePt t="52200" x="6854825" y="3249613"/>
          <p14:tracePt t="52207" x="6831013" y="3260725"/>
          <p14:tracePt t="52214" x="6802438" y="3271838"/>
          <p14:tracePt t="52221" x="6769100" y="3282950"/>
          <p14:tracePt t="52228" x="6718300" y="3306763"/>
          <p14:tracePt t="52235" x="6654800" y="3324225"/>
          <p14:tracePt t="52242" x="6592888" y="3335338"/>
          <p14:tracePt t="52249" x="6518275" y="3340100"/>
          <p14:tracePt t="52256" x="6438900" y="3352800"/>
          <p14:tracePt t="52257" x="6426200" y="3352800"/>
          <p14:tracePt t="52257" x="6410325" y="3357563"/>
          <p14:tracePt t="52258" x="6397625" y="3357563"/>
          <p14:tracePt t="52263" x="6340475" y="3357563"/>
          <p14:tracePt t="52270" x="6249988" y="3368675"/>
          <p14:tracePt t="52271" x="6215063" y="3375025"/>
          <p14:tracePt t="52276" x="6159500" y="3375025"/>
          <p14:tracePt t="52283" x="6038850" y="3386138"/>
          <p14:tracePt t="52291" x="5895975" y="3397250"/>
          <p14:tracePt t="52297" x="5759450" y="3397250"/>
          <p14:tracePt t="52304" x="5583238" y="3403600"/>
          <p14:tracePt t="52311" x="5440363" y="3408363"/>
          <p14:tracePt t="52319" x="5303838" y="3408363"/>
          <p14:tracePt t="52319" x="5257800" y="3408363"/>
          <p14:tracePt t="52320" x="5240338" y="3408363"/>
          <p14:tracePt t="52325" x="5172075" y="3408363"/>
          <p14:tracePt t="52332" x="5068888" y="3414713"/>
          <p14:tracePt t="52339" x="4989513" y="3414713"/>
          <p14:tracePt t="52346" x="4927600" y="3414713"/>
          <p14:tracePt t="52353" x="4881563" y="3414713"/>
          <p14:tracePt t="52354" x="4870450" y="3414713"/>
          <p14:tracePt t="52360" x="4852988" y="3414713"/>
          <p14:tracePt t="52367" x="4830763" y="3408363"/>
          <p14:tracePt t="52374" x="4824413" y="3408363"/>
          <p14:tracePt t="52518" x="4824413" y="3403600"/>
          <p14:tracePt t="52988" x="4818063" y="3403600"/>
          <p14:tracePt t="52990" x="4813300" y="3403600"/>
          <p14:tracePt t="52993" x="4802188" y="3403600"/>
          <p14:tracePt t="52994" x="4795838" y="3403600"/>
          <p14:tracePt t="52999" x="4778375" y="3414713"/>
          <p14:tracePt t="53006" x="4716463" y="3425825"/>
          <p14:tracePt t="53013" x="4635500" y="3443288"/>
          <p14:tracePt t="53020" x="4527550" y="3471863"/>
          <p14:tracePt t="53027" x="4437063" y="3494088"/>
          <p14:tracePt t="53034" x="4344988" y="3511550"/>
          <p14:tracePt t="53041" x="4237038" y="3529013"/>
          <p14:tracePt t="53047" x="4129088" y="3546475"/>
          <p14:tracePt t="53056" x="4014788" y="3551238"/>
          <p14:tracePt t="53056" x="3990975" y="3551238"/>
          <p14:tracePt t="53057" x="3979863" y="3551238"/>
          <p14:tracePt t="53061" x="3940175" y="3551238"/>
          <p14:tracePt t="53075" x="3810000" y="3529013"/>
          <p14:tracePt t="53076" x="3786188" y="3517900"/>
          <p14:tracePt t="53082" x="3752850" y="3500438"/>
          <p14:tracePt t="53089" x="3717925" y="3443288"/>
          <p14:tracePt t="53096" x="3700463" y="3379788"/>
          <p14:tracePt t="53103" x="3689350" y="3289300"/>
          <p14:tracePt t="53104" x="3689350" y="3271838"/>
          <p14:tracePt t="53104" x="3689350" y="3260725"/>
          <p14:tracePt t="53105" x="3689350" y="3249613"/>
          <p14:tracePt t="53106" x="3689350" y="3232150"/>
          <p14:tracePt t="53110" x="3689350" y="3175000"/>
          <p14:tracePt t="53117" x="3711575" y="3038475"/>
          <p14:tracePt t="53118" x="3724275" y="3021013"/>
          <p14:tracePt t="53118" x="3724275" y="2992438"/>
          <p14:tracePt t="53119" x="3735388" y="2976563"/>
          <p14:tracePt t="53124" x="3763963" y="2884488"/>
          <p14:tracePt t="53131" x="3849688" y="2701925"/>
          <p14:tracePt t="53138" x="3940175" y="2547938"/>
          <p14:tracePt t="53145" x="4025900" y="2439988"/>
          <p14:tracePt t="53152" x="4122738" y="2320925"/>
          <p14:tracePt t="53159" x="4237038" y="2182813"/>
          <p14:tracePt t="53165" x="4322763" y="2081213"/>
          <p14:tracePt t="53172" x="4408488" y="1971675"/>
          <p14:tracePt t="53180" x="4481513" y="1863725"/>
          <p14:tracePt t="53186" x="4562475" y="1749425"/>
          <p14:tracePt t="53193" x="4619625" y="1652588"/>
          <p14:tracePt t="53200" x="4664075" y="1555750"/>
          <p14:tracePt t="53201" x="4681538" y="1533525"/>
          <p14:tracePt t="53202" x="4681538" y="1527175"/>
          <p14:tracePt t="53207" x="4705350" y="1482725"/>
          <p14:tracePt t="53208" x="4721225" y="1458913"/>
          <p14:tracePt t="53209" x="4721225" y="1447800"/>
          <p14:tracePt t="53214" x="4749800" y="1401763"/>
          <p14:tracePt t="53221" x="4778375" y="1339850"/>
          <p14:tracePt t="53228" x="4806950" y="1276350"/>
          <p14:tracePt t="53235" x="4835525" y="1231900"/>
          <p14:tracePt t="53242" x="4859338" y="1179513"/>
          <p14:tracePt t="53243" x="4864100" y="1174750"/>
          <p14:tracePt t="53243" x="4864100" y="1168400"/>
          <p14:tracePt t="53244" x="4870450" y="1168400"/>
          <p14:tracePt t="53249" x="4881563" y="1139825"/>
          <p14:tracePt t="53256" x="4910138" y="1106488"/>
          <p14:tracePt t="53263" x="4932363" y="1077913"/>
          <p14:tracePt t="53270" x="4956175" y="1054100"/>
          <p14:tracePt t="53277" x="4978400" y="1031875"/>
          <p14:tracePt t="53284" x="5000625" y="1009650"/>
          <p14:tracePt t="53291" x="5024438" y="992188"/>
          <p14:tracePt t="53297" x="5040313" y="968375"/>
          <p14:tracePt t="53304" x="5057775" y="952500"/>
          <p14:tracePt t="53311" x="5075238" y="935038"/>
          <p14:tracePt t="53318" x="5086350" y="912813"/>
          <p14:tracePt t="53325" x="5103813" y="889000"/>
          <p14:tracePt t="53332" x="5121275" y="871538"/>
          <p14:tracePt t="53333" x="5126038" y="866775"/>
          <p14:tracePt t="53334" x="5132388" y="860425"/>
          <p14:tracePt t="53339" x="5143500" y="849313"/>
          <p14:tracePt t="53346" x="5165725" y="827088"/>
          <p14:tracePt t="53353" x="5200650" y="809625"/>
          <p14:tracePt t="53354" x="5211763" y="798513"/>
          <p14:tracePt t="53360" x="5235575" y="787400"/>
          <p14:tracePt t="53367" x="5268913" y="774700"/>
          <p14:tracePt t="53374" x="5303838" y="758825"/>
          <p14:tracePt t="53381" x="5332413" y="746125"/>
          <p14:tracePt t="53388" x="5354638" y="741363"/>
          <p14:tracePt t="53395" x="5376863" y="730250"/>
          <p14:tracePt t="53402" x="5389563" y="723900"/>
          <p14:tracePt t="53408" x="5400675" y="717550"/>
          <p14:tracePt t="53416" x="5422900" y="712788"/>
          <p14:tracePt t="53422" x="5445125" y="695325"/>
          <p14:tracePt t="53429" x="5473700" y="677863"/>
          <p14:tracePt t="53436" x="5508625" y="661988"/>
          <p14:tracePt t="53443" x="5548313" y="633413"/>
          <p14:tracePt t="53450" x="5588000" y="604838"/>
          <p14:tracePt t="53457" x="5622925" y="569913"/>
          <p14:tracePt t="53464" x="5668963" y="523875"/>
          <p14:tracePt t="53471" x="5719763" y="466725"/>
          <p14:tracePt t="53478" x="5765800" y="422275"/>
          <p14:tracePt t="53485" x="5816600" y="358775"/>
          <p14:tracePt t="53492" x="5873750" y="296863"/>
          <p14:tracePt t="53499" x="5913438" y="250825"/>
          <p14:tracePt t="53506" x="5953125" y="188913"/>
          <p14:tracePt t="53507" x="5976938" y="171450"/>
          <p14:tracePt t="53513" x="6005513" y="125413"/>
          <p14:tracePt t="53520" x="6045200" y="74613"/>
          <p14:tracePt t="53527" x="6084888" y="6350"/>
          <p14:tracePt t="54066" x="6335713" y="6350"/>
          <p14:tracePt t="54066" x="6335713" y="17463"/>
          <p14:tracePt t="54066" x="6335713" y="22225"/>
          <p14:tracePt t="54066" x="6335713" y="68263"/>
          <p14:tracePt t="54066" x="6335713" y="114300"/>
          <p14:tracePt t="54066" x="6335713" y="204788"/>
          <p14:tracePt t="54066" x="6335713" y="279400"/>
          <p14:tracePt t="54066" x="6335713" y="325438"/>
          <p14:tracePt t="54066" x="6335713" y="354013"/>
          <p14:tracePt t="54066" x="6335713" y="376238"/>
          <p14:tracePt t="54066" x="6335713" y="382588"/>
          <p14:tracePt t="54066" x="6335713" y="387350"/>
          <p14:tracePt t="54066" x="6335713" y="393700"/>
          <p14:tracePt t="54066" x="6335713" y="387350"/>
          <p14:tracePt t="54066" x="6335713" y="382588"/>
          <p14:tracePt t="54066" x="6335713" y="369888"/>
          <p14:tracePt t="54066" x="6335713" y="358775"/>
          <p14:tracePt t="54066" x="6340475" y="341313"/>
          <p14:tracePt t="54066" x="6346825" y="314325"/>
          <p14:tracePt t="54066" x="6346825" y="296863"/>
          <p14:tracePt t="54066" x="6346825" y="273050"/>
          <p14:tracePt t="54066" x="6346825" y="244475"/>
          <p14:tracePt t="54066" x="6353175" y="222250"/>
          <p14:tracePt t="54066" x="6353175" y="193675"/>
          <p14:tracePt t="54066" x="6353175" y="176213"/>
          <p14:tracePt t="54066" x="6353175" y="165100"/>
          <p14:tracePt t="54066" x="6353175" y="153988"/>
          <p14:tracePt t="54066" x="6353175" y="136525"/>
          <p14:tracePt t="54066" x="6353175" y="119063"/>
          <p14:tracePt t="54066" x="6353175" y="103188"/>
          <p14:tracePt t="54066" x="6346825" y="85725"/>
          <p14:tracePt t="54066" x="6346825" y="74613"/>
          <p14:tracePt t="54066" x="6340475" y="50800"/>
          <p14:tracePt t="54066" x="6340475" y="46038"/>
          <p14:tracePt t="54066" x="6340475" y="22225"/>
          <p14:tracePt t="54066" x="6340475" y="11113"/>
        </p14:tracePtLst>
      </p14:laserTraceLst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ABB56E-6E22-243A-97D9-AC932BA08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1F93E4-E126-FDA2-A01A-946E4CDBD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dirty="0"/>
              <a:t>Desafios do Modelo </a:t>
            </a:r>
            <a:r>
              <a:rPr lang="pt-BR" dirty="0" err="1"/>
              <a:t>Squad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9D756CB-807A-7E05-91D9-5E67995363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18883" y="1706880"/>
            <a:ext cx="9412033" cy="4465320"/>
          </a:xfrm>
        </p:spPr>
        <p:txBody>
          <a:bodyPr rtlCol="0"/>
          <a:lstStyle/>
          <a:p>
            <a:pPr rtl="0"/>
            <a:r>
              <a:rPr lang="pt-br" dirty="0"/>
              <a:t>Benefícios para o </a:t>
            </a:r>
            <a:r>
              <a:rPr lang="pt-br" dirty="0" err="1"/>
              <a:t>Spotify</a:t>
            </a:r>
            <a:endParaRPr lang="pt-br" dirty="0"/>
          </a:p>
          <a:p>
            <a:pPr rtl="0"/>
            <a:r>
              <a:rPr lang="pt-br" dirty="0"/>
              <a:t>Desafios</a:t>
            </a:r>
          </a:p>
          <a:p>
            <a:pPr rtl="0"/>
            <a:r>
              <a:rPr lang="pt-br" dirty="0"/>
              <a:t>Conclusão</a:t>
            </a:r>
          </a:p>
        </p:txBody>
      </p:sp>
      <p:pic>
        <p:nvPicPr>
          <p:cNvPr id="16" name="Áudio 15">
            <a:hlinkClick r:id="" action="ppaction://media"/>
            <a:extLst>
              <a:ext uri="{FF2B5EF4-FFF2-40B4-BE49-F238E27FC236}">
                <a16:creationId xmlns:a16="http://schemas.microsoft.com/office/drawing/2014/main" id="{DC4EFB03-5742-667A-B26F-C22DB74A8A2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118750" t="-118750" r="-118750" b="-118750"/>
          <a:stretch>
            <a:fillRect/>
          </a:stretch>
        </p:blipFill>
        <p:spPr>
          <a:xfrm>
            <a:off x="10049129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1380305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82981">
        <p:fade/>
      </p:transition>
    </mc:Choice>
    <mc:Fallback>
      <p:transition spd="med" advTm="82981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6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ABB56E-6E22-243A-97D9-AC932BA08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1F93E4-E126-FDA2-A01A-946E4CDBD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dirty="0"/>
              <a:t>Metodologia </a:t>
            </a:r>
            <a:r>
              <a:rPr lang="pt-BR" dirty="0" err="1"/>
              <a:t>Agéis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9D756CB-807A-7E05-91D9-5E67995363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18883" y="1706880"/>
            <a:ext cx="9412033" cy="4465320"/>
          </a:xfrm>
        </p:spPr>
        <p:txBody>
          <a:bodyPr rtlCol="0"/>
          <a:lstStyle/>
          <a:p>
            <a:pPr rtl="0"/>
            <a:r>
              <a:rPr lang="pt-br" dirty="0"/>
              <a:t>Scrum Master</a:t>
            </a:r>
          </a:p>
          <a:p>
            <a:pPr rtl="0"/>
            <a:r>
              <a:rPr lang="pt-BR" dirty="0" err="1"/>
              <a:t>Product</a:t>
            </a:r>
            <a:r>
              <a:rPr lang="pt-BR" dirty="0"/>
              <a:t> </a:t>
            </a:r>
            <a:r>
              <a:rPr lang="pt-BR" dirty="0" err="1"/>
              <a:t>Owner</a:t>
            </a:r>
            <a:endParaRPr lang="pt-BR" dirty="0"/>
          </a:p>
          <a:p>
            <a:pPr rtl="0"/>
            <a:r>
              <a:rPr lang="pt-BR" dirty="0"/>
              <a:t>Stakeholders</a:t>
            </a:r>
          </a:p>
          <a:p>
            <a:pPr rtl="0"/>
            <a:r>
              <a:rPr lang="pt-BR" dirty="0"/>
              <a:t>Scrum e </a:t>
            </a:r>
            <a:r>
              <a:rPr lang="pt-BR" dirty="0" err="1"/>
              <a:t>Kanban</a:t>
            </a:r>
            <a:endParaRPr lang="pt-br" dirty="0"/>
          </a:p>
          <a:p>
            <a:pPr rtl="0"/>
            <a:endParaRPr lang="pt-br" dirty="0"/>
          </a:p>
        </p:txBody>
      </p:sp>
      <p:pic>
        <p:nvPicPr>
          <p:cNvPr id="6" name="Áudio 5">
            <a:hlinkClick r:id="" action="ppaction://media"/>
            <a:extLst>
              <a:ext uri="{FF2B5EF4-FFF2-40B4-BE49-F238E27FC236}">
                <a16:creationId xmlns:a16="http://schemas.microsoft.com/office/drawing/2014/main" id="{94D3AE10-66E2-EBBB-FF75-E26637CFB2A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118750" t="-118750" r="-118750" b="-118750"/>
          <a:stretch>
            <a:fillRect/>
          </a:stretch>
        </p:blipFill>
        <p:spPr>
          <a:xfrm>
            <a:off x="10049129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6112048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256566">
        <p:fade/>
      </p:transition>
    </mc:Choice>
    <mc:Fallback>
      <p:transition spd="med" advTm="256566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1138127" y="188640"/>
            <a:ext cx="8938472" cy="1507231"/>
          </a:xfrm>
        </p:spPr>
        <p:txBody>
          <a:bodyPr rtlCol="0">
            <a:normAutofit fontScale="90000"/>
          </a:bodyPr>
          <a:lstStyle/>
          <a:p>
            <a:pPr rtl="0"/>
            <a:r>
              <a:rPr lang="pt-BR" dirty="0"/>
              <a:t>B</a:t>
            </a:r>
            <a:r>
              <a:rPr lang="pt-br" dirty="0"/>
              <a:t>ibliografias</a:t>
            </a:r>
            <a:br>
              <a:rPr lang="pt-br" dirty="0"/>
            </a:br>
            <a:endParaRPr lang="pt-br" dirty="0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idx="1"/>
          </p:nvPr>
        </p:nvSpPr>
        <p:spPr>
          <a:xfrm>
            <a:off x="909836" y="1124744"/>
            <a:ext cx="11017224" cy="1224136"/>
          </a:xfrm>
        </p:spPr>
        <p:txBody>
          <a:bodyPr rtlCol="0">
            <a:normAutofit/>
          </a:bodyPr>
          <a:lstStyle/>
          <a:p>
            <a:pPr rtl="0"/>
            <a:r>
              <a:rPr lang="en-US" sz="1600" dirty="0">
                <a:hlinkClick r:id="rId2"/>
              </a:rPr>
              <a:t>https://g4educacao.com/blog/modelo-spotify-squads</a:t>
            </a:r>
            <a:endParaRPr lang="en-US" sz="1600" dirty="0"/>
          </a:p>
          <a:p>
            <a:pPr rtl="0"/>
            <a:r>
              <a:rPr lang="en-US" sz="1600" dirty="0">
                <a:hlinkClick r:id="rId3"/>
              </a:rPr>
              <a:t>https://www.qulture.rocks/blog/como-a-spotify-organiza-seus-times-de-produto</a:t>
            </a:r>
            <a:endParaRPr lang="en-US" sz="1600" dirty="0"/>
          </a:p>
          <a:p>
            <a:pPr rtl="0"/>
            <a:r>
              <a:rPr lang="en-US" sz="1600" dirty="0">
                <a:hlinkClick r:id="rId4"/>
              </a:rPr>
              <a:t>https://jornaldigital.recife.br/2023/05/17/como-a-tecnologia-e-a-pirataria-mudaram-a-industria-da-musica/</a:t>
            </a:r>
            <a:endParaRPr lang="en-US" sz="1600" dirty="0"/>
          </a:p>
          <a:p>
            <a:pPr rtl="0"/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4264977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cnologia 16x9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>
    <a:spDef>
      <a:spPr/>
      <a:bodyPr rtlCol="0" anchor="ctr"/>
      <a:lstStyle>
        <a:defPPr algn="ctr">
          <a:defRPr sz="28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80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_9533214_TF02787990" id="{E2EB6F66-559D-4935-B0FE-CC1100470BBA}" vid="{EDFAEEEF-A820-4D8D-8A70-9CA9D460C139}"/>
    </a:ext>
  </a:extLst>
</a:theme>
</file>

<file path=ppt/theme/theme2.xml><?xml version="1.0" encoding="utf-8"?>
<a:theme xmlns:a="http://schemas.openxmlformats.org/drawingml/2006/main" name="Tema do Offic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e26b358-56f2-463a-89a9-fe201756bee8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4D641A7A2C16343A312FFC1FEBA0AF1" ma:contentTypeVersion="18" ma:contentTypeDescription="Crie um novo documento." ma:contentTypeScope="" ma:versionID="6faf72594c4e1e246f2090fb40c133be">
  <xsd:schema xmlns:xsd="http://www.w3.org/2001/XMLSchema" xmlns:xs="http://www.w3.org/2001/XMLSchema" xmlns:p="http://schemas.microsoft.com/office/2006/metadata/properties" xmlns:ns3="be26b358-56f2-463a-89a9-fe201756bee8" xmlns:ns4="d404717b-d8ed-496c-9653-7b0d986814f9" targetNamespace="http://schemas.microsoft.com/office/2006/metadata/properties" ma:root="true" ma:fieldsID="0afe1a238c638da0934128537af8871d" ns3:_="" ns4:_="">
    <xsd:import namespace="be26b358-56f2-463a-89a9-fe201756bee8"/>
    <xsd:import namespace="d404717b-d8ed-496c-9653-7b0d986814f9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LengthInSeconds" minOccurs="0"/>
                <xsd:element ref="ns3:_activity" minOccurs="0"/>
                <xsd:element ref="ns3:MediaServiceObjectDetectorVersions" minOccurs="0"/>
                <xsd:element ref="ns3:MediaServiceLocation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6b358-56f2-463a-89a9-fe201756bee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21" nillable="true" ma:displayName="_activity" ma:hidden="true" ma:internalName="_activity">
      <xsd:simpleType>
        <xsd:restriction base="dms:Note"/>
      </xsd:simple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404717b-d8ed-496c-9653-7b0d986814f9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Hash de Dica de Compartilhamento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0C67BEE-D13F-4BD2-98A5-34D8A0977F68}">
  <ds:schemaRefs>
    <ds:schemaRef ds:uri="http://schemas.microsoft.com/office/2006/documentManagement/types"/>
    <ds:schemaRef ds:uri="http://purl.org/dc/elements/1.1/"/>
    <ds:schemaRef ds:uri="http://purl.org/dc/dcmitype/"/>
    <ds:schemaRef ds:uri="http://schemas.microsoft.com/office/2006/metadata/properties"/>
    <ds:schemaRef ds:uri="be26b358-56f2-463a-89a9-fe201756bee8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d404717b-d8ed-496c-9653-7b0d986814f9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898DD254-23BB-4410-A856-F1D5D81EF8F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e26b358-56f2-463a-89a9-fe201756bee8"/>
    <ds:schemaRef ds:uri="d404717b-d8ed-496c-9653-7b0d986814f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43EFFCC-D548-4ED3-845E-BCB6A9D3E49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Apresentação com linhas de circuito triplas (widescreen)</Template>
  <TotalTime>98</TotalTime>
  <Words>177</Words>
  <Application>Microsoft Office PowerPoint</Application>
  <PresentationFormat>Personalizar</PresentationFormat>
  <Paragraphs>42</Paragraphs>
  <Slides>9</Slides>
  <Notes>3</Notes>
  <HiddenSlides>0</HiddenSlides>
  <MMClips>5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2" baseType="lpstr">
      <vt:lpstr>Arial</vt:lpstr>
      <vt:lpstr>Calibri</vt:lpstr>
      <vt:lpstr>Tecnologia 16x9</vt:lpstr>
      <vt:lpstr>3ECR – Engenharia de computação Disciplina - Engenharia de software</vt:lpstr>
      <vt:lpstr>SPOTIFY – História </vt:lpstr>
      <vt:lpstr>Graficos: </vt:lpstr>
      <vt:lpstr>Spotify Squad</vt:lpstr>
      <vt:lpstr>Estrutura de modelo de Squad</vt:lpstr>
      <vt:lpstr>Tecnicas Spotify -  </vt:lpstr>
      <vt:lpstr>Desafios do Modelo Squad</vt:lpstr>
      <vt:lpstr>Metodologia Agéis</vt:lpstr>
      <vt:lpstr>Bibliografias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Guilherme Macario</dc:creator>
  <cp:lastModifiedBy>Guilherme Macario</cp:lastModifiedBy>
  <cp:revision>2</cp:revision>
  <dcterms:created xsi:type="dcterms:W3CDTF">2024-10-28T19:33:16Z</dcterms:created>
  <dcterms:modified xsi:type="dcterms:W3CDTF">2024-10-28T21:11:29Z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0x010100F4D641A7A2C16343A312FFC1FEBA0AF1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</Properties>
</file>