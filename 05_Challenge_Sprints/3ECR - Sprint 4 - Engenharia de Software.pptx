
<file path=[Content_Types].xml><?xml version="1.0" encoding="utf-8"?>
<Types xmlns="http://schemas.openxmlformats.org/package/2006/content-types">
  <Default Extension="jpeg" ContentType="image/jpeg"/>
  <Default Extension="m4a" ContentType="audi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1"/>
  </p:notesMasterIdLst>
  <p:handoutMasterIdLst>
    <p:handoutMasterId r:id="rId12"/>
  </p:handoutMasterIdLst>
  <p:sldIdLst>
    <p:sldId id="257" r:id="rId5"/>
    <p:sldId id="268" r:id="rId6"/>
    <p:sldId id="272" r:id="rId7"/>
    <p:sldId id="267" r:id="rId8"/>
    <p:sldId id="273" r:id="rId9"/>
    <p:sldId id="259" r:id="rId10"/>
  </p:sldIdLst>
  <p:sldSz cx="12188825" cy="6858000"/>
  <p:notesSz cx="6858000" cy="9144000"/>
  <p:defaultTextStyle>
    <a:defPPr rtl="0">
      <a:defRPr lang="pt-br"/>
    </a:defPPr>
    <a:lvl1pPr marL="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5" pos="383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94404"/>
    <a:srgbClr val="5F6F0F"/>
    <a:srgbClr val="718412"/>
    <a:srgbClr val="65741A"/>
    <a:srgbClr val="70811D"/>
    <a:srgbClr val="7B8D1F"/>
    <a:srgbClr val="839721"/>
    <a:srgbClr val="95AB25"/>
    <a:srgbClr val="BC5500"/>
    <a:srgbClr val="C45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6D492A5-9B28-4A5D-ACBA-F8CB42E1700A}" v="12" dt="2024-11-01T22:40:18.87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4" autoAdjust="0"/>
    <p:restoredTop sz="94660"/>
  </p:normalViewPr>
  <p:slideViewPr>
    <p:cSldViewPr>
      <p:cViewPr varScale="1">
        <p:scale>
          <a:sx n="159" d="100"/>
          <a:sy n="159" d="100"/>
        </p:scale>
        <p:origin x="306" y="126"/>
      </p:cViewPr>
      <p:guideLst>
        <p:guide orient="horz" pos="2160"/>
        <p:guide pos="3839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63" d="100"/>
          <a:sy n="63" d="100"/>
        </p:scale>
        <p:origin x="2838" y="10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handoutMaster" Target="handoutMasters/handoutMaster1.xml"/><Relationship Id="rId17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0">
              <a:defRPr sz="1200"/>
            </a:lvl1pPr>
          </a:lstStyle>
          <a:p>
            <a:pPr rtl="0"/>
            <a:endParaRPr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0">
              <a:defRPr sz="1200"/>
            </a:lvl1pPr>
          </a:lstStyle>
          <a:p>
            <a:pPr rtl="0"/>
            <a:r>
              <a:rPr lang="en-US"/>
              <a:t>01/08/2016</a:t>
            </a:r>
            <a:endParaRPr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0">
              <a:defRPr sz="1200"/>
            </a:lvl1pPr>
          </a:lstStyle>
          <a:p>
            <a:pPr rtl="0"/>
            <a:endParaRPr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0">
              <a:defRPr sz="1200"/>
            </a:lvl1pPr>
          </a:lstStyle>
          <a:p>
            <a:pPr rtl="0"/>
            <a:fld id="{79429053-DC2A-4342-ADD4-2FD729D91E2C}" type="slidenum">
              <a:r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3204575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0">
              <a:defRPr sz="1200"/>
            </a:lvl1pPr>
          </a:lstStyle>
          <a:p>
            <a:pPr rtl="0"/>
            <a:endParaRPr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0">
              <a:defRPr sz="1200"/>
            </a:lvl1pPr>
          </a:lstStyle>
          <a:p>
            <a:pPr rtl="0"/>
            <a:r>
              <a:rPr lang="en-US"/>
              <a:t>01/08/2016</a:t>
            </a:r>
            <a:endParaRPr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t>Clique para editar o texto Mestre</a:t>
            </a:r>
          </a:p>
          <a:p>
            <a:pPr lvl="1" rtl="0"/>
            <a:r>
              <a:t>Segundo nível</a:t>
            </a:r>
          </a:p>
          <a:p>
            <a:pPr lvl="2" rtl="0"/>
            <a:r>
              <a:t>Terceiro nível</a:t>
            </a:r>
          </a:p>
          <a:p>
            <a:pPr lvl="3" rtl="0"/>
            <a:r>
              <a:t>Quarto nível</a:t>
            </a:r>
          </a:p>
          <a:p>
            <a:pPr lvl="4" rtl="0"/>
            <a:r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0">
              <a:defRPr sz="1200"/>
            </a:lvl1pPr>
          </a:lstStyle>
          <a:p>
            <a:pPr rtl="0"/>
            <a:endParaRPr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0">
              <a:defRPr sz="1200"/>
            </a:lvl1pPr>
          </a:lstStyle>
          <a:p>
            <a:pPr rtl="0"/>
            <a:fld id="{3EBA5BD7-F043-4D1B-AA17-CD412FC534DE}" type="slidenum">
              <a:r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67057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diagonais"/>
          <p:cNvGrpSpPr/>
          <p:nvPr/>
        </p:nvGrpSpPr>
        <p:grpSpPr>
          <a:xfrm>
            <a:off x="7516443" y="4145281"/>
            <a:ext cx="4686117" cy="2731407"/>
            <a:chOff x="5638800" y="3108960"/>
            <a:chExt cx="3515503" cy="2048555"/>
          </a:xfrm>
        </p:grpSpPr>
        <p:cxnSp>
          <p:nvCxnSpPr>
            <p:cNvPr id="14" name="Conector Reto 13"/>
            <p:cNvCxnSpPr/>
            <p:nvPr/>
          </p:nvCxnSpPr>
          <p:spPr>
            <a:xfrm flipV="1">
              <a:off x="5638800" y="3108960"/>
              <a:ext cx="3515503" cy="2037116"/>
            </a:xfrm>
            <a:prstGeom prst="line">
              <a:avLst/>
            </a:pr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7" name="Conector Reto 16"/>
            <p:cNvCxnSpPr/>
            <p:nvPr/>
          </p:nvCxnSpPr>
          <p:spPr>
            <a:xfrm flipV="1">
              <a:off x="6004643" y="3333750"/>
              <a:ext cx="3149660" cy="1823765"/>
            </a:xfrm>
            <a:prstGeom prst="line">
              <a:avLst/>
            </a:pr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9" name="Conector Reto 18"/>
            <p:cNvCxnSpPr/>
            <p:nvPr/>
          </p:nvCxnSpPr>
          <p:spPr>
            <a:xfrm flipV="1">
              <a:off x="6388342" y="3549891"/>
              <a:ext cx="2765961" cy="1600149"/>
            </a:xfrm>
            <a:prstGeom prst="line">
              <a:avLst/>
            </a:pr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12" name="linhas inferiores"/>
          <p:cNvGrpSpPr/>
          <p:nvPr/>
        </p:nvGrpSpPr>
        <p:grpSpPr>
          <a:xfrm>
            <a:off x="-8916" y="6057149"/>
            <a:ext cx="5498726" cy="820207"/>
            <a:chOff x="-6689" y="4553748"/>
            <a:chExt cx="4125119" cy="615155"/>
          </a:xfrm>
        </p:grpSpPr>
        <p:sp>
          <p:nvSpPr>
            <p:cNvPr id="9" name="Forma Livre 8"/>
            <p:cNvSpPr/>
            <p:nvPr/>
          </p:nvSpPr>
          <p:spPr>
            <a:xfrm rot="16200000">
              <a:off x="1754302" y="2802395"/>
              <a:ext cx="612775" cy="411548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4115481 h 4115481"/>
                <a:gd name="connsiteX1" fmla="*/ 612775 w 612775"/>
                <a:gd name="connsiteY1" fmla="*/ 3180443 h 4115481"/>
                <a:gd name="connsiteX2" fmla="*/ 612775 w 612775"/>
                <a:gd name="connsiteY2" fmla="*/ 0 h 4115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12775" h="4115481">
                  <a:moveTo>
                    <a:pt x="0" y="4115481"/>
                  </a:moveTo>
                  <a:lnTo>
                    <a:pt x="612775" y="3180443"/>
                  </a:lnTo>
                  <a:lnTo>
                    <a:pt x="612775" y="0"/>
                  </a:lnTo>
                </a:path>
              </a:pathLst>
            </a:cu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 rtl="0"/>
              <a:endParaRPr/>
            </a:p>
          </p:txBody>
        </p:sp>
        <p:sp>
          <p:nvSpPr>
            <p:cNvPr id="10" name="Forma Livre 9"/>
            <p:cNvSpPr/>
            <p:nvPr/>
          </p:nvSpPr>
          <p:spPr>
            <a:xfrm rot="16200000">
              <a:off x="1604659" y="3152814"/>
              <a:ext cx="410751" cy="3621427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202024 w 612775"/>
                <a:gd name="connsiteY1" fmla="*/ 3607676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10751 w 410751"/>
                <a:gd name="connsiteY2" fmla="*/ 0 h 3607676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09575 w 410751"/>
                <a:gd name="connsiteY2" fmla="*/ 185820 h 3607676"/>
                <a:gd name="connsiteX3" fmla="*/ 410751 w 410751"/>
                <a:gd name="connsiteY3" fmla="*/ 0 h 3607676"/>
                <a:gd name="connsiteX0" fmla="*/ 0 w 410751"/>
                <a:gd name="connsiteY0" fmla="*/ 3421856 h 3421856"/>
                <a:gd name="connsiteX1" fmla="*/ 410751 w 410751"/>
                <a:gd name="connsiteY1" fmla="*/ 2798680 h 3421856"/>
                <a:gd name="connsiteX2" fmla="*/ 409575 w 410751"/>
                <a:gd name="connsiteY2" fmla="*/ 0 h 3421856"/>
                <a:gd name="connsiteX0" fmla="*/ 0 w 410751"/>
                <a:gd name="connsiteY0" fmla="*/ 3614170 h 3614170"/>
                <a:gd name="connsiteX1" fmla="*/ 410751 w 410751"/>
                <a:gd name="connsiteY1" fmla="*/ 2990994 h 3614170"/>
                <a:gd name="connsiteX2" fmla="*/ 405947 w 410751"/>
                <a:gd name="connsiteY2" fmla="*/ 0 h 3614170"/>
                <a:gd name="connsiteX0" fmla="*/ 0 w 410751"/>
                <a:gd name="connsiteY0" fmla="*/ 3621427 h 3621427"/>
                <a:gd name="connsiteX1" fmla="*/ 410751 w 410751"/>
                <a:gd name="connsiteY1" fmla="*/ 2998251 h 3621427"/>
                <a:gd name="connsiteX2" fmla="*/ 405947 w 410751"/>
                <a:gd name="connsiteY2" fmla="*/ 0 h 3621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0751" h="3621427">
                  <a:moveTo>
                    <a:pt x="0" y="3621427"/>
                  </a:moveTo>
                  <a:lnTo>
                    <a:pt x="410751" y="2998251"/>
                  </a:lnTo>
                  <a:cubicBezTo>
                    <a:pt x="410359" y="2065358"/>
                    <a:pt x="406339" y="932893"/>
                    <a:pt x="405947" y="0"/>
                  </a:cubicBezTo>
                </a:path>
              </a:pathLst>
            </a:cu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 rtl="0"/>
              <a:endParaRPr/>
            </a:p>
          </p:txBody>
        </p:sp>
        <p:sp>
          <p:nvSpPr>
            <p:cNvPr id="11" name="Forma Livre 10"/>
            <p:cNvSpPr/>
            <p:nvPr/>
          </p:nvSpPr>
          <p:spPr>
            <a:xfrm rot="16200000">
              <a:off x="1462308" y="3453376"/>
              <a:ext cx="241768" cy="317976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373856 w 612775"/>
                <a:gd name="connsiteY1" fmla="*/ 3344891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919 w 238919"/>
                <a:gd name="connsiteY2" fmla="*/ 0 h 3344891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125 w 238919"/>
                <a:gd name="connsiteY2" fmla="*/ 368330 h 3344891"/>
                <a:gd name="connsiteX3" fmla="*/ 238919 w 238919"/>
                <a:gd name="connsiteY3" fmla="*/ 0 h 3344891"/>
                <a:gd name="connsiteX0" fmla="*/ 0 w 238919"/>
                <a:gd name="connsiteY0" fmla="*/ 2976561 h 2976561"/>
                <a:gd name="connsiteX1" fmla="*/ 238919 w 238919"/>
                <a:gd name="connsiteY1" fmla="*/ 2616170 h 2976561"/>
                <a:gd name="connsiteX2" fmla="*/ 238125 w 238919"/>
                <a:gd name="connsiteY2" fmla="*/ 0 h 2976561"/>
                <a:gd name="connsiteX0" fmla="*/ 0 w 241768"/>
                <a:gd name="connsiteY0" fmla="*/ 3179761 h 3179761"/>
                <a:gd name="connsiteX1" fmla="*/ 238919 w 241768"/>
                <a:gd name="connsiteY1" fmla="*/ 2819370 h 3179761"/>
                <a:gd name="connsiteX2" fmla="*/ 241754 w 241768"/>
                <a:gd name="connsiteY2" fmla="*/ 0 h 3179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41768" h="3179761">
                  <a:moveTo>
                    <a:pt x="0" y="3179761"/>
                  </a:moveTo>
                  <a:lnTo>
                    <a:pt x="238919" y="2819370"/>
                  </a:lnTo>
                  <a:cubicBezTo>
                    <a:pt x="238654" y="1947313"/>
                    <a:pt x="242019" y="872057"/>
                    <a:pt x="241754" y="0"/>
                  </a:cubicBezTo>
                </a:path>
              </a:pathLst>
            </a:cu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 rtl="0"/>
              <a:endParaRPr/>
            </a:p>
          </p:txBody>
        </p:sp>
      </p:grpSp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625176" y="584200"/>
            <a:ext cx="8735325" cy="2000251"/>
          </a:xfrm>
        </p:spPr>
        <p:txBody>
          <a:bodyPr rtlCol="0">
            <a:normAutofit/>
          </a:bodyPr>
          <a:lstStyle>
            <a:lvl1pPr algn="l" rtl="0">
              <a:defRPr sz="5400"/>
            </a:lvl1pPr>
          </a:lstStyle>
          <a:p>
            <a:pPr rtl="0"/>
            <a:r>
              <a:rPr lang="pt-BR"/>
              <a:t>Clique para editar o título Mestre</a:t>
            </a:r>
            <a:endParaRPr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625176" y="2616200"/>
            <a:ext cx="8735325" cy="1752600"/>
          </a:xfrm>
        </p:spPr>
        <p:txBody>
          <a:bodyPr rtlCol="0">
            <a:normAutofit/>
          </a:bodyPr>
          <a:lstStyle>
            <a:lvl1pPr marL="0" indent="0" algn="l" rtl="0">
              <a:spcBef>
                <a:spcPts val="0"/>
              </a:spcBef>
              <a:buNone/>
              <a:defRPr sz="2800" cap="all" spc="200" baseline="0">
                <a:solidFill>
                  <a:schemeClr val="accent1"/>
                </a:solidFill>
              </a:defRPr>
            </a:lvl1pPr>
            <a:lvl2pPr marL="609493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rtl="0"/>
            <a:r>
              <a:rPr lang="pt-BR"/>
              <a:t>Clique para editar o estilo do subtítulo Mestre</a:t>
            </a:r>
            <a:endParaRPr/>
          </a:p>
        </p:txBody>
      </p:sp>
      <p:sp>
        <p:nvSpPr>
          <p:cNvPr id="22" name="Espaço Reservado para Data 2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01/08/2016</a:t>
            </a:r>
            <a:endParaRPr/>
          </a:p>
        </p:txBody>
      </p:sp>
      <p:sp>
        <p:nvSpPr>
          <p:cNvPr id="23" name="Espaço Reservado para Rodapé 2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/>
          </a:p>
        </p:txBody>
      </p:sp>
      <p:sp>
        <p:nvSpPr>
          <p:cNvPr id="24" name="Espaço Reservado para o Número do Slide 2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474885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BR"/>
              <a:t>Clique para editar o título Mestre</a:t>
            </a:r>
            <a:endParaRPr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 rtlCol="0"/>
          <a:lstStyle>
            <a:lvl5pPr algn="l" rtl="0">
              <a:defRPr/>
            </a:lvl5pPr>
            <a:lvl6pPr algn="l" rtl="0">
              <a:defRPr/>
            </a:lvl6pPr>
            <a:lvl7pPr algn="l" rtl="0">
              <a:defRPr/>
            </a:lvl7pPr>
            <a:lvl8pPr algn="l" rtl="0">
              <a:defRPr/>
            </a:lvl8pPr>
            <a:lvl9pPr algn="l" rtl="0">
              <a:defRPr/>
            </a:lvl9pPr>
          </a:lstStyle>
          <a:p>
            <a:pPr lvl="0" rtl="0"/>
            <a:r>
              <a:rPr lang="pt-BR"/>
              <a:t>Clique para editar os estilos de texto Mestres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01/08/2016</a:t>
            </a:r>
            <a:endParaRPr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067690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diagonais"/>
          <p:cNvGrpSpPr/>
          <p:nvPr/>
        </p:nvGrpSpPr>
        <p:grpSpPr>
          <a:xfrm>
            <a:off x="7516443" y="4145281"/>
            <a:ext cx="4686117" cy="2731407"/>
            <a:chOff x="5638800" y="3108960"/>
            <a:chExt cx="3515503" cy="2048555"/>
          </a:xfrm>
        </p:grpSpPr>
        <p:cxnSp>
          <p:nvCxnSpPr>
            <p:cNvPr id="12" name="Conector Reto 11"/>
            <p:cNvCxnSpPr/>
            <p:nvPr/>
          </p:nvCxnSpPr>
          <p:spPr>
            <a:xfrm flipV="1">
              <a:off x="5638800" y="3108960"/>
              <a:ext cx="3515503" cy="2037116"/>
            </a:xfrm>
            <a:prstGeom prst="line">
              <a:avLst/>
            </a:pr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3" name="Conector Reto 12"/>
            <p:cNvCxnSpPr/>
            <p:nvPr/>
          </p:nvCxnSpPr>
          <p:spPr>
            <a:xfrm flipV="1">
              <a:off x="6004643" y="3333750"/>
              <a:ext cx="3149660" cy="1823765"/>
            </a:xfrm>
            <a:prstGeom prst="line">
              <a:avLst/>
            </a:pr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" name="Conector Reto 13"/>
            <p:cNvCxnSpPr/>
            <p:nvPr/>
          </p:nvCxnSpPr>
          <p:spPr>
            <a:xfrm flipV="1">
              <a:off x="6388342" y="3549891"/>
              <a:ext cx="2765961" cy="1600149"/>
            </a:xfrm>
            <a:prstGeom prst="line">
              <a:avLst/>
            </a:pr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625177" y="2209801"/>
            <a:ext cx="8938472" cy="2764335"/>
          </a:xfrm>
        </p:spPr>
        <p:txBody>
          <a:bodyPr rtlCol="0" anchor="b">
            <a:normAutofit/>
          </a:bodyPr>
          <a:lstStyle>
            <a:lvl1pPr algn="l" rtl="0">
              <a:defRPr sz="5400" b="0" cap="none" baseline="0"/>
            </a:lvl1pPr>
          </a:lstStyle>
          <a:p>
            <a:pPr rtl="0"/>
            <a:r>
              <a:rPr lang="pt-BR"/>
              <a:t>Clique para editar o título Mestre</a:t>
            </a:r>
            <a:endParaRPr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625176" y="4951266"/>
            <a:ext cx="7069519" cy="1220933"/>
          </a:xfrm>
        </p:spPr>
        <p:txBody>
          <a:bodyPr rtlCol="0" anchor="t">
            <a:normAutofit/>
          </a:bodyPr>
          <a:lstStyle>
            <a:lvl1pPr marL="0" indent="0" algn="l" rtl="0">
              <a:spcBef>
                <a:spcPts val="0"/>
              </a:spcBef>
              <a:buNone/>
              <a:defRPr sz="2800" cap="all" spc="200" baseline="0">
                <a:solidFill>
                  <a:schemeClr val="accent1"/>
                </a:solidFill>
              </a:defRPr>
            </a:lvl1pPr>
            <a:lvl2pPr marL="609493" indent="0" algn="l" rtl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l" rtl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l" rtl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l" rtl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l" rtl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l" rtl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l" rtl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l" rtl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01/08/2016</a:t>
            </a:r>
            <a:endParaRPr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163306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is Conteúd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BR"/>
              <a:t>Clique para editar o título Mestre</a:t>
            </a:r>
            <a:endParaRPr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1218883" y="1706880"/>
            <a:ext cx="5078677" cy="4465320"/>
          </a:xfrm>
        </p:spPr>
        <p:txBody>
          <a:bodyPr rtlCol="0">
            <a:normAutofit/>
          </a:bodyPr>
          <a:lstStyle>
            <a:lvl1pPr algn="l" rtl="0">
              <a:defRPr sz="2800"/>
            </a:lvl1pPr>
            <a:lvl2pPr algn="l" rtl="0">
              <a:defRPr sz="2400"/>
            </a:lvl2pPr>
            <a:lvl3pPr algn="l" rtl="0">
              <a:defRPr sz="2000"/>
            </a:lvl3pPr>
            <a:lvl4pPr algn="l" rtl="0">
              <a:defRPr sz="2000"/>
            </a:lvl4pPr>
            <a:lvl5pPr algn="l" rtl="0">
              <a:defRPr sz="2000"/>
            </a:lvl5pPr>
            <a:lvl6pPr algn="l" rtl="0">
              <a:defRPr sz="2000"/>
            </a:lvl6pPr>
            <a:lvl7pPr algn="l" rtl="0">
              <a:defRPr sz="2000"/>
            </a:lvl7pPr>
            <a:lvl8pPr algn="l" rtl="0">
              <a:defRPr sz="2000" baseline="0"/>
            </a:lvl8pPr>
            <a:lvl9pPr algn="l" rtl="0">
              <a:defRPr sz="2000" baseline="0"/>
            </a:lvl9pPr>
          </a:lstStyle>
          <a:p>
            <a:pPr lvl="0" rtl="0"/>
            <a:r>
              <a:rPr lang="pt-BR"/>
              <a:t>Clique para editar os estilos de texto Mestres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500707" y="1706880"/>
            <a:ext cx="5078677" cy="4465320"/>
          </a:xfrm>
        </p:spPr>
        <p:txBody>
          <a:bodyPr rtlCol="0">
            <a:normAutofit/>
          </a:bodyPr>
          <a:lstStyle>
            <a:lvl1pPr algn="l" rtl="0">
              <a:defRPr sz="2800"/>
            </a:lvl1pPr>
            <a:lvl2pPr algn="l" rtl="0">
              <a:defRPr sz="2400"/>
            </a:lvl2pPr>
            <a:lvl3pPr algn="l" rtl="0">
              <a:defRPr sz="2000"/>
            </a:lvl3pPr>
            <a:lvl4pPr algn="l" rtl="0">
              <a:defRPr sz="2000"/>
            </a:lvl4pPr>
            <a:lvl5pPr algn="l" rtl="0">
              <a:defRPr sz="2000"/>
            </a:lvl5pPr>
            <a:lvl6pPr algn="l" rtl="0">
              <a:defRPr sz="2000"/>
            </a:lvl6pPr>
            <a:lvl7pPr algn="l" rtl="0">
              <a:defRPr sz="2000"/>
            </a:lvl7pPr>
            <a:lvl8pPr algn="l" rtl="0">
              <a:defRPr sz="2000"/>
            </a:lvl8pPr>
            <a:lvl9pPr algn="l" rtl="0">
              <a:defRPr sz="2000"/>
            </a:lvl9pPr>
          </a:lstStyle>
          <a:p>
            <a:pPr lvl="0" rtl="0"/>
            <a:r>
              <a:rPr lang="pt-BR"/>
              <a:t>Clique para editar os estilos de texto Mestres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01/08/2016</a:t>
            </a:r>
            <a:endParaRPr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576477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 algn="l" rtl="0">
              <a:defRPr/>
            </a:lvl1pPr>
          </a:lstStyle>
          <a:p>
            <a:pPr rtl="0"/>
            <a:r>
              <a:rPr lang="pt-BR"/>
              <a:t>Clique para editar o título Mestre</a:t>
            </a:r>
            <a:endParaRPr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218883" y="1701800"/>
            <a:ext cx="5082740" cy="914400"/>
          </a:xfrm>
        </p:spPr>
        <p:txBody>
          <a:bodyPr rtlCol="0" anchor="b">
            <a:normAutofit/>
          </a:bodyPr>
          <a:lstStyle>
            <a:lvl1pPr marL="0" indent="0" algn="l" rtl="0">
              <a:spcBef>
                <a:spcPts val="0"/>
              </a:spcBef>
              <a:buNone/>
              <a:defRPr sz="2800" b="0" cap="all" spc="200" baseline="0">
                <a:solidFill>
                  <a:schemeClr val="accent1"/>
                </a:solidFill>
              </a:defRPr>
            </a:lvl1pPr>
            <a:lvl2pPr marL="609493" indent="0" algn="l" rtl="0">
              <a:buNone/>
              <a:defRPr sz="2700" b="1"/>
            </a:lvl2pPr>
            <a:lvl3pPr marL="1218987" indent="0" algn="l" rtl="0">
              <a:buNone/>
              <a:defRPr sz="2400" b="1"/>
            </a:lvl3pPr>
            <a:lvl4pPr marL="1828480" indent="0" algn="l" rtl="0">
              <a:buNone/>
              <a:defRPr sz="2100" b="1"/>
            </a:lvl4pPr>
            <a:lvl5pPr marL="2437973" indent="0" algn="l" rtl="0">
              <a:buNone/>
              <a:defRPr sz="2100" b="1"/>
            </a:lvl5pPr>
            <a:lvl6pPr marL="3047467" indent="0" algn="l" rtl="0">
              <a:buNone/>
              <a:defRPr sz="2100" b="1"/>
            </a:lvl6pPr>
            <a:lvl7pPr marL="3656960" indent="0" algn="l" rtl="0">
              <a:buNone/>
              <a:defRPr sz="2100" b="1"/>
            </a:lvl7pPr>
            <a:lvl8pPr marL="4266453" indent="0" algn="l" rtl="0">
              <a:buNone/>
              <a:defRPr sz="2100" b="1"/>
            </a:lvl8pPr>
            <a:lvl9pPr marL="4875947" indent="0" algn="l" rtl="0">
              <a:buNone/>
              <a:defRPr sz="2100" b="1"/>
            </a:lvl9pPr>
          </a:lstStyle>
          <a:p>
            <a:pPr lvl="0" rt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1218883" y="2717800"/>
            <a:ext cx="5078677" cy="3454400"/>
          </a:xfrm>
        </p:spPr>
        <p:txBody>
          <a:bodyPr rtlCol="0">
            <a:noAutofit/>
          </a:bodyPr>
          <a:lstStyle>
            <a:lvl1pPr algn="l" rtl="0">
              <a:defRPr sz="2800"/>
            </a:lvl1pPr>
            <a:lvl2pPr algn="l" rtl="0">
              <a:defRPr sz="2400"/>
            </a:lvl2pPr>
            <a:lvl3pPr algn="l" rtl="0">
              <a:defRPr sz="2000"/>
            </a:lvl3pPr>
            <a:lvl4pPr algn="l" rtl="0">
              <a:defRPr sz="2000"/>
            </a:lvl4pPr>
            <a:lvl5pPr algn="l" rtl="0">
              <a:defRPr sz="2000"/>
            </a:lvl5pPr>
            <a:lvl6pPr algn="l" rtl="0">
              <a:defRPr sz="2000"/>
            </a:lvl6pPr>
            <a:lvl7pPr algn="l" rtl="0">
              <a:defRPr sz="2000" baseline="0"/>
            </a:lvl7pPr>
            <a:lvl8pPr algn="l" rtl="0">
              <a:defRPr sz="2000" baseline="0"/>
            </a:lvl8pPr>
            <a:lvl9pPr algn="l" rtl="0">
              <a:defRPr sz="2000" baseline="0"/>
            </a:lvl9pPr>
          </a:lstStyle>
          <a:p>
            <a:pPr lvl="0" rtl="0"/>
            <a:r>
              <a:rPr lang="pt-BR"/>
              <a:t>Clique para editar os estilos de texto Mestres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496644" y="1701800"/>
            <a:ext cx="5082740" cy="914400"/>
          </a:xfrm>
        </p:spPr>
        <p:txBody>
          <a:bodyPr rtlCol="0" anchor="b">
            <a:normAutofit/>
          </a:bodyPr>
          <a:lstStyle>
            <a:lvl1pPr marL="0" indent="0" algn="l" rtl="0">
              <a:spcBef>
                <a:spcPts val="0"/>
              </a:spcBef>
              <a:buNone/>
              <a:defRPr sz="2800" b="0" cap="all" spc="200" baseline="0">
                <a:solidFill>
                  <a:schemeClr val="accent1"/>
                </a:solidFill>
              </a:defRPr>
            </a:lvl1pPr>
            <a:lvl2pPr marL="609493" indent="0" algn="l" rtl="0">
              <a:buNone/>
              <a:defRPr sz="2700" b="1"/>
            </a:lvl2pPr>
            <a:lvl3pPr marL="1218987" indent="0" algn="l" rtl="0">
              <a:buNone/>
              <a:defRPr sz="2400" b="1"/>
            </a:lvl3pPr>
            <a:lvl4pPr marL="1828480" indent="0" algn="l" rtl="0">
              <a:buNone/>
              <a:defRPr sz="2100" b="1"/>
            </a:lvl4pPr>
            <a:lvl5pPr marL="2437973" indent="0" algn="l" rtl="0">
              <a:buNone/>
              <a:defRPr sz="2100" b="1"/>
            </a:lvl5pPr>
            <a:lvl6pPr marL="3047467" indent="0" algn="l" rtl="0">
              <a:buNone/>
              <a:defRPr sz="2100" b="1"/>
            </a:lvl6pPr>
            <a:lvl7pPr marL="3656960" indent="0" algn="l" rtl="0">
              <a:buNone/>
              <a:defRPr sz="2100" b="1"/>
            </a:lvl7pPr>
            <a:lvl8pPr marL="4266453" indent="0" algn="l" rtl="0">
              <a:buNone/>
              <a:defRPr sz="2100" b="1"/>
            </a:lvl8pPr>
            <a:lvl9pPr marL="4875947" indent="0" algn="l" rtl="0">
              <a:buNone/>
              <a:defRPr sz="2100" b="1"/>
            </a:lvl9pPr>
          </a:lstStyle>
          <a:p>
            <a:pPr lvl="0" rt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500707" y="2717800"/>
            <a:ext cx="5078677" cy="3454400"/>
          </a:xfrm>
        </p:spPr>
        <p:txBody>
          <a:bodyPr rtlCol="0">
            <a:noAutofit/>
          </a:bodyPr>
          <a:lstStyle>
            <a:lvl1pPr algn="l" rtl="0">
              <a:defRPr sz="2800"/>
            </a:lvl1pPr>
            <a:lvl2pPr algn="l" rtl="0">
              <a:defRPr sz="2400"/>
            </a:lvl2pPr>
            <a:lvl3pPr algn="l" rtl="0">
              <a:defRPr sz="2000"/>
            </a:lvl3pPr>
            <a:lvl4pPr algn="l" rtl="0">
              <a:defRPr sz="2000"/>
            </a:lvl4pPr>
            <a:lvl5pPr algn="l" rtl="0">
              <a:defRPr sz="2000"/>
            </a:lvl5pPr>
            <a:lvl6pPr algn="l" rtl="0">
              <a:defRPr sz="2000" baseline="0"/>
            </a:lvl6pPr>
            <a:lvl7pPr algn="l" rtl="0">
              <a:defRPr sz="2000" baseline="0"/>
            </a:lvl7pPr>
            <a:lvl8pPr algn="l" rtl="0">
              <a:defRPr sz="2000" baseline="0"/>
            </a:lvl8pPr>
            <a:lvl9pPr algn="l" rtl="0">
              <a:defRPr sz="2000" baseline="0"/>
            </a:lvl9pPr>
          </a:lstStyle>
          <a:p>
            <a:pPr lvl="0" rtl="0"/>
            <a:r>
              <a:rPr lang="pt-BR"/>
              <a:t>Clique para editar os estilos de texto Mestres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01/08/2016</a:t>
            </a:r>
            <a:endParaRPr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/>
          </a:p>
        </p:txBody>
      </p:sp>
      <p:sp>
        <p:nvSpPr>
          <p:cNvPr id="9" name="Espaço Reservado para o Número do Slide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953819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BR"/>
              <a:t>Clique para editar o título Mestre</a:t>
            </a:r>
            <a:endParaRPr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01/08/2016</a:t>
            </a:r>
            <a:endParaRPr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152291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01/08/2016</a:t>
            </a:r>
            <a:endParaRPr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724785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218882" y="1701800"/>
            <a:ext cx="4062942" cy="2438400"/>
          </a:xfrm>
        </p:spPr>
        <p:txBody>
          <a:bodyPr rtlCol="0" anchor="b">
            <a:normAutofit/>
          </a:bodyPr>
          <a:lstStyle>
            <a:lvl1pPr algn="l" rtl="0">
              <a:defRPr sz="2800" b="0" cap="all" spc="200" baseline="0">
                <a:solidFill>
                  <a:schemeClr val="accent1"/>
                </a:solidFill>
              </a:defRPr>
            </a:lvl1pPr>
          </a:lstStyle>
          <a:p>
            <a:pPr rtl="0"/>
            <a:r>
              <a:rPr lang="pt-BR"/>
              <a:t>Clique para editar o título Mestre</a:t>
            </a:r>
            <a:endParaRPr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218882" y="4241800"/>
            <a:ext cx="4062942" cy="1930400"/>
          </a:xfrm>
        </p:spPr>
        <p:txBody>
          <a:bodyPr rtlCol="0">
            <a:normAutofit/>
          </a:bodyPr>
          <a:lstStyle>
            <a:lvl1pPr marL="0" indent="0" algn="l" rtl="0">
              <a:buNone/>
              <a:defRPr sz="2000"/>
            </a:lvl1pPr>
            <a:lvl2pPr marL="609493" indent="0" algn="l" rtl="0">
              <a:buNone/>
              <a:defRPr sz="1600"/>
            </a:lvl2pPr>
            <a:lvl3pPr marL="1218987" indent="0" algn="l" rtl="0">
              <a:buNone/>
              <a:defRPr sz="1300"/>
            </a:lvl3pPr>
            <a:lvl4pPr marL="1828480" indent="0" algn="l" rtl="0">
              <a:buNone/>
              <a:defRPr sz="1200"/>
            </a:lvl4pPr>
            <a:lvl5pPr marL="2437973" indent="0" algn="l" rtl="0">
              <a:buNone/>
              <a:defRPr sz="1200"/>
            </a:lvl5pPr>
            <a:lvl6pPr marL="3047467" indent="0" algn="l" rtl="0">
              <a:buNone/>
              <a:defRPr sz="1200"/>
            </a:lvl6pPr>
            <a:lvl7pPr marL="3656960" indent="0" algn="l" rtl="0">
              <a:buNone/>
              <a:defRPr sz="1200"/>
            </a:lvl7pPr>
            <a:lvl8pPr marL="4266453" indent="0" algn="l" rtl="0">
              <a:buNone/>
              <a:defRPr sz="1200"/>
            </a:lvl8pPr>
            <a:lvl9pPr marL="4875947" indent="0" algn="l" rtl="0">
              <a:buNone/>
              <a:defRPr sz="1200"/>
            </a:lvl9pPr>
          </a:lstStyle>
          <a:p>
            <a:pPr lvl="0" rtl="0"/>
            <a:r>
              <a:rPr lang="pt-BR"/>
              <a:t>Clique para editar os estilos de texto Mestres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484971" y="584200"/>
            <a:ext cx="6094413" cy="5588000"/>
          </a:xfrm>
        </p:spPr>
        <p:txBody>
          <a:bodyPr rtlCol="0">
            <a:normAutofit/>
          </a:bodyPr>
          <a:lstStyle>
            <a:lvl1pPr algn="l" rtl="0">
              <a:defRPr sz="2800"/>
            </a:lvl1pPr>
            <a:lvl2pPr algn="l" rtl="0">
              <a:defRPr sz="2400"/>
            </a:lvl2pPr>
            <a:lvl3pPr algn="l" rtl="0">
              <a:defRPr sz="2000"/>
            </a:lvl3pPr>
            <a:lvl4pPr algn="l" rtl="0">
              <a:defRPr sz="2000"/>
            </a:lvl4pPr>
            <a:lvl5pPr algn="l" rtl="0">
              <a:defRPr sz="2000"/>
            </a:lvl5pPr>
            <a:lvl6pPr algn="l" rtl="0">
              <a:defRPr sz="2000"/>
            </a:lvl6pPr>
            <a:lvl7pPr algn="l" rtl="0">
              <a:defRPr sz="2000"/>
            </a:lvl7pPr>
            <a:lvl8pPr algn="l" rtl="0">
              <a:defRPr sz="2000" baseline="0"/>
            </a:lvl8pPr>
            <a:lvl9pPr algn="l" rtl="0">
              <a:defRPr sz="2000" baseline="0"/>
            </a:lvl9pPr>
          </a:lstStyle>
          <a:p>
            <a:pPr lvl="0" rtl="0"/>
            <a:r>
              <a:rPr lang="pt-BR"/>
              <a:t>Clique para editar os estilos de texto Mestres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01/08/2016</a:t>
            </a:r>
            <a:endParaRPr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181393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218882" y="1701800"/>
            <a:ext cx="4062942" cy="2438400"/>
          </a:xfrm>
        </p:spPr>
        <p:txBody>
          <a:bodyPr rtlCol="0" anchor="b">
            <a:normAutofit/>
          </a:bodyPr>
          <a:lstStyle>
            <a:lvl1pPr algn="l" rtl="0">
              <a:defRPr sz="2800" b="0" cap="all" spc="200" baseline="0">
                <a:solidFill>
                  <a:schemeClr val="accent1"/>
                </a:solidFill>
              </a:defRPr>
            </a:lvl1pPr>
          </a:lstStyle>
          <a:p>
            <a:pPr rtl="0"/>
            <a:r>
              <a:rPr lang="pt-BR"/>
              <a:t>Clique para editar o título Mestre</a:t>
            </a:r>
            <a:endParaRPr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218882" y="4241800"/>
            <a:ext cx="4062942" cy="1930400"/>
          </a:xfrm>
        </p:spPr>
        <p:txBody>
          <a:bodyPr rtlCol="0">
            <a:normAutofit/>
          </a:bodyPr>
          <a:lstStyle>
            <a:lvl1pPr marL="0" indent="0" algn="l" rtl="0">
              <a:buNone/>
              <a:defRPr sz="2000"/>
            </a:lvl1pPr>
            <a:lvl2pPr marL="609493" indent="0" algn="l" rtl="0">
              <a:buNone/>
              <a:defRPr sz="1600"/>
            </a:lvl2pPr>
            <a:lvl3pPr marL="1218987" indent="0" algn="l" rtl="0">
              <a:buNone/>
              <a:defRPr sz="1300"/>
            </a:lvl3pPr>
            <a:lvl4pPr marL="1828480" indent="0" algn="l" rtl="0">
              <a:buNone/>
              <a:defRPr sz="1200"/>
            </a:lvl4pPr>
            <a:lvl5pPr marL="2437973" indent="0" algn="l" rtl="0">
              <a:buNone/>
              <a:defRPr sz="1200"/>
            </a:lvl5pPr>
            <a:lvl6pPr marL="3047467" indent="0" algn="l" rtl="0">
              <a:buNone/>
              <a:defRPr sz="1200"/>
            </a:lvl6pPr>
            <a:lvl7pPr marL="3656960" indent="0" algn="l" rtl="0">
              <a:buNone/>
              <a:defRPr sz="1200"/>
            </a:lvl7pPr>
            <a:lvl8pPr marL="4266453" indent="0" algn="l" rtl="0">
              <a:buNone/>
              <a:defRPr sz="1200"/>
            </a:lvl8pPr>
            <a:lvl9pPr marL="4875947" indent="0" algn="l" rtl="0">
              <a:buNone/>
              <a:defRPr sz="1200"/>
            </a:lvl9pPr>
          </a:lstStyle>
          <a:p>
            <a:pPr lvl="0" rtl="0"/>
            <a:r>
              <a:rPr lang="pt-BR"/>
              <a:t>Clique para editar os estilos de texto Mestres</a:t>
            </a:r>
          </a:p>
        </p:txBody>
      </p:sp>
      <p:sp>
        <p:nvSpPr>
          <p:cNvPr id="3" name="Espaço Reservado para Imagem 2" descr="Um espaço reservado vazio para adicionar uma imagem. Clique no espaço reservado e selecione a imagem que você deseja adicionar."/>
          <p:cNvSpPr>
            <a:spLocks noGrp="1"/>
          </p:cNvSpPr>
          <p:nvPr>
            <p:ph type="pic" idx="1"/>
          </p:nvPr>
        </p:nvSpPr>
        <p:spPr>
          <a:xfrm>
            <a:off x="5484971" y="584200"/>
            <a:ext cx="6094413" cy="5588000"/>
          </a:xfrm>
          <a:ln w="12700">
            <a:solidFill>
              <a:schemeClr val="bg1">
                <a:lumMod val="75000"/>
                <a:lumOff val="25000"/>
              </a:schemeClr>
            </a:solidFill>
            <a:miter lim="800000"/>
          </a:ln>
        </p:spPr>
        <p:txBody>
          <a:bodyPr rtlCol="0">
            <a:normAutofit/>
          </a:bodyPr>
          <a:lstStyle>
            <a:lvl1pPr marL="0" indent="0" algn="l" rtl="0">
              <a:buNone/>
              <a:defRPr sz="2800"/>
            </a:lvl1pPr>
            <a:lvl2pPr marL="609493" indent="0" algn="l" rtl="0">
              <a:buNone/>
              <a:defRPr sz="3700"/>
            </a:lvl2pPr>
            <a:lvl3pPr marL="1218987" indent="0" algn="l" rtl="0">
              <a:buNone/>
              <a:defRPr sz="3200"/>
            </a:lvl3pPr>
            <a:lvl4pPr marL="1828480" indent="0" algn="l" rtl="0">
              <a:buNone/>
              <a:defRPr sz="2700"/>
            </a:lvl4pPr>
            <a:lvl5pPr marL="2437973" indent="0" algn="l" rtl="0">
              <a:buNone/>
              <a:defRPr sz="2700"/>
            </a:lvl5pPr>
            <a:lvl6pPr marL="3047467" indent="0" algn="l" rtl="0">
              <a:buNone/>
              <a:defRPr sz="2700"/>
            </a:lvl6pPr>
            <a:lvl7pPr marL="3656960" indent="0" algn="l" rtl="0">
              <a:buNone/>
              <a:defRPr sz="2700"/>
            </a:lvl7pPr>
            <a:lvl8pPr marL="4266453" indent="0" algn="l" rtl="0">
              <a:buNone/>
              <a:defRPr sz="2700"/>
            </a:lvl8pPr>
            <a:lvl9pPr marL="4875947" indent="0" algn="l" rtl="0">
              <a:buNone/>
              <a:defRPr sz="2700"/>
            </a:lvl9pPr>
          </a:lstStyle>
          <a:p>
            <a:pPr rtl="0"/>
            <a:r>
              <a:rPr lang="pt-BR"/>
              <a:t>Clique no ícone para adicionar uma imagem</a:t>
            </a:r>
            <a:endParaRPr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01/08/2016</a:t>
            </a:r>
            <a:endParaRPr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234316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BR"/>
              <a:t>Clique para editar o título Mestre</a:t>
            </a:r>
            <a:endParaRPr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 rtlCol="0"/>
          <a:lstStyle>
            <a:lvl5pPr algn="l" rtl="0">
              <a:defRPr/>
            </a:lvl5pPr>
            <a:lvl6pPr algn="l" rtl="0">
              <a:defRPr/>
            </a:lvl6pPr>
            <a:lvl7pPr algn="l" rtl="0">
              <a:defRPr/>
            </a:lvl7pPr>
            <a:lvl8pPr algn="l" rtl="0">
              <a:defRPr baseline="0"/>
            </a:lvl8pPr>
            <a:lvl9pPr algn="l" rtl="0">
              <a:defRPr baseline="0"/>
            </a:lvl9pPr>
          </a:lstStyle>
          <a:p>
            <a:pPr lvl="0" rtl="0"/>
            <a:r>
              <a:rPr lang="pt-BR"/>
              <a:t>Clique para editar os estilos de texto Mestres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01/08/2016</a:t>
            </a:r>
            <a:endParaRPr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96675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836898" y="584200"/>
            <a:ext cx="2742486" cy="5588000"/>
          </a:xfrm>
        </p:spPr>
        <p:txBody>
          <a:bodyPr vert="eaVert" rtlCol="0"/>
          <a:lstStyle/>
          <a:p>
            <a:pPr rtl="0"/>
            <a:r>
              <a:rPr lang="pt-BR"/>
              <a:t>Clique para editar o título Mestre</a:t>
            </a:r>
            <a:endParaRPr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1218882" y="584200"/>
            <a:ext cx="7414869" cy="5588000"/>
          </a:xfrm>
        </p:spPr>
        <p:txBody>
          <a:bodyPr vert="eaVert" rtlCol="0"/>
          <a:lstStyle>
            <a:lvl5pPr algn="l" rtl="0">
              <a:defRPr/>
            </a:lvl5pPr>
            <a:lvl6pPr algn="l" rtl="0">
              <a:defRPr/>
            </a:lvl6pPr>
            <a:lvl7pPr algn="l" rtl="0">
              <a:defRPr/>
            </a:lvl7pPr>
            <a:lvl8pPr algn="l" rtl="0">
              <a:defRPr/>
            </a:lvl8pPr>
            <a:lvl9pPr algn="l" rtl="0">
              <a:defRPr/>
            </a:lvl9pPr>
          </a:lstStyle>
          <a:p>
            <a:pPr lvl="0" rtl="0"/>
            <a:r>
              <a:rPr lang="pt-BR"/>
              <a:t>Clique para editar os estilos de texto Mestres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01/08/2016</a:t>
            </a:r>
            <a:endParaRPr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958864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2">
                <a:tint val="100000"/>
                <a:shade val="0"/>
                <a:satMod val="100000"/>
              </a:schemeClr>
            </a:gs>
            <a:gs pos="85000">
              <a:schemeClr val="bg2">
                <a:tint val="100000"/>
                <a:shade val="30000"/>
                <a:satMod val="100000"/>
              </a:schemeClr>
            </a:gs>
            <a:gs pos="100000">
              <a:schemeClr val="bg2">
                <a:shade val="60000"/>
                <a:satMod val="100000"/>
              </a:schemeClr>
            </a:gs>
          </a:gsLst>
          <a:lin ang="36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linhas à esquerda"/>
          <p:cNvGrpSpPr/>
          <p:nvPr/>
        </p:nvGrpSpPr>
        <p:grpSpPr>
          <a:xfrm>
            <a:off x="-15870" y="-3174"/>
            <a:ext cx="819993" cy="5229225"/>
            <a:chOff x="-11906" y="-2381"/>
            <a:chExt cx="615155" cy="3921919"/>
          </a:xfrm>
        </p:grpSpPr>
        <p:sp>
          <p:nvSpPr>
            <p:cNvPr id="10" name="Forma Livre 9"/>
            <p:cNvSpPr/>
            <p:nvPr/>
          </p:nvSpPr>
          <p:spPr>
            <a:xfrm>
              <a:off x="-9526" y="0"/>
              <a:ext cx="612775" cy="3919538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12775" h="3919538">
                  <a:moveTo>
                    <a:pt x="0" y="3919538"/>
                  </a:moveTo>
                  <a:lnTo>
                    <a:pt x="612775" y="2984500"/>
                  </a:lnTo>
                  <a:lnTo>
                    <a:pt x="612775" y="0"/>
                  </a:lnTo>
                </a:path>
              </a:pathLst>
            </a:cu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/>
            </a:p>
          </p:txBody>
        </p:sp>
        <p:sp>
          <p:nvSpPr>
            <p:cNvPr id="11" name="Forma Livre 10"/>
            <p:cNvSpPr/>
            <p:nvPr/>
          </p:nvSpPr>
          <p:spPr>
            <a:xfrm>
              <a:off x="-11906" y="0"/>
              <a:ext cx="410751" cy="3421856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202024 w 612775"/>
                <a:gd name="connsiteY1" fmla="*/ 3607676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10751 w 410751"/>
                <a:gd name="connsiteY2" fmla="*/ 0 h 3607676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09575 w 410751"/>
                <a:gd name="connsiteY2" fmla="*/ 185820 h 3607676"/>
                <a:gd name="connsiteX3" fmla="*/ 410751 w 410751"/>
                <a:gd name="connsiteY3" fmla="*/ 0 h 3607676"/>
                <a:gd name="connsiteX0" fmla="*/ 0 w 410751"/>
                <a:gd name="connsiteY0" fmla="*/ 3421856 h 3421856"/>
                <a:gd name="connsiteX1" fmla="*/ 410751 w 410751"/>
                <a:gd name="connsiteY1" fmla="*/ 2798680 h 3421856"/>
                <a:gd name="connsiteX2" fmla="*/ 409575 w 410751"/>
                <a:gd name="connsiteY2" fmla="*/ 0 h 3421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0751" h="3421856">
                  <a:moveTo>
                    <a:pt x="0" y="3421856"/>
                  </a:moveTo>
                  <a:lnTo>
                    <a:pt x="410751" y="2798680"/>
                  </a:lnTo>
                  <a:lnTo>
                    <a:pt x="409575" y="0"/>
                  </a:lnTo>
                </a:path>
              </a:pathLst>
            </a:cu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/>
            </a:p>
          </p:txBody>
        </p:sp>
        <p:sp>
          <p:nvSpPr>
            <p:cNvPr id="14" name="Forma Livre 13"/>
            <p:cNvSpPr/>
            <p:nvPr/>
          </p:nvSpPr>
          <p:spPr>
            <a:xfrm>
              <a:off x="-7144" y="-2381"/>
              <a:ext cx="238919" cy="297656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373856 w 612775"/>
                <a:gd name="connsiteY1" fmla="*/ 3344891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919 w 238919"/>
                <a:gd name="connsiteY2" fmla="*/ 0 h 3344891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125 w 238919"/>
                <a:gd name="connsiteY2" fmla="*/ 368330 h 3344891"/>
                <a:gd name="connsiteX3" fmla="*/ 238919 w 238919"/>
                <a:gd name="connsiteY3" fmla="*/ 0 h 3344891"/>
                <a:gd name="connsiteX0" fmla="*/ 0 w 238919"/>
                <a:gd name="connsiteY0" fmla="*/ 2976561 h 2976561"/>
                <a:gd name="connsiteX1" fmla="*/ 238919 w 238919"/>
                <a:gd name="connsiteY1" fmla="*/ 2616170 h 2976561"/>
                <a:gd name="connsiteX2" fmla="*/ 238125 w 238919"/>
                <a:gd name="connsiteY2" fmla="*/ 0 h 2976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38919" h="2976561">
                  <a:moveTo>
                    <a:pt x="0" y="2976561"/>
                  </a:moveTo>
                  <a:lnTo>
                    <a:pt x="238919" y="2616170"/>
                  </a:lnTo>
                  <a:cubicBezTo>
                    <a:pt x="238654" y="1744113"/>
                    <a:pt x="238390" y="872057"/>
                    <a:pt x="238125" y="0"/>
                  </a:cubicBezTo>
                </a:path>
              </a:pathLst>
            </a:cu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/>
            </a:p>
          </p:txBody>
        </p:sp>
      </p:grpSp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1218883" y="274637"/>
            <a:ext cx="10360501" cy="1223963"/>
          </a:xfrm>
          <a:prstGeom prst="rect">
            <a:avLst/>
          </a:prstGeom>
        </p:spPr>
        <p:txBody>
          <a:bodyPr vert="horz" lIns="121899" tIns="60949" rIns="121899" bIns="60949" rtlCol="0" anchor="b">
            <a:normAutofit/>
          </a:bodyPr>
          <a:lstStyle/>
          <a:p>
            <a:pPr rtl="0"/>
            <a:r>
              <a:rPr lang="pt-br"/>
              <a:t>Clique para editar o estilo de título Mestre</a:t>
            </a:r>
            <a:endParaRPr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218883" y="1701797"/>
            <a:ext cx="10360501" cy="4462272"/>
          </a:xfrm>
          <a:prstGeom prst="rect">
            <a:avLst/>
          </a:prstGeom>
        </p:spPr>
        <p:txBody>
          <a:bodyPr vert="horz" lIns="121899" tIns="60949" rIns="121899" bIns="60949" rtlCol="0">
            <a:normAutofit/>
          </a:bodyPr>
          <a:lstStyle/>
          <a:p>
            <a:pPr lvl="0" rtl="0"/>
            <a:r>
              <a:rPr lang="pt-br"/>
              <a:t>Editar estilos de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1218882" y="6356352"/>
            <a:ext cx="2234618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l" rtl="0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r>
              <a:rPr lang="en-US"/>
              <a:t>01/08/2016</a:t>
            </a:r>
            <a:endParaRPr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453501" y="6356352"/>
            <a:ext cx="5281824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ctr" rtl="0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endParaRPr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10563649" y="6356352"/>
            <a:ext cx="1015735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l" rtl="0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C014DD1E-5D91-48A3-AD6D-45FBA980D106}" type="slidenum">
              <a:rPr/>
              <a:pPr rtl="0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9527588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1218987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47" indent="-304747" algn="l" defTabSz="1218987" rtl="0" eaLnBrk="1" latinLnBrk="0" hangingPunct="1">
        <a:lnSpc>
          <a:spcPct val="90000"/>
        </a:lnSpc>
        <a:spcBef>
          <a:spcPts val="1600"/>
        </a:spcBef>
        <a:buClr>
          <a:schemeClr val="accent1"/>
        </a:buClr>
        <a:buSzPct val="100000"/>
        <a:buFont typeface="Arial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4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218987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52373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82848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133227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243797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74272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8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48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97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6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45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94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3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.m4a"/><Relationship Id="rId1" Type="http://schemas.microsoft.com/office/2007/relationships/media" Target="../media/media1.m4a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2.m4a"/><Relationship Id="rId1" Type="http://schemas.microsoft.com/office/2007/relationships/media" Target="../media/media2.m4a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3.m4a"/><Relationship Id="rId1" Type="http://schemas.microsoft.com/office/2007/relationships/media" Target="../media/media3.m4a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4.m4a"/><Relationship Id="rId1" Type="http://schemas.microsoft.com/office/2007/relationships/media" Target="../media/media4.m4a"/><Relationship Id="rId6" Type="http://schemas.openxmlformats.org/officeDocument/2006/relationships/image" Target="../media/image1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5.m4a"/><Relationship Id="rId1" Type="http://schemas.microsoft.com/office/2007/relationships/media" Target="../media/media5.m4a"/><Relationship Id="rId5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audio" Target="../media/media6.m4a"/><Relationship Id="rId1" Type="http://schemas.microsoft.com/office/2007/relationships/media" Target="../media/media6.m4a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 rtlCol="0"/>
          <a:lstStyle/>
          <a:p>
            <a:pPr rtl="0"/>
            <a:r>
              <a:rPr lang="pt-br" dirty="0">
                <a:highlight>
                  <a:srgbClr val="0000FF"/>
                </a:highlight>
              </a:rPr>
              <a:t>Poco Tech</a:t>
            </a:r>
          </a:p>
        </p:txBody>
      </p:sp>
      <p:sp>
        <p:nvSpPr>
          <p:cNvPr id="5" name="Subtítulo 4"/>
          <p:cNvSpPr>
            <a:spLocks noGrp="1"/>
          </p:cNvSpPr>
          <p:nvPr>
            <p:ph type="subTitle" idx="1"/>
          </p:nvPr>
        </p:nvSpPr>
        <p:spPr/>
        <p:txBody>
          <a:bodyPr rtlCol="0">
            <a:normAutofit fontScale="92500"/>
          </a:bodyPr>
          <a:lstStyle/>
          <a:p>
            <a:pPr rtl="0"/>
            <a:r>
              <a:rPr lang="pt-BR" dirty="0"/>
              <a:t>Vitor de Andrade Ferreira Dias – RM 957132</a:t>
            </a:r>
          </a:p>
          <a:p>
            <a:pPr rtl="0"/>
            <a:r>
              <a:rPr lang="pt-BR" dirty="0"/>
              <a:t>Guilherme Macario da Silva - RM: 84057</a:t>
            </a:r>
          </a:p>
          <a:p>
            <a:pPr rtl="0"/>
            <a:r>
              <a:rPr lang="pt-BR" dirty="0" err="1"/>
              <a:t>Kaique</a:t>
            </a:r>
            <a:r>
              <a:rPr lang="pt-BR" dirty="0"/>
              <a:t> Carvalho da Silva - RM: 93040</a:t>
            </a:r>
          </a:p>
          <a:p>
            <a:pPr rtl="0"/>
            <a:r>
              <a:rPr lang="pt-BR" dirty="0"/>
              <a:t>BENJAMIM LUCAS RODRIGUES GONÇALO - RM96026</a:t>
            </a:r>
          </a:p>
          <a:p>
            <a:pPr rtl="0"/>
            <a:endParaRPr lang="pt-BR" dirty="0"/>
          </a:p>
          <a:p>
            <a:pPr rtl="0"/>
            <a:endParaRPr lang="pt-br" dirty="0"/>
          </a:p>
        </p:txBody>
      </p:sp>
      <p:pic>
        <p:nvPicPr>
          <p:cNvPr id="19" name="Áudio 18">
            <a:hlinkClick r:id="" action="ppaction://media"/>
            <a:extLst>
              <a:ext uri="{FF2B5EF4-FFF2-40B4-BE49-F238E27FC236}">
                <a16:creationId xmlns:a16="http://schemas.microsoft.com/office/drawing/2014/main" id="{DA547FDA-C6BF-F6BA-4DF7-31E9D5A0C75D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l="-118750" t="-118750" r="-118750" b="-118750"/>
          <a:stretch>
            <a:fillRect/>
          </a:stretch>
        </p:blipFill>
        <p:spPr>
          <a:xfrm>
            <a:off x="10049129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13322918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19082">
        <p:fade/>
      </p:transition>
    </mc:Choice>
    <mc:Fallback xmlns="">
      <p:transition spd="med" advTm="19082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9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ítulo 12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BR" dirty="0" err="1"/>
              <a:t>Raisa</a:t>
            </a:r>
            <a:r>
              <a:rPr lang="pt-BR" dirty="0"/>
              <a:t> Barbosa</a:t>
            </a:r>
            <a:br>
              <a:rPr lang="pt-BR" dirty="0"/>
            </a:br>
            <a:r>
              <a:rPr lang="pt-BR" dirty="0"/>
              <a:t>Malas e periféricos:</a:t>
            </a:r>
            <a:endParaRPr lang="en-US" dirty="0"/>
          </a:p>
        </p:txBody>
      </p:sp>
      <p:sp>
        <p:nvSpPr>
          <p:cNvPr id="14" name="Espaço Reservado para Conteúdo 13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rtl="0"/>
            <a:r>
              <a:rPr lang="pt-br" dirty="0"/>
              <a:t>Era feito em planilhas separadas</a:t>
            </a:r>
          </a:p>
          <a:p>
            <a:pPr rtl="0"/>
            <a:r>
              <a:rPr lang="pt-br" dirty="0"/>
              <a:t>Precisava esperar alguém atualizar</a:t>
            </a:r>
          </a:p>
          <a:p>
            <a:pPr rtl="0"/>
            <a:r>
              <a:rPr lang="pt-BR" dirty="0"/>
              <a:t>Ú</a:t>
            </a:r>
            <a:r>
              <a:rPr lang="pt-br" dirty="0"/>
              <a:t>nica planilha</a:t>
            </a:r>
          </a:p>
          <a:p>
            <a:pPr rtl="0"/>
            <a:r>
              <a:rPr lang="pt-BR" dirty="0"/>
              <a:t>Atualização automática </a:t>
            </a:r>
          </a:p>
        </p:txBody>
      </p:sp>
      <p:pic>
        <p:nvPicPr>
          <p:cNvPr id="6" name="Áudio 5">
            <a:hlinkClick r:id="" action="ppaction://media"/>
            <a:extLst>
              <a:ext uri="{FF2B5EF4-FFF2-40B4-BE49-F238E27FC236}">
                <a16:creationId xmlns:a16="http://schemas.microsoft.com/office/drawing/2014/main" id="{80E50C6D-9ED8-F869-5054-C490BDC1C248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l="-118750" t="-118750" r="-118750" b="-118750"/>
          <a:stretch>
            <a:fillRect/>
          </a:stretch>
        </p:blipFill>
        <p:spPr>
          <a:xfrm>
            <a:off x="10049129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35291143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18532">
        <p:fade/>
      </p:transition>
    </mc:Choice>
    <mc:Fallback xmlns="">
      <p:transition spd="med" advTm="18532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D1F8F7-0C20-3CDA-8234-8C43FBF2EA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ítulo 12">
            <a:extLst>
              <a:ext uri="{FF2B5EF4-FFF2-40B4-BE49-F238E27FC236}">
                <a16:creationId xmlns:a16="http://schemas.microsoft.com/office/drawing/2014/main" id="{46DB6E2F-D2E1-F80E-0FC5-69E4388829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BR" dirty="0"/>
              <a:t>Inovação da </a:t>
            </a:r>
            <a:r>
              <a:rPr lang="pt-BR" dirty="0" err="1"/>
              <a:t>Pocotech</a:t>
            </a:r>
            <a:r>
              <a:rPr lang="pt-BR" dirty="0"/>
              <a:t>	</a:t>
            </a:r>
            <a:endParaRPr lang="en-US" dirty="0"/>
          </a:p>
        </p:txBody>
      </p:sp>
      <p:sp>
        <p:nvSpPr>
          <p:cNvPr id="14" name="Espaço Reservado para Conteúdo 13">
            <a:extLst>
              <a:ext uri="{FF2B5EF4-FFF2-40B4-BE49-F238E27FC236}">
                <a16:creationId xmlns:a16="http://schemas.microsoft.com/office/drawing/2014/main" id="{454F564E-42F2-2864-6E35-6FD9765872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rtl="0"/>
            <a:r>
              <a:rPr lang="pt-br" dirty="0"/>
              <a:t>SQL</a:t>
            </a:r>
          </a:p>
          <a:p>
            <a:pPr rtl="0"/>
            <a:r>
              <a:rPr lang="pt-BR" dirty="0"/>
              <a:t>Jupiter para ETL</a:t>
            </a:r>
            <a:endParaRPr lang="pt-br" dirty="0"/>
          </a:p>
          <a:p>
            <a:pPr rtl="0"/>
            <a:r>
              <a:rPr lang="pt-br" dirty="0"/>
              <a:t>RPA com Python</a:t>
            </a:r>
          </a:p>
          <a:p>
            <a:pPr rtl="0"/>
            <a:r>
              <a:rPr lang="pt-BR" dirty="0"/>
              <a:t>Servidor VM</a:t>
            </a:r>
            <a:endParaRPr lang="pt-br" dirty="0"/>
          </a:p>
        </p:txBody>
      </p:sp>
      <p:pic>
        <p:nvPicPr>
          <p:cNvPr id="4" name="Áudio 3">
            <a:hlinkClick r:id="" action="ppaction://media"/>
            <a:extLst>
              <a:ext uri="{FF2B5EF4-FFF2-40B4-BE49-F238E27FC236}">
                <a16:creationId xmlns:a16="http://schemas.microsoft.com/office/drawing/2014/main" id="{7A5E6EAE-7D4F-96B4-C3A3-061A7BEBAF23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l="-118750" t="-118750" r="-118750" b="-118750"/>
          <a:stretch>
            <a:fillRect/>
          </a:stretch>
        </p:blipFill>
        <p:spPr>
          <a:xfrm>
            <a:off x="10049129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15491977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30058">
        <p:fade/>
      </p:transition>
    </mc:Choice>
    <mc:Fallback xmlns="">
      <p:transition spd="med" advTm="30058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br" dirty="0"/>
              <a:t>Código de tratamento de dados</a:t>
            </a:r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025AB7B5-66A0-1F12-87BF-6BCFC63A951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837828" y="1772816"/>
            <a:ext cx="5256584" cy="4174431"/>
          </a:xfr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191C5F25-3F6E-F061-1F7E-84409A946CA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10436" y="1772816"/>
            <a:ext cx="5634914" cy="4174430"/>
          </a:xfrm>
          <a:prstGeom prst="rect">
            <a:avLst/>
          </a:prstGeom>
        </p:spPr>
      </p:pic>
      <p:pic>
        <p:nvPicPr>
          <p:cNvPr id="12" name="Áudio 11">
            <a:hlinkClick r:id="" action="ppaction://media"/>
            <a:extLst>
              <a:ext uri="{FF2B5EF4-FFF2-40B4-BE49-F238E27FC236}">
                <a16:creationId xmlns:a16="http://schemas.microsoft.com/office/drawing/2014/main" id="{216F602F-0B6D-D469-30C8-29FD4ECAAA4A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rcRect l="-118750" t="-118750" r="-118750" b="-118750"/>
          <a:stretch>
            <a:fillRect/>
          </a:stretch>
        </p:blipFill>
        <p:spPr>
          <a:xfrm>
            <a:off x="10049129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14848117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38632">
        <p:fade/>
      </p:transition>
    </mc:Choice>
    <mc:Fallback xmlns="">
      <p:transition spd="med" advTm="38632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2"/>
                </p:tgtEl>
              </p:cMediaNode>
            </p:audio>
          </p:childTnLst>
        </p:cTn>
      </p:par>
    </p:tnLst>
  </p:timing>
  <p:extLst>
    <p:ext uri="{3A86A75C-4F4B-4683-9AE1-C65F6400EC91}">
      <p14:laserTraceLst xmlns:p14="http://schemas.microsoft.com/office/powerpoint/2010/main">
        <p14:tracePtLst>
          <p14:tracePt t="12474" x="5172075" y="6534150"/>
          <p14:tracePt t="12620" x="4932363" y="6829425"/>
          <p14:tracePt t="12620" x="4932363" y="6823075"/>
          <p14:tracePt t="12625" x="4927600" y="6794500"/>
          <p14:tracePt t="12633" x="4910138" y="6726238"/>
          <p14:tracePt t="12646" x="4864100" y="6589713"/>
          <p14:tracePt t="12647" x="4859338" y="6572250"/>
          <p14:tracePt t="12654" x="4824413" y="6488113"/>
          <p14:tracePt t="12662" x="4773613" y="6384925"/>
          <p14:tracePt t="12676" x="4630738" y="6122988"/>
          <p14:tracePt t="12678" x="4602163" y="6083300"/>
          <p14:tracePt t="12678" x="4591050" y="6065838"/>
          <p14:tracePt t="12679" x="4578350" y="6042025"/>
          <p14:tracePt t="12685" x="4522788" y="5945188"/>
          <p14:tracePt t="12693" x="4441825" y="5815013"/>
          <p14:tracePt t="12694" x="4437063" y="5803900"/>
          <p14:tracePt t="12694" x="4425950" y="5775325"/>
          <p14:tracePt t="12695" x="4419600" y="5764213"/>
          <p14:tracePt t="12701" x="4362450" y="5654675"/>
          <p14:tracePt t="12716" x="4225925" y="5364163"/>
          <p14:tracePt t="12716" x="4214813" y="5324475"/>
          <p14:tracePt t="12717" x="4202113" y="5302250"/>
          <p14:tracePt t="12729" x="4129088" y="5062538"/>
          <p14:tracePt t="12730" x="4111625" y="5005388"/>
          <p14:tracePt t="12731" x="4105275" y="4987925"/>
          <p14:tracePt t="12743" x="4025900" y="4725988"/>
          <p14:tracePt t="12744" x="4008438" y="4679950"/>
          <p14:tracePt t="12745" x="4008438" y="4662488"/>
          <p14:tracePt t="12757" x="3940175" y="4475163"/>
          <p14:tracePt t="12758" x="3922713" y="4435475"/>
          <p14:tracePt t="12771" x="3825875" y="4230688"/>
          <p14:tracePt t="12772" x="3821113" y="4195763"/>
          <p14:tracePt t="12785" x="3717925" y="4002088"/>
          <p14:tracePt t="12786" x="3700463" y="3973513"/>
          <p14:tracePt t="12787" x="3695700" y="3962400"/>
          <p14:tracePt t="12799" x="3609975" y="3819525"/>
          <p14:tracePt t="12799" x="3598863" y="3797300"/>
          <p14:tracePt t="12813" x="3506788" y="3659188"/>
          <p14:tracePt t="12814" x="3489325" y="3636963"/>
          <p14:tracePt t="12814" x="3489325" y="3625850"/>
          <p14:tracePt t="12827" x="3409950" y="3494088"/>
          <p14:tracePt t="12834" x="3370263" y="3425825"/>
          <p14:tracePt t="12835" x="3359150" y="3408363"/>
          <p14:tracePt t="12836" x="3352800" y="3403600"/>
          <p14:tracePt t="12847" x="3306763" y="3324225"/>
          <p14:tracePt t="12848" x="3295650" y="3306763"/>
          <p14:tracePt t="12849" x="3290888" y="3300413"/>
          <p14:tracePt t="12855" x="3273425" y="3271838"/>
          <p14:tracePt t="12868" x="3233738" y="3203575"/>
          <p14:tracePt t="12869" x="3227388" y="3192463"/>
          <p14:tracePt t="12876" x="3209925" y="3170238"/>
          <p14:tracePt t="12889" x="3165475" y="3106738"/>
          <p14:tracePt t="12890" x="3152775" y="3089275"/>
          <p14:tracePt t="12891" x="3148013" y="3084513"/>
          <p14:tracePt t="12896" x="3130550" y="3060700"/>
          <p14:tracePt t="12910" x="3062288" y="2981325"/>
          <p14:tracePt t="12911" x="3051175" y="2976563"/>
          <p14:tracePt t="12911" x="3051175" y="2970213"/>
          <p14:tracePt t="12918" x="3022600" y="2947988"/>
          <p14:tracePt t="12918" x="3016250" y="2941638"/>
          <p14:tracePt t="12919" x="3016250" y="2935288"/>
          <p14:tracePt t="12931" x="2971800" y="2890838"/>
          <p14:tracePt t="12939" x="2947988" y="2867025"/>
          <p14:tracePt t="12952" x="2901950" y="2822575"/>
          <p14:tracePt t="12953" x="2886075" y="2809875"/>
          <p14:tracePt t="12959" x="2857500" y="2787650"/>
          <p14:tracePt t="12973" x="2776538" y="2719388"/>
          <p14:tracePt t="12973" x="2760663" y="2701925"/>
          <p14:tracePt t="12974" x="2754313" y="2697163"/>
          <p14:tracePt t="12980" x="2719388" y="2673350"/>
          <p14:tracePt t="12993" x="2635250" y="2605088"/>
          <p14:tracePt t="12994" x="2622550" y="2593975"/>
          <p14:tracePt t="13001" x="2582863" y="2565400"/>
          <p14:tracePt t="13002" x="2578100" y="2565400"/>
          <p14:tracePt t="13002" x="2571750" y="2559050"/>
          <p14:tracePt t="13014" x="2481263" y="2501900"/>
          <p14:tracePt t="13015" x="2468563" y="2490788"/>
          <p14:tracePt t="13022" x="2411413" y="2457450"/>
          <p14:tracePt t="13035" x="2286000" y="2400300"/>
          <p14:tracePt t="13036" x="2274888" y="2393950"/>
          <p14:tracePt t="13049" x="2178050" y="2349500"/>
          <p14:tracePt t="13050" x="2166938" y="2349500"/>
          <p14:tracePt t="13050" x="2160588" y="2343150"/>
          <p14:tracePt t="13056" x="2116138" y="2320925"/>
          <p14:tracePt t="13070" x="2012950" y="2274888"/>
          <p14:tracePt t="13070" x="2001838" y="2263775"/>
          <p14:tracePt t="13077" x="1951038" y="2235200"/>
          <p14:tracePt t="13078" x="1927225" y="2228850"/>
          <p14:tracePt t="13079" x="1922463" y="2222500"/>
          <p14:tracePt t="13090" x="1824038" y="2171700"/>
          <p14:tracePt t="13091" x="1801813" y="2166938"/>
          <p14:tracePt t="13092" x="1790700" y="2160588"/>
          <p14:tracePt t="13098" x="1739900" y="2132013"/>
          <p14:tracePt t="13099" x="1716088" y="2125663"/>
          <p14:tracePt t="13100" x="1693863" y="2109788"/>
          <p14:tracePt t="13111" x="1614488" y="2074863"/>
          <p14:tracePt t="13112" x="1597025" y="2063750"/>
          <p14:tracePt t="13113" x="1585913" y="2063750"/>
          <p14:tracePt t="13119" x="1544638" y="2052638"/>
          <p14:tracePt t="13132" x="1443038" y="2012950"/>
          <p14:tracePt t="13140" x="1408113" y="1995488"/>
          <p14:tracePt t="13153" x="1346200" y="1978025"/>
          <p14:tracePt t="13154" x="1339850" y="1971675"/>
          <p14:tracePt t="13161" x="1328738" y="1966913"/>
          <p14:tracePt t="13174" x="1306513" y="1966913"/>
          <p14:tracePt t="13181" x="1300163" y="1966913"/>
          <p14:tracePt t="13195" x="1293813" y="1966913"/>
          <p14:tracePt t="13272" x="1289050" y="1966913"/>
          <p14:tracePt t="13290" x="1289050" y="1971675"/>
          <p14:tracePt t="13292" x="1282700" y="1971675"/>
          <p14:tracePt t="13294" x="1282700" y="1978025"/>
          <p14:tracePt t="13302" x="1271588" y="1989138"/>
          <p14:tracePt t="13310" x="1265238" y="2000250"/>
          <p14:tracePt t="13311" x="1265238" y="2006600"/>
          <p14:tracePt t="13318" x="1260475" y="2006600"/>
          <p14:tracePt t="13325" x="1254125" y="2017713"/>
          <p14:tracePt t="13333" x="1249363" y="2024063"/>
          <p14:tracePt t="13340" x="1249363" y="2028825"/>
          <p14:tracePt t="13354" x="1243013" y="2041525"/>
          <p14:tracePt t="13362" x="1243013" y="2046288"/>
          <p14:tracePt t="13714" x="1236663" y="2046288"/>
          <p14:tracePt t="13727" x="1231900" y="2046288"/>
          <p14:tracePt t="13729" x="1225550" y="2046288"/>
          <p14:tracePt t="13734" x="1220788" y="2046288"/>
          <p14:tracePt t="13743" x="1214438" y="2046288"/>
          <p14:tracePt t="13750" x="1203325" y="2046288"/>
          <p14:tracePt t="13764" x="1192213" y="2052638"/>
          <p14:tracePt t="13765" x="1185863" y="2052638"/>
          <p14:tracePt t="13772" x="1181100" y="2052638"/>
          <p14:tracePt t="13773" x="1174750" y="2052638"/>
          <p14:tracePt t="13783" x="1168400" y="2052638"/>
          <p14:tracePt t="13787" x="1163638" y="2052638"/>
          <p14:tracePt t="13794" x="1157288" y="2052638"/>
          <p14:tracePt t="13801" x="1152525" y="2052638"/>
          <p14:tracePt t="13808" x="1139825" y="2052638"/>
          <p14:tracePt t="13809" x="1135063" y="2046288"/>
          <p14:tracePt t="13816" x="1123950" y="2046288"/>
          <p14:tracePt t="13823" x="1100138" y="2035175"/>
          <p14:tracePt t="13824" x="1089025" y="2035175"/>
          <p14:tracePt t="13830" x="1084263" y="2028825"/>
          <p14:tracePt t="13838" x="1060450" y="2028825"/>
          <p14:tracePt t="13846" x="1055688" y="2024063"/>
          <p14:tracePt t="13846" x="1049338" y="2024063"/>
          <p14:tracePt t="13852" x="1042988" y="2024063"/>
          <p14:tracePt t="13990" x="1049338" y="2024063"/>
          <p14:tracePt t="13994" x="1055688" y="2024063"/>
          <p14:tracePt t="13997" x="1060450" y="2024063"/>
          <p14:tracePt t="14001" x="1066800" y="2017713"/>
          <p14:tracePt t="14014" x="1123950" y="2012950"/>
          <p14:tracePt t="14022" x="1163638" y="2012950"/>
          <p14:tracePt t="14023" x="1181100" y="2006600"/>
          <p14:tracePt t="14023" x="1192213" y="2006600"/>
          <p14:tracePt t="14024" x="1196975" y="2006600"/>
          <p14:tracePt t="14035" x="1300163" y="2000250"/>
          <p14:tracePt t="14036" x="1322388" y="2000250"/>
          <p14:tracePt t="14042" x="1385888" y="1995488"/>
          <p14:tracePt t="14056" x="1550988" y="1984375"/>
          <p14:tracePt t="14057" x="1568450" y="1984375"/>
          <p14:tracePt t="14063" x="1647825" y="1984375"/>
          <p14:tracePt t="14064" x="1676400" y="1984375"/>
          <p14:tracePt t="14065" x="1687513" y="1984375"/>
          <p14:tracePt t="14070" x="1751013" y="1984375"/>
          <p14:tracePt t="14078" x="1865313" y="1984375"/>
          <p14:tracePt t="14079" x="1893888" y="1984375"/>
          <p14:tracePt t="14091" x="2058988" y="1984375"/>
          <p14:tracePt t="14091" x="2092325" y="1989138"/>
          <p14:tracePt t="14092" x="2109788" y="1989138"/>
          <p14:tracePt t="14098" x="2166938" y="1995488"/>
          <p14:tracePt t="14112" x="2303463" y="2006600"/>
          <p14:tracePt t="14112" x="2327275" y="2012950"/>
          <p14:tracePt t="14113" x="2332038" y="2012950"/>
          <p14:tracePt t="14118" x="2366963" y="2012950"/>
          <p14:tracePt t="14132" x="2411413" y="2012950"/>
          <p14:tracePt t="14184" x="2417763" y="2012950"/>
          <p14:tracePt t="14206" x="2424113" y="2012950"/>
          <p14:tracePt t="14209" x="2428875" y="2012950"/>
          <p14:tracePt t="14210" x="2435225" y="2012950"/>
          <p14:tracePt t="14215" x="2439988" y="2017713"/>
          <p14:tracePt t="14223" x="2468563" y="2017713"/>
          <p14:tracePt t="14224" x="2481263" y="2024063"/>
          <p14:tracePt t="14237" x="2525713" y="2028825"/>
          <p14:tracePt t="14237" x="2538413" y="2028825"/>
          <p14:tracePt t="14238" x="2538413" y="2035175"/>
          <p14:tracePt t="14239" x="2543175" y="2035175"/>
          <p14:tracePt t="14245" x="2565400" y="2035175"/>
          <p14:tracePt t="14253" x="2593975" y="2046288"/>
          <p14:tracePt t="14253" x="2606675" y="2046288"/>
          <p14:tracePt t="14254" x="2611438" y="2046288"/>
          <p14:tracePt t="14259" x="2628900" y="2052638"/>
          <p14:tracePt t="14267" x="2668588" y="2070100"/>
          <p14:tracePt t="14274" x="2708275" y="2081213"/>
          <p14:tracePt t="14282" x="2760663" y="2114550"/>
          <p14:tracePt t="14290" x="2811463" y="2138363"/>
          <p14:tracePt t="14297" x="2857500" y="2166938"/>
          <p14:tracePt t="14298" x="2873375" y="2171700"/>
          <p14:tracePt t="14305" x="2901950" y="2189163"/>
          <p14:tracePt t="14306" x="2919413" y="2189163"/>
          <p14:tracePt t="14312" x="2954338" y="2206625"/>
          <p14:tracePt t="14313" x="2965450" y="2206625"/>
          <p14:tracePt t="14314" x="2971800" y="2211388"/>
          <p14:tracePt t="14320" x="2998788" y="2222500"/>
          <p14:tracePt t="14327" x="3027363" y="2222500"/>
          <p14:tracePt t="14328" x="3033713" y="2222500"/>
          <p14:tracePt t="14335" x="3044825" y="2222500"/>
          <p14:tracePt t="14342" x="3055938" y="2222500"/>
          <p14:tracePt t="14356" x="3062288" y="2222500"/>
          <p14:tracePt t="14362" x="3068638" y="2222500"/>
          <p14:tracePt t="14371" x="3073400" y="2222500"/>
          <p14:tracePt t="14389" x="3079750" y="2222500"/>
          <p14:tracePt t="14400" x="3084513" y="2222500"/>
          <p14:tracePt t="14413" x="3084513" y="2228850"/>
          <p14:tracePt t="14536" x="3084513" y="2235200"/>
          <p14:tracePt t="14539" x="3084513" y="2239963"/>
          <p14:tracePt t="14542" x="3079750" y="2246313"/>
          <p14:tracePt t="14550" x="3062288" y="2257425"/>
          <p14:tracePt t="14551" x="3062288" y="2263775"/>
          <p14:tracePt t="14563" x="3033713" y="2279650"/>
          <p14:tracePt t="14564" x="3027363" y="2286000"/>
          <p14:tracePt t="14564" x="3027363" y="2292350"/>
          <p14:tracePt t="14577" x="2994025" y="2314575"/>
          <p14:tracePt t="14577" x="2982913" y="2320925"/>
          <p14:tracePt t="14584" x="2965450" y="2332038"/>
          <p14:tracePt t="14585" x="2959100" y="2336800"/>
          <p14:tracePt t="14598" x="2925763" y="2360613"/>
          <p14:tracePt t="14598" x="2919413" y="2365375"/>
          <p14:tracePt t="14605" x="2901950" y="2371725"/>
          <p14:tracePt t="14612" x="2886075" y="2382838"/>
          <p14:tracePt t="14626" x="2862263" y="2393950"/>
          <p14:tracePt t="14632" x="2857500" y="2393950"/>
          <p14:tracePt t="14633" x="2857500" y="2400300"/>
          <p14:tracePt t="14682" x="2851150" y="2400300"/>
          <p14:tracePt t="14693" x="2851150" y="2405063"/>
          <p14:tracePt t="14696" x="2844800" y="2405063"/>
          <p14:tracePt t="14703" x="2840038" y="2405063"/>
          <p14:tracePt t="14709" x="2833688" y="2405063"/>
          <p14:tracePt t="14709" x="2828925" y="2411413"/>
          <p14:tracePt t="14723" x="2794000" y="2422525"/>
          <p14:tracePt t="14729" x="2771775" y="2428875"/>
          <p14:tracePt t="14743" x="2732088" y="2439988"/>
          <p14:tracePt t="14750" x="2708275" y="2439988"/>
          <p14:tracePt t="14758" x="2690813" y="2439988"/>
          <p14:tracePt t="14771" x="2657475" y="2439988"/>
          <p14:tracePt t="14772" x="2651125" y="2439988"/>
          <p14:tracePt t="14779" x="2635250" y="2446338"/>
          <p14:tracePt t="14792" x="2589213" y="2446338"/>
          <p14:tracePt t="14793" x="2582863" y="2446338"/>
          <p14:tracePt t="14793" x="2578100" y="2446338"/>
          <p14:tracePt t="14800" x="2554288" y="2446338"/>
          <p14:tracePt t="14807" x="2525713" y="2446338"/>
          <p14:tracePt t="14820" x="2463800" y="2446338"/>
          <p14:tracePt t="14827" x="2428875" y="2446338"/>
          <p14:tracePt t="14828" x="2417763" y="2446338"/>
          <p14:tracePt t="14841" x="2349500" y="2446338"/>
          <p14:tracePt t="14841" x="2338388" y="2446338"/>
          <p14:tracePt t="14842" x="2332038" y="2446338"/>
          <p14:tracePt t="14848" x="2303463" y="2451100"/>
          <p14:tracePt t="14849" x="2292350" y="2451100"/>
          <p14:tracePt t="14850" x="2281238" y="2451100"/>
          <p14:tracePt t="14856" x="2257425" y="2451100"/>
          <p14:tracePt t="14863" x="2206625" y="2451100"/>
          <p14:tracePt t="14864" x="2201863" y="2457450"/>
          <p14:tracePt t="14876" x="2132013" y="2462213"/>
          <p14:tracePt t="14882" x="2098675" y="2462213"/>
          <p14:tracePt t="14883" x="2087563" y="2462213"/>
          <p14:tracePt t="14884" x="2081213" y="2462213"/>
          <p14:tracePt t="14896" x="2012950" y="2457450"/>
          <p14:tracePt t="14897" x="2001838" y="2457450"/>
          <p14:tracePt t="14903" x="1973263" y="2446338"/>
          <p14:tracePt t="14904" x="1955800" y="2446338"/>
          <p14:tracePt t="14905" x="1951038" y="2446338"/>
          <p14:tracePt t="14906" x="1944688" y="2439988"/>
          <p14:tracePt t="14911" x="1909763" y="2428875"/>
          <p14:tracePt t="14924" x="1824038" y="2400300"/>
          <p14:tracePt t="14931" x="1779588" y="2389188"/>
          <p14:tracePt t="14945" x="1711325" y="2371725"/>
          <p14:tracePt t="14946" x="1698625" y="2371725"/>
          <p14:tracePt t="14952" x="1665288" y="2365375"/>
          <p14:tracePt t="14953" x="1647825" y="2360613"/>
          <p14:tracePt t="14966" x="1601788" y="2354263"/>
          <p14:tracePt t="14966" x="1597025" y="2354263"/>
          <p14:tracePt t="14973" x="1573213" y="2349500"/>
          <p14:tracePt t="14974" x="1568450" y="2349500"/>
          <p14:tracePt t="14974" x="1562100" y="2349500"/>
          <p14:tracePt t="14987" x="1533525" y="2349500"/>
          <p14:tracePt t="14994" x="1517650" y="2343150"/>
          <p14:tracePt t="15001" x="1504950" y="2343150"/>
          <p14:tracePt t="15014" x="1465263" y="2336800"/>
          <p14:tracePt t="15015" x="1454150" y="2332038"/>
          <p14:tracePt t="15021" x="1443038" y="2332038"/>
          <p14:tracePt t="15035" x="1390650" y="2325688"/>
          <p14:tracePt t="15036" x="1379538" y="2320925"/>
          <p14:tracePt t="15043" x="1357313" y="2314575"/>
          <p14:tracePt t="15050" x="1328738" y="2303463"/>
          <p14:tracePt t="15051" x="1322388" y="2303463"/>
          <p14:tracePt t="15052" x="1311275" y="2303463"/>
          <p14:tracePt t="15058" x="1293813" y="2297113"/>
          <p14:tracePt t="15065" x="1277938" y="2292350"/>
          <p14:tracePt t="15072" x="1254125" y="2286000"/>
          <p14:tracePt t="15079" x="1236663" y="2286000"/>
          <p14:tracePt t="15080" x="1225550" y="2279650"/>
          <p14:tracePt t="15087" x="1203325" y="2274888"/>
          <p14:tracePt t="15094" x="1181100" y="2268538"/>
          <p14:tracePt t="15101" x="1157288" y="2263775"/>
          <p14:tracePt t="15109" x="1123950" y="2257425"/>
          <p14:tracePt t="15110" x="1117600" y="2257425"/>
          <p14:tracePt t="15116" x="1089025" y="2251075"/>
          <p14:tracePt t="15123" x="1066800" y="2246313"/>
          <p14:tracePt t="15124" x="1055688" y="2239963"/>
          <p14:tracePt t="15125" x="1049338" y="2239963"/>
          <p14:tracePt t="15131" x="1031875" y="2235200"/>
          <p14:tracePt t="15138" x="1003300" y="2222500"/>
          <p14:tracePt t="15145" x="969963" y="2211388"/>
          <p14:tracePt t="15152" x="946150" y="2200275"/>
          <p14:tracePt t="15153" x="935038" y="2195513"/>
          <p14:tracePt t="15159" x="912813" y="2182813"/>
          <p14:tracePt t="15160" x="906463" y="2178050"/>
          <p14:tracePt t="15166" x="877888" y="2166938"/>
          <p14:tracePt t="15174" x="849313" y="2154238"/>
          <p14:tracePt t="15181" x="820738" y="2138363"/>
          <p14:tracePt t="15182" x="809625" y="2125663"/>
          <p14:tracePt t="15182" x="803275" y="2125663"/>
          <p14:tracePt t="15188" x="787400" y="2120900"/>
          <p14:tracePt t="15195" x="763588" y="2103438"/>
          <p14:tracePt t="15196" x="763588" y="2097088"/>
          <p14:tracePt t="15202" x="752475" y="2085975"/>
          <p14:tracePt t="15215" x="741363" y="2074863"/>
          <p14:tracePt t="15240" x="741363" y="2070100"/>
          <p14:tracePt t="15244" x="741363" y="2063750"/>
          <p14:tracePt t="15253" x="741363" y="2057400"/>
          <p14:tracePt t="15255" x="735013" y="2057400"/>
          <p14:tracePt t="15259" x="735013" y="2052638"/>
          <p14:tracePt t="15271" x="735013" y="2035175"/>
          <p14:tracePt t="15278" x="735013" y="2017713"/>
          <p14:tracePt t="15279" x="735013" y="2006600"/>
          <p14:tracePt t="15286" x="735013" y="1989138"/>
          <p14:tracePt t="15299" x="735013" y="1955800"/>
          <p14:tracePt t="15300" x="735013" y="1949450"/>
          <p14:tracePt t="15307" x="735013" y="1931988"/>
          <p14:tracePt t="15320" x="741363" y="1909763"/>
          <p14:tracePt t="15320" x="741363" y="1903413"/>
          <p14:tracePt t="15327" x="741363" y="1892300"/>
          <p14:tracePt t="15334" x="741363" y="1887538"/>
          <p14:tracePt t="15342" x="741363" y="1881188"/>
          <p14:tracePt t="15342" x="741363" y="1874838"/>
          <p14:tracePt t="15349" x="752475" y="1874838"/>
          <p14:tracePt t="15356" x="758825" y="1858963"/>
          <p14:tracePt t="15369" x="781050" y="1846263"/>
          <p14:tracePt t="15376" x="798513" y="1841500"/>
          <p14:tracePt t="15390" x="831850" y="1830388"/>
          <p14:tracePt t="15390" x="844550" y="1830388"/>
          <p14:tracePt t="15391" x="849313" y="1830388"/>
          <p14:tracePt t="15403" x="895350" y="1830388"/>
          <p14:tracePt t="15404" x="906463" y="1830388"/>
          <p14:tracePt t="15411" x="935038" y="1830388"/>
          <p14:tracePt t="15411" x="941388" y="1830388"/>
          <p14:tracePt t="15412" x="946150" y="1830388"/>
          <p14:tracePt t="15418" x="981075" y="1830388"/>
          <p14:tracePt t="15425" x="1031875" y="1841500"/>
          <p14:tracePt t="15426" x="1049338" y="1841500"/>
          <p14:tracePt t="15427" x="1055688" y="1846263"/>
          <p14:tracePt t="15433" x="1106488" y="1852613"/>
          <p14:tracePt t="15434" x="1123950" y="1858963"/>
          <p14:tracePt t="15441" x="1181100" y="1870075"/>
          <p14:tracePt t="15448" x="1243013" y="1874838"/>
          <p14:tracePt t="15449" x="1265238" y="1881188"/>
          <p14:tracePt t="15450" x="1271588" y="1881188"/>
          <p14:tracePt t="15456" x="1317625" y="1881188"/>
          <p14:tracePt t="15457" x="1339850" y="1881188"/>
          <p14:tracePt t="15463" x="1397000" y="1881188"/>
          <p14:tracePt t="15472" x="1471613" y="1881188"/>
          <p14:tracePt t="15473" x="1482725" y="1881188"/>
          <p14:tracePt t="15473" x="1500188" y="1881188"/>
          <p14:tracePt t="15479" x="1522413" y="1881188"/>
          <p14:tracePt t="15486" x="1579563" y="1881188"/>
          <p14:tracePt t="15487" x="1585913" y="1881188"/>
          <p14:tracePt t="15487" x="1597025" y="1881188"/>
          <p14:tracePt t="15488" x="1601788" y="1874838"/>
          <p14:tracePt t="15493" x="1636713" y="1874838"/>
          <p14:tracePt t="15500" x="1698625" y="1870075"/>
          <p14:tracePt t="15501" x="1722438" y="1870075"/>
          <p14:tracePt t="15502" x="1727200" y="1870075"/>
          <p14:tracePt t="15508" x="1773238" y="1863725"/>
          <p14:tracePt t="15515" x="1858963" y="1863725"/>
          <p14:tracePt t="15515" x="1881188" y="1863725"/>
          <p14:tracePt t="15522" x="1966913" y="1858963"/>
          <p14:tracePt t="15523" x="1984375" y="1858963"/>
          <p14:tracePt t="15523" x="1995488" y="1858963"/>
          <p14:tracePt t="15524" x="2012950" y="1858963"/>
          <p14:tracePt t="15525" x="2024063" y="1858963"/>
          <p14:tracePt t="15526" x="2041525" y="1858963"/>
          <p14:tracePt t="15529" x="2070100" y="1858963"/>
          <p14:tracePt t="15537" x="2184400" y="1858963"/>
          <p14:tracePt t="15538" x="2201863" y="1858963"/>
          <p14:tracePt t="15538" x="2217738" y="1858963"/>
          <p14:tracePt t="15539" x="2235200" y="1858963"/>
          <p14:tracePt t="15544" x="2292350" y="1858963"/>
          <p14:tracePt t="15545" x="2320925" y="1858963"/>
          <p14:tracePt t="15557" x="2457450" y="1858963"/>
          <p14:tracePt t="15558" x="2481263" y="1858963"/>
          <p14:tracePt t="15558" x="2497138" y="1863725"/>
          <p14:tracePt t="15559" x="2509838" y="1863725"/>
          <p14:tracePt t="15564" x="2554288" y="1870075"/>
          <p14:tracePt t="15571" x="2668588" y="1887538"/>
          <p14:tracePt t="15578" x="2771775" y="1898650"/>
          <p14:tracePt t="15579" x="2789238" y="1903413"/>
          <p14:tracePt t="15580" x="2800350" y="1903413"/>
          <p14:tracePt t="15586" x="2851150" y="1916113"/>
          <p14:tracePt t="15593" x="2908300" y="1927225"/>
          <p14:tracePt t="15594" x="2925763" y="1931988"/>
          <p14:tracePt t="15601" x="2954338" y="1938338"/>
          <p14:tracePt t="15608" x="2982913" y="1949450"/>
          <p14:tracePt t="15609" x="2987675" y="1955800"/>
          <p14:tracePt t="15615" x="2994025" y="1955800"/>
          <p14:tracePt t="15623" x="2998788" y="1960563"/>
          <p14:tracePt t="15654" x="2998788" y="1966913"/>
          <p14:tracePt t="15661" x="2998788" y="1971675"/>
          <p14:tracePt t="15661" x="2998788" y="1978025"/>
          <p14:tracePt t="15663" x="2998788" y="1984375"/>
          <p14:tracePt t="15668" x="2998788" y="1995488"/>
          <p14:tracePt t="15681" x="3011488" y="2041525"/>
          <p14:tracePt t="15682" x="3011488" y="2046288"/>
          <p14:tracePt t="15682" x="3016250" y="2052638"/>
          <p14:tracePt t="15688" x="3016250" y="2074863"/>
          <p14:tracePt t="15689" x="3016250" y="2085975"/>
          <p14:tracePt t="15690" x="3016250" y="2092325"/>
          <p14:tracePt t="15702" x="3022600" y="2132013"/>
          <p14:tracePt t="15703" x="3027363" y="2138363"/>
          <p14:tracePt t="15709" x="3027363" y="2166938"/>
          <p14:tracePt t="15716" x="3027363" y="2200275"/>
          <p14:tracePt t="15717" x="3027363" y="2206625"/>
          <p14:tracePt t="15718" x="3027363" y="2211388"/>
          <p14:tracePt t="15729" x="3022600" y="2257425"/>
          <p14:tracePt t="15730" x="3016250" y="2263775"/>
          <p14:tracePt t="15737" x="3016250" y="2279650"/>
          <p14:tracePt t="15738" x="3016250" y="2286000"/>
          <p14:tracePt t="15738" x="3011488" y="2286000"/>
          <p14:tracePt t="15739" x="3011488" y="2292350"/>
          <p14:tracePt t="15745" x="3005138" y="2297113"/>
          <p14:tracePt t="15757" x="2994025" y="2320925"/>
          <p14:tracePt t="15764" x="2987675" y="2325688"/>
          <p14:tracePt t="15772" x="2987675" y="2332038"/>
          <p14:tracePt t="15785" x="2971800" y="2343150"/>
          <p14:tracePt t="15786" x="2971800" y="2349500"/>
          <p14:tracePt t="15792" x="2965450" y="2354263"/>
          <p14:tracePt t="15799" x="2965450" y="2360613"/>
          <p14:tracePt t="15800" x="2959100" y="2365375"/>
          <p14:tracePt t="15813" x="2947988" y="2376488"/>
          <p14:tracePt t="15822" x="2947988" y="2382838"/>
          <p14:tracePt t="15848" x="2943225" y="2382838"/>
          <p14:tracePt t="20348" x="2943225" y="2389188"/>
          <p14:tracePt t="20351" x="2936875" y="2400300"/>
          <p14:tracePt t="20355" x="2925763" y="2417763"/>
          <p14:tracePt t="20356" x="2919413" y="2422525"/>
          <p14:tracePt t="20362" x="2886075" y="2468563"/>
          <p14:tracePt t="20375" x="2794000" y="2605088"/>
          <p14:tracePt t="20376" x="2776538" y="2622550"/>
          <p14:tracePt t="20389" x="2646363" y="2736850"/>
          <p14:tracePt t="20390" x="2617788" y="2752725"/>
          <p14:tracePt t="20391" x="2611438" y="2759075"/>
          <p14:tracePt t="20396" x="2560638" y="2787650"/>
          <p14:tracePt t="20410" x="2366963" y="2901950"/>
          <p14:tracePt t="20411" x="2343150" y="2913063"/>
          <p14:tracePt t="20424" x="2201863" y="2992438"/>
          <p14:tracePt t="20425" x="2189163" y="2998788"/>
          <p14:tracePt t="20432" x="2127250" y="3032125"/>
          <p14:tracePt t="20445" x="2019300" y="3089275"/>
          <p14:tracePt t="20446" x="2006600" y="3095625"/>
          <p14:tracePt t="20453" x="1978025" y="3113088"/>
          <p14:tracePt t="20454" x="1966913" y="3113088"/>
          <p14:tracePt t="20454" x="1966913" y="3117850"/>
          <p14:tracePt t="20455" x="1962150" y="3117850"/>
          <p14:tracePt t="20460" x="1951038" y="3124200"/>
          <p14:tracePt t="20469" x="1933575" y="3135313"/>
          <p14:tracePt t="20487" x="1909763" y="3152775"/>
          <p14:tracePt t="20494" x="1893888" y="3163888"/>
          <p14:tracePt t="20507" x="1865313" y="3186113"/>
          <p14:tracePt t="20515" x="1858963" y="3192463"/>
          <p14:tracePt t="20522" x="1841500" y="3209925"/>
          <p14:tracePt t="20535" x="1819275" y="3227388"/>
          <p14:tracePt t="20543" x="1812925" y="3238500"/>
          <p14:tracePt t="20552" x="1808163" y="3238500"/>
          <p14:tracePt t="20615" x="1808163" y="3243263"/>
          <p14:tracePt t="20616" x="1808163" y="3249613"/>
          <p14:tracePt t="20619" x="1801813" y="3254375"/>
          <p14:tracePt t="20626" x="1797050" y="3267075"/>
          <p14:tracePt t="20627" x="1790700" y="3271838"/>
          <p14:tracePt t="20639" x="1773238" y="3300413"/>
          <p14:tracePt t="20653" x="1751013" y="3324225"/>
          <p14:tracePt t="20661" x="1744663" y="3328988"/>
          <p14:tracePt t="20722" x="1744663" y="3335338"/>
          <p14:tracePt t="20725" x="1739900" y="3335338"/>
          <p14:tracePt t="20730" x="1727200" y="3340100"/>
          <p14:tracePt t="20739" x="1704975" y="3363913"/>
          <p14:tracePt t="20740" x="1698625" y="3363913"/>
          <p14:tracePt t="20746" x="1682750" y="3379788"/>
          <p14:tracePt t="20754" x="1654175" y="3397250"/>
          <p14:tracePt t="20755" x="1647825" y="3403600"/>
          <p14:tracePt t="20761" x="1630363" y="3408363"/>
          <p14:tracePt t="20768" x="1608138" y="3425825"/>
          <p14:tracePt t="20781" x="1579563" y="3449638"/>
          <p14:tracePt t="20788" x="1573213" y="3449638"/>
          <p14:tracePt t="20795" x="1568450" y="3449638"/>
          <p14:tracePt t="20802" x="1562100" y="3454400"/>
          <p14:tracePt t="20803" x="1557338" y="3454400"/>
          <p14:tracePt t="20815" x="1544638" y="3460750"/>
          <p14:tracePt t="20815" x="1539875" y="3460750"/>
          <p14:tracePt t="20827" x="1528763" y="3465513"/>
          <p14:tracePt t="20841" x="1517650" y="3471863"/>
          <p14:tracePt t="21020" x="1511300" y="3471863"/>
          <p14:tracePt t="21080" x="1504950" y="3471863"/>
          <p14:tracePt t="21082" x="1500188" y="3471863"/>
          <p14:tracePt t="21085" x="1493838" y="3471863"/>
          <p14:tracePt t="21092" x="1476375" y="3471863"/>
          <p14:tracePt t="21105" x="1443038" y="3482975"/>
          <p14:tracePt t="21106" x="1436688" y="3482975"/>
          <p14:tracePt t="21119" x="1419225" y="3489325"/>
          <p14:tracePt t="21126" x="1414463" y="3494088"/>
          <p14:tracePt t="21127" x="1408113" y="3494088"/>
          <p14:tracePt t="21139" x="1390650" y="3494088"/>
          <p14:tracePt t="21146" x="1374775" y="3494088"/>
          <p14:tracePt t="21147" x="1374775" y="3500438"/>
          <p14:tracePt t="21153" x="1368425" y="3500438"/>
          <p14:tracePt t="21161" x="1346200" y="3500438"/>
          <p14:tracePt t="21168" x="1328738" y="3500438"/>
          <p14:tracePt t="21176" x="1322388" y="3500438"/>
          <p14:tracePt t="21183" x="1317625" y="3500438"/>
          <p14:tracePt t="21257" x="1311275" y="3500438"/>
          <p14:tracePt t="21260" x="1306513" y="3500438"/>
          <p14:tracePt t="21265" x="1300163" y="3500438"/>
          <p14:tracePt t="21272" x="1293813" y="3500438"/>
          <p14:tracePt t="21294" x="1260475" y="3505200"/>
          <p14:tracePt t="21302" x="1249363" y="3505200"/>
          <p14:tracePt t="21309" x="1243013" y="3505200"/>
          <p14:tracePt t="21744" x="1243013" y="3511550"/>
          <p14:tracePt t="21757" x="1243013" y="3517900"/>
          <p14:tracePt t="21758" x="1236663" y="3517900"/>
          <p14:tracePt t="21764" x="1231900" y="3522663"/>
          <p14:tracePt t="21772" x="1220788" y="3529013"/>
          <p14:tracePt t="21785" x="1203325" y="3540125"/>
          <p14:tracePt t="21792" x="1196975" y="3546475"/>
          <p14:tracePt t="21806" x="1192213" y="3546475"/>
          <p14:tracePt t="21883" x="1192213" y="3551238"/>
          <p14:tracePt t="21885" x="1185863" y="3551238"/>
          <p14:tracePt t="21890" x="1185863" y="3557588"/>
          <p14:tracePt t="21897" x="1174750" y="3562350"/>
          <p14:tracePt t="21910" x="1157288" y="3579813"/>
          <p14:tracePt t="21911" x="1152525" y="3579813"/>
          <p14:tracePt t="21924" x="1139825" y="3579813"/>
          <p14:tracePt t="22387" x="1146175" y="3579813"/>
          <p14:tracePt t="22389" x="1152525" y="3579813"/>
          <p14:tracePt t="22396" x="1163638" y="3579813"/>
          <p14:tracePt t="22404" x="1203325" y="3568700"/>
          <p14:tracePt t="22405" x="1220788" y="3568700"/>
          <p14:tracePt t="22406" x="1225550" y="3562350"/>
          <p14:tracePt t="22417" x="1311275" y="3557588"/>
          <p14:tracePt t="22418" x="1322388" y="3551238"/>
          <p14:tracePt t="22418" x="1328738" y="3551238"/>
          <p14:tracePt t="22425" x="1374775" y="3551238"/>
          <p14:tracePt t="22425" x="1397000" y="3546475"/>
          <p14:tracePt t="22426" x="1403350" y="3546475"/>
          <p14:tracePt t="22438" x="1511300" y="3546475"/>
          <p14:tracePt t="22439" x="1517650" y="3546475"/>
          <p14:tracePt t="22445" x="1568450" y="3546475"/>
          <p14:tracePt t="22453" x="1619250" y="3540125"/>
          <p14:tracePt t="22454" x="1636713" y="3540125"/>
          <p14:tracePt t="22468" x="1676400" y="3533775"/>
          <p14:tracePt t="22480" x="1687513" y="3533775"/>
          <p14:tracePt t="22487" x="1693863" y="3533775"/>
          <p14:tracePt t="22487" x="1698625" y="3533775"/>
          <p14:tracePt t="22501" x="1716088" y="3533775"/>
          <p14:tracePt t="22502" x="1722438" y="3533775"/>
          <p14:tracePt t="22508" x="1755775" y="3533775"/>
          <p14:tracePt t="22521" x="1905000" y="3568700"/>
          <p14:tracePt t="22522" x="1938338" y="3575050"/>
          <p14:tracePt t="22523" x="1951038" y="3586163"/>
          <p14:tracePt t="22529" x="2019300" y="3608388"/>
          <p14:tracePt t="22542" x="2195513" y="3665538"/>
          <p14:tracePt t="22543" x="2224088" y="3676650"/>
          <p14:tracePt t="22550" x="2309813" y="3705225"/>
          <p14:tracePt t="22550" x="2338388" y="3711575"/>
          <p14:tracePt t="22551" x="2355850" y="3711575"/>
          <p14:tracePt t="22563" x="2474913" y="3740150"/>
          <p14:tracePt t="22564" x="2503488" y="3744913"/>
          <p14:tracePt t="22570" x="2589213" y="3756025"/>
          <p14:tracePt t="22578" x="2668588" y="3768725"/>
          <p14:tracePt t="22579" x="2679700" y="3768725"/>
          <p14:tracePt t="22579" x="2686050" y="3768725"/>
          <p14:tracePt t="22580" x="2697163" y="3768725"/>
          <p14:tracePt t="22591" x="2760663" y="3779838"/>
          <p14:tracePt t="22599" x="2800350" y="3779838"/>
          <p14:tracePt t="22609" x="2805113" y="3779838"/>
          <p14:tracePt t="22627" x="2811463" y="3779838"/>
          <p14:tracePt t="22638" x="2817813" y="3779838"/>
          <p14:tracePt t="22639" x="2817813" y="3784600"/>
          <p14:tracePt t="22642" x="2822575" y="3790950"/>
          <p14:tracePt t="22643" x="2822575" y="3797300"/>
          <p14:tracePt t="22651" x="2828925" y="3808413"/>
          <p14:tracePt t="22659" x="2840038" y="3836988"/>
          <p14:tracePt t="22667" x="2844800" y="3865563"/>
          <p14:tracePt t="22674" x="2862263" y="3905250"/>
          <p14:tracePt t="22681" x="2879725" y="3933825"/>
          <p14:tracePt t="22695" x="2908300" y="3990975"/>
          <p14:tracePt t="22695" x="2914650" y="4002088"/>
          <p14:tracePt t="22696" x="2914650" y="4006850"/>
          <p14:tracePt t="22702" x="2919413" y="4019550"/>
          <p14:tracePt t="22703" x="2919413" y="4024313"/>
          <p14:tracePt t="22704" x="2925763" y="4030663"/>
          <p14:tracePt t="22710" x="2930525" y="4041775"/>
          <p14:tracePt t="22710" x="2930525" y="4048125"/>
          <p14:tracePt t="22723" x="2930525" y="4064000"/>
          <p14:tracePt t="22731" x="2930525" y="4076700"/>
          <p14:tracePt t="22740" x="2930525" y="4092575"/>
          <p14:tracePt t="22742" x="2930525" y="4098925"/>
          <p14:tracePt t="22742" x="2930525" y="4105275"/>
          <p14:tracePt t="22748" x="2930525" y="4116388"/>
          <p14:tracePt t="22755" x="2925763" y="4144963"/>
          <p14:tracePt t="22756" x="2925763" y="4149725"/>
          <p14:tracePt t="22762" x="2919413" y="4167188"/>
          <p14:tracePt t="22763" x="2919413" y="4184650"/>
          <p14:tracePt t="22770" x="2914650" y="4213225"/>
          <p14:tracePt t="22777" x="2908300" y="4252913"/>
          <p14:tracePt t="22786" x="2901950" y="4303713"/>
          <p14:tracePt t="22787" x="2901950" y="4314825"/>
          <p14:tracePt t="22787" x="2901950" y="4321175"/>
          <p14:tracePt t="22788" x="2897188" y="4327525"/>
          <p14:tracePt t="22793" x="2890838" y="4349750"/>
          <p14:tracePt t="22801" x="2886075" y="4378325"/>
          <p14:tracePt t="22808" x="2873375" y="4400550"/>
          <p14:tracePt t="22820" x="2862263" y="4429125"/>
          <p14:tracePt t="22827" x="2851150" y="4440238"/>
          <p14:tracePt t="22841" x="2840038" y="4457700"/>
          <p14:tracePt t="22848" x="2828925" y="4468813"/>
          <p14:tracePt t="22862" x="2822575" y="4475163"/>
          <p14:tracePt t="22863" x="2822575" y="4481513"/>
          <p14:tracePt t="22870" x="2817813" y="4481513"/>
          <p14:tracePt t="22871" x="2817813" y="4486275"/>
          <p14:tracePt t="22876" x="2817813" y="4492625"/>
          <p14:tracePt t="22890" x="2805113" y="4503738"/>
          <p14:tracePt t="22896" x="2800350" y="4521200"/>
          <p14:tracePt t="22897" x="2794000" y="4521200"/>
          <p14:tracePt t="22904" x="2789238" y="4532313"/>
          <p14:tracePt t="22911" x="2776538" y="4549775"/>
          <p14:tracePt t="22924" x="2747963" y="4583113"/>
          <p14:tracePt t="22925" x="2747963" y="4589463"/>
          <p14:tracePt t="22931" x="2736850" y="4600575"/>
          <p14:tracePt t="22939" x="2719388" y="4618038"/>
          <p14:tracePt t="22940" x="2714625" y="4629150"/>
          <p14:tracePt t="22940" x="2708275" y="4629150"/>
          <p14:tracePt t="22946" x="2697163" y="4640263"/>
          <p14:tracePt t="22953" x="2686050" y="4657725"/>
          <p14:tracePt t="22960" x="2674938" y="4668838"/>
          <p14:tracePt t="22961" x="2668588" y="4675188"/>
          <p14:tracePt t="22968" x="2657475" y="4686300"/>
          <p14:tracePt t="22975" x="2651125" y="4697413"/>
          <p14:tracePt t="22976" x="2646363" y="4703763"/>
          <p14:tracePt t="22983" x="2640013" y="4714875"/>
          <p14:tracePt t="22983" x="2635250" y="4719638"/>
          <p14:tracePt t="22990" x="2628900" y="4732338"/>
          <p14:tracePt t="22997" x="2611438" y="4754563"/>
          <p14:tracePt t="22998" x="2611438" y="4760913"/>
          <p14:tracePt t="23005" x="2593975" y="4776788"/>
          <p14:tracePt t="23006" x="2593975" y="4783138"/>
          <p14:tracePt t="23012" x="2582863" y="4800600"/>
          <p14:tracePt t="23019" x="2565400" y="4816475"/>
          <p14:tracePt t="23020" x="2560638" y="4829175"/>
          <p14:tracePt t="23021" x="2560638" y="4833938"/>
          <p14:tracePt t="23026" x="2549525" y="4845050"/>
          <p14:tracePt t="23027" x="2543175" y="4857750"/>
          <p14:tracePt t="23028" x="2538413" y="4857750"/>
          <p14:tracePt t="23034" x="2532063" y="4873625"/>
          <p14:tracePt t="23035" x="2520950" y="4886325"/>
          <p14:tracePt t="23042" x="2509838" y="4908550"/>
          <p14:tracePt t="23043" x="2497138" y="4913313"/>
          <p14:tracePt t="23049" x="2486025" y="4930775"/>
          <p14:tracePt t="23050" x="2481263" y="4930775"/>
          <p14:tracePt t="23050" x="2481263" y="4937125"/>
          <p14:tracePt t="23056" x="2468563" y="4948238"/>
          <p14:tracePt t="23063" x="2439988" y="4970463"/>
          <p14:tracePt t="23064" x="2435225" y="4976813"/>
          <p14:tracePt t="23077" x="2411413" y="4994275"/>
          <p14:tracePt t="23084" x="2395538" y="5005388"/>
          <p14:tracePt t="23091" x="2378075" y="5016500"/>
          <p14:tracePt t="23105" x="2355850" y="5027613"/>
          <p14:tracePt t="23112" x="2343150" y="5033963"/>
          <p14:tracePt t="23126" x="2314575" y="5045075"/>
          <p14:tracePt t="23133" x="2298700" y="5051425"/>
          <p14:tracePt t="23140" x="2274888" y="5056188"/>
          <p14:tracePt t="23141" x="2263775" y="5062538"/>
          <p14:tracePt t="23147" x="2246313" y="5062538"/>
          <p14:tracePt t="23154" x="2217738" y="5073650"/>
          <p14:tracePt t="23162" x="2173288" y="5080000"/>
          <p14:tracePt t="23171" x="2127250" y="5091113"/>
          <p14:tracePt t="23171" x="2116138" y="5091113"/>
          <p14:tracePt t="23172" x="2109788" y="5091113"/>
          <p14:tracePt t="23179" x="2070100" y="5095875"/>
          <p14:tracePt t="23187" x="2024063" y="5102225"/>
          <p14:tracePt t="23195" x="1978025" y="5108575"/>
          <p14:tracePt t="23204" x="1938338" y="5119688"/>
          <p14:tracePt t="23205" x="1927225" y="5119688"/>
          <p14:tracePt t="23212" x="1893888" y="5119688"/>
          <p14:tracePt t="23221" x="1847850" y="5124450"/>
          <p14:tracePt t="23222" x="1841500" y="5130800"/>
          <p14:tracePt t="23229" x="1790700" y="5137150"/>
          <p14:tracePt t="23238" x="1722438" y="5148263"/>
          <p14:tracePt t="23239" x="1704975" y="5148263"/>
          <p14:tracePt t="23246" x="1654175" y="5153025"/>
          <p14:tracePt t="23255" x="1579563" y="5159375"/>
          <p14:tracePt t="23263" x="1517650" y="5164138"/>
          <p14:tracePt t="23271" x="1460500" y="5164138"/>
          <p14:tracePt t="23280" x="1408113" y="5164138"/>
          <p14:tracePt t="23294" x="1339850" y="5153025"/>
          <p14:tracePt t="23302" x="1311275" y="5141913"/>
          <p14:tracePt t="23311" x="1277938" y="5124450"/>
          <p14:tracePt t="23318" x="1260475" y="5113338"/>
          <p14:tracePt t="23327" x="1243013" y="5102225"/>
          <p14:tracePt t="23334" x="1236663" y="5091113"/>
          <p14:tracePt t="23343" x="1236663" y="5080000"/>
          <p14:tracePt t="23351" x="1231900" y="5067300"/>
          <p14:tracePt t="23359" x="1231900" y="5045075"/>
          <p14:tracePt t="23367" x="1220788" y="5016500"/>
          <p14:tracePt t="23375" x="1209675" y="4959350"/>
          <p14:tracePt t="23376" x="1209675" y="4941888"/>
          <p14:tracePt t="23376" x="1203325" y="4937125"/>
          <p14:tracePt t="23382" x="1192213" y="4891088"/>
          <p14:tracePt t="23390" x="1163638" y="4822825"/>
          <p14:tracePt t="23391" x="1163638" y="4816475"/>
          <p14:tracePt t="23391" x="1163638" y="4811713"/>
          <p14:tracePt t="23392" x="1152525" y="4800600"/>
          <p14:tracePt t="23398" x="1146175" y="4772025"/>
          <p14:tracePt t="23399" x="1139825" y="4754563"/>
          <p14:tracePt t="23399" x="1135063" y="4748213"/>
          <p14:tracePt t="23400" x="1135063" y="4743450"/>
          <p14:tracePt t="23405" x="1123950" y="4719638"/>
          <p14:tracePt t="23406" x="1117600" y="4703763"/>
          <p14:tracePt t="23413" x="1100138" y="4668838"/>
          <p14:tracePt t="23414" x="1100138" y="4657725"/>
          <p14:tracePt t="23415" x="1095375" y="4651375"/>
          <p14:tracePt t="23416" x="1095375" y="4646613"/>
          <p14:tracePt t="23421" x="1089025" y="4629150"/>
          <p14:tracePt t="23429" x="1077913" y="4583113"/>
          <p14:tracePt t="23430" x="1071563" y="4572000"/>
          <p14:tracePt t="23430" x="1071563" y="4565650"/>
          <p14:tracePt t="23436" x="1066800" y="4532313"/>
          <p14:tracePt t="23443" x="1060450" y="4486275"/>
          <p14:tracePt t="23451" x="1055688" y="4435475"/>
          <p14:tracePt t="23461" x="1042988" y="4356100"/>
          <p14:tracePt t="23471" x="1027113" y="4270375"/>
          <p14:tracePt t="23472" x="1020763" y="4252913"/>
          <p14:tracePt t="23479" x="992188" y="4195763"/>
          <p14:tracePt t="23487" x="969963" y="4132263"/>
          <p14:tracePt t="23487" x="963613" y="4116388"/>
          <p14:tracePt t="23488" x="957263" y="4110038"/>
          <p14:tracePt t="23494" x="946150" y="4076700"/>
          <p14:tracePt t="23503" x="941388" y="4030663"/>
          <p14:tracePt t="23504" x="941388" y="4019550"/>
          <p14:tracePt t="23504" x="941388" y="4013200"/>
          <p14:tracePt t="23505" x="935038" y="4013200"/>
          <p14:tracePt t="23510" x="935038" y="3990975"/>
          <p14:tracePt t="23518" x="930275" y="3951288"/>
          <p14:tracePt t="23519" x="930275" y="3938588"/>
          <p14:tracePt t="23526" x="923925" y="3910013"/>
          <p14:tracePt t="23527" x="923925" y="3898900"/>
          <p14:tracePt t="23527" x="923925" y="3887788"/>
          <p14:tracePt t="23533" x="923925" y="3865563"/>
          <p14:tracePt t="23542" x="923925" y="3819525"/>
          <p14:tracePt t="23550" x="935038" y="3773488"/>
          <p14:tracePt t="23551" x="935038" y="3768725"/>
          <p14:tracePt t="23559" x="952500" y="3722688"/>
          <p14:tracePt t="23568" x="969963" y="3687763"/>
          <p14:tracePt t="23577" x="985838" y="3648075"/>
          <p14:tracePt t="23578" x="992188" y="3643313"/>
          <p14:tracePt t="23579" x="992188" y="3636963"/>
          <p14:tracePt t="23586" x="1009650" y="3608388"/>
          <p14:tracePt t="23595" x="1031875" y="3579813"/>
          <p14:tracePt t="23603" x="1060450" y="3551238"/>
          <p14:tracePt t="23613" x="1095375" y="3529013"/>
          <p14:tracePt t="23621" x="1123950" y="3500438"/>
          <p14:tracePt t="23622" x="1135063" y="3494088"/>
          <p14:tracePt t="23622" x="1139825" y="3489325"/>
          <p14:tracePt t="23623" x="1146175" y="3482975"/>
          <p14:tracePt t="23629" x="1163638" y="3471863"/>
          <p14:tracePt t="23630" x="1168400" y="3465513"/>
          <p14:tracePt t="23631" x="1174750" y="3465513"/>
          <p14:tracePt t="23631" x="1185863" y="3460750"/>
          <p14:tracePt t="23637" x="1209675" y="3449638"/>
          <p14:tracePt t="23645" x="1260475" y="3421063"/>
          <p14:tracePt t="23645" x="1271588" y="3414713"/>
          <p14:tracePt t="23646" x="1277938" y="3414713"/>
          <p14:tracePt t="23651" x="1300163" y="3403600"/>
          <p14:tracePt t="23659" x="1346200" y="3392488"/>
          <p14:tracePt t="23660" x="1363663" y="3386138"/>
          <p14:tracePt t="23666" x="1390650" y="3379788"/>
          <p14:tracePt t="23675" x="1443038" y="3375025"/>
          <p14:tracePt t="23676" x="1454150" y="3375025"/>
          <p14:tracePt t="23677" x="1460500" y="3375025"/>
          <p14:tracePt t="23683" x="1489075" y="3375025"/>
          <p14:tracePt t="23684" x="1500188" y="3375025"/>
          <p14:tracePt t="23685" x="1504950" y="3375025"/>
          <p14:tracePt t="23691" x="1528763" y="3375025"/>
          <p14:tracePt t="23692" x="1533525" y="3375025"/>
          <p14:tracePt t="23692" x="1539875" y="3375025"/>
          <p14:tracePt t="23699" x="1557338" y="3375025"/>
          <p14:tracePt t="23706" x="1590675" y="3375025"/>
          <p14:tracePt t="23713" x="1601788" y="3375025"/>
          <p14:tracePt t="23721" x="1630363" y="3379788"/>
          <p14:tracePt t="23722" x="1636713" y="3386138"/>
          <p14:tracePt t="23728" x="1647825" y="3386138"/>
          <p14:tracePt t="23735" x="1687513" y="3408363"/>
          <p14:tracePt t="23742" x="1739900" y="3436938"/>
          <p14:tracePt t="23743" x="1751013" y="3443288"/>
          <p14:tracePt t="23743" x="1762125" y="3443288"/>
          <p14:tracePt t="23744" x="1773238" y="3449638"/>
          <p14:tracePt t="23750" x="1808163" y="3471863"/>
          <p14:tracePt t="23750" x="1836738" y="3482975"/>
          <p14:tracePt t="23751" x="1847850" y="3489325"/>
          <p14:tracePt t="23757" x="1909763" y="3517900"/>
          <p14:tracePt t="23765" x="1995488" y="3551238"/>
          <p14:tracePt t="23766" x="2019300" y="3562350"/>
          <p14:tracePt t="23766" x="2041525" y="3568700"/>
          <p14:tracePt t="23767" x="2052638" y="3568700"/>
          <p14:tracePt t="23771" x="2081213" y="3579813"/>
          <p14:tracePt t="23779" x="2173288" y="3597275"/>
          <p14:tracePt t="23780" x="2184400" y="3603625"/>
          <p14:tracePt t="23780" x="2195513" y="3603625"/>
          <p14:tracePt t="23781" x="2206625" y="3603625"/>
          <p14:tracePt t="23786" x="2241550" y="3608388"/>
          <p14:tracePt t="23794" x="2332038" y="3608388"/>
          <p14:tracePt t="23795" x="2349500" y="3608388"/>
          <p14:tracePt t="23795" x="2360613" y="3608388"/>
          <p14:tracePt t="23801" x="2395538" y="3608388"/>
          <p14:tracePt t="23808" x="2457450" y="3608388"/>
          <p14:tracePt t="23809" x="2468563" y="3608388"/>
          <p14:tracePt t="23816" x="2509838" y="3608388"/>
          <p14:tracePt t="23817" x="2520950" y="3608388"/>
          <p14:tracePt t="23817" x="2532063" y="3608388"/>
          <p14:tracePt t="23823" x="2560638" y="3608388"/>
          <p14:tracePt t="23831" x="2600325" y="3608388"/>
          <p14:tracePt t="23831" x="2611438" y="3608388"/>
          <p14:tracePt t="23832" x="2617788" y="3608388"/>
          <p14:tracePt t="23838" x="2635250" y="3608388"/>
          <p14:tracePt t="23846" x="2646363" y="3614738"/>
          <p14:tracePt t="23853" x="2651125" y="3614738"/>
          <p14:tracePt t="23860" x="2657475" y="3619500"/>
          <p14:tracePt t="23867" x="2663825" y="3619500"/>
          <p14:tracePt t="23875" x="2668588" y="3625850"/>
          <p14:tracePt t="23882" x="2674938" y="3625850"/>
          <p14:tracePt t="23889" x="2674938" y="3636963"/>
          <p14:tracePt t="23896" x="2679700" y="3648075"/>
          <p14:tracePt t="23903" x="2686050" y="3665538"/>
          <p14:tracePt t="23904" x="2690813" y="3665538"/>
          <p14:tracePt t="23905" x="2690813" y="3671888"/>
          <p14:tracePt t="23910" x="2690813" y="3683000"/>
          <p14:tracePt t="23918" x="2703513" y="3705225"/>
          <p14:tracePt t="23931" x="2732088" y="3768725"/>
          <p14:tracePt t="23939" x="2743200" y="3825875"/>
          <p14:tracePt t="23946" x="2771775" y="3898900"/>
          <p14:tracePt t="23947" x="2776538" y="3922713"/>
          <p14:tracePt t="23954" x="2794000" y="3973513"/>
          <p14:tracePt t="23961" x="2811463" y="4048125"/>
          <p14:tracePt t="23969" x="2828925" y="4116388"/>
          <p14:tracePt t="23977" x="2844800" y="4178300"/>
          <p14:tracePt t="23977" x="2844800" y="4189413"/>
          <p14:tracePt t="23978" x="2844800" y="4202113"/>
          <p14:tracePt t="23984" x="2857500" y="4235450"/>
          <p14:tracePt t="23991" x="2862263" y="4275138"/>
          <p14:tracePt t="24000" x="2868613" y="4321175"/>
          <p14:tracePt t="24009" x="2868613" y="4371975"/>
          <p14:tracePt t="24017" x="2868613" y="4418013"/>
          <p14:tracePt t="24025" x="2857500" y="4468813"/>
          <p14:tracePt t="24033" x="2844800" y="4521200"/>
          <p14:tracePt t="24042" x="2840038" y="4594225"/>
          <p14:tracePt t="24050" x="2828925" y="4657725"/>
          <p14:tracePt t="24058" x="2817813" y="4714875"/>
          <p14:tracePt t="24070" x="2800350" y="4816475"/>
          <p14:tracePt t="24071" x="2789238" y="4833938"/>
          <p14:tracePt t="24077" x="2776538" y="4891088"/>
          <p14:tracePt t="24078" x="2771775" y="4908550"/>
          <p14:tracePt t="24079" x="2771775" y="4919663"/>
          <p14:tracePt t="24085" x="2760663" y="4954588"/>
          <p14:tracePt t="24092" x="2743200" y="5022850"/>
          <p14:tracePt t="24093" x="2736850" y="5033963"/>
          <p14:tracePt t="24093" x="2736850" y="5038725"/>
          <p14:tracePt t="24094" x="2732088" y="5045075"/>
          <p14:tracePt t="24099" x="2732088" y="5080000"/>
          <p14:tracePt t="24100" x="2725738" y="5095875"/>
          <p14:tracePt t="24101" x="2719388" y="5108575"/>
          <p14:tracePt t="24107" x="2719388" y="5141913"/>
          <p14:tracePt t="24114" x="2708275" y="5192713"/>
          <p14:tracePt t="24115" x="2708275" y="5199063"/>
          <p14:tracePt t="24115" x="2708275" y="5205413"/>
          <p14:tracePt t="24116" x="2708275" y="5210175"/>
          <p14:tracePt t="24121" x="2703513" y="5233988"/>
          <p14:tracePt t="24129" x="2697163" y="5267325"/>
          <p14:tracePt t="24130" x="2697163" y="5273675"/>
          <p14:tracePt t="24131" x="2690813" y="5278438"/>
          <p14:tracePt t="24137" x="2690813" y="5295900"/>
          <p14:tracePt t="24144" x="2686050" y="5324475"/>
          <p14:tracePt t="24151" x="2679700" y="5346700"/>
          <p14:tracePt t="24152" x="2674938" y="5353050"/>
          <p14:tracePt t="24158" x="2668588" y="5381625"/>
          <p14:tracePt t="24159" x="2663825" y="5381625"/>
          <p14:tracePt t="24160" x="2663825" y="5387975"/>
          <p14:tracePt t="24161" x="2657475" y="5399088"/>
          <p14:tracePt t="24165" x="2651125" y="5414963"/>
          <p14:tracePt t="24173" x="2640013" y="5478463"/>
          <p14:tracePt t="24174" x="2635250" y="5478463"/>
          <p14:tracePt t="24174" x="2635250" y="5489575"/>
          <p14:tracePt t="24175" x="2628900" y="5495925"/>
          <p14:tracePt t="24180" x="2617788" y="5535613"/>
          <p14:tracePt t="24187" x="2600325" y="5592763"/>
          <p14:tracePt t="24188" x="2600325" y="5597525"/>
          <p14:tracePt t="24189" x="2593975" y="5610225"/>
          <p14:tracePt t="24189" x="2589213" y="5614988"/>
          <p14:tracePt t="24195" x="2578100" y="5654675"/>
          <p14:tracePt t="24202" x="2554288" y="5722938"/>
          <p14:tracePt t="24203" x="2543175" y="5746750"/>
          <p14:tracePt t="24203" x="2543175" y="5751513"/>
          <p14:tracePt t="24204" x="2543175" y="5764213"/>
          <p14:tracePt t="24209" x="2532063" y="5791200"/>
          <p14:tracePt t="24216" x="2503488" y="5854700"/>
          <p14:tracePt t="24217" x="2492375" y="5872163"/>
          <p14:tracePt t="24218" x="2492375" y="5876925"/>
          <p14:tracePt t="24230" x="2463800" y="5934075"/>
          <p14:tracePt t="24231" x="2463800" y="5945188"/>
          <p14:tracePt t="24231" x="2457450" y="5951538"/>
          <p14:tracePt t="24237" x="2446338" y="5969000"/>
          <p14:tracePt t="24244" x="2424113" y="5991225"/>
          <p14:tracePt t="24252" x="2411413" y="6008688"/>
          <p14:tracePt t="24252" x="2406650" y="6008688"/>
          <p14:tracePt t="24265" x="2384425" y="6030913"/>
          <p14:tracePt t="24266" x="2378075" y="6030913"/>
          <p14:tracePt t="24271" x="2366963" y="6037263"/>
          <p14:tracePt t="24272" x="2360613" y="6042025"/>
          <p14:tracePt t="24279" x="2343150" y="6054725"/>
          <p14:tracePt t="24293" x="2298700" y="6076950"/>
          <p14:tracePt t="24301" x="2281238" y="6088063"/>
          <p14:tracePt t="24309" x="2270125" y="6088063"/>
          <p14:tracePt t="24317" x="2257425" y="6088063"/>
          <p14:tracePt t="24318" x="2252663" y="6088063"/>
          <p14:tracePt t="24325" x="2246313" y="6088063"/>
          <p14:tracePt t="24332" x="2235200" y="6088063"/>
          <p14:tracePt t="24339" x="2230438" y="6088063"/>
          <p14:tracePt t="24346" x="2217738" y="6088063"/>
          <p14:tracePt t="24347" x="2212975" y="6088063"/>
          <p14:tracePt t="24353" x="2206625" y="6088063"/>
          <p14:tracePt t="24360" x="2195513" y="6088063"/>
          <p14:tracePt t="24367" x="2178050" y="6094413"/>
          <p14:tracePt t="24368" x="2166938" y="6094413"/>
          <p14:tracePt t="24374" x="2149475" y="6094413"/>
          <p14:tracePt t="24375" x="2138363" y="6094413"/>
          <p14:tracePt t="24381" x="2109788" y="6099175"/>
          <p14:tracePt t="24389" x="2063750" y="6105525"/>
          <p14:tracePt t="24390" x="2052638" y="6105525"/>
          <p14:tracePt t="24397" x="1990725" y="6116638"/>
          <p14:tracePt t="24406" x="1922463" y="6127750"/>
          <p14:tracePt t="24407" x="1898650" y="6134100"/>
          <p14:tracePt t="24415" x="1830388" y="6145213"/>
          <p14:tracePt t="24416" x="1819275" y="6151563"/>
          <p14:tracePt t="24422" x="1751013" y="6156325"/>
          <p14:tracePt t="24430" x="1687513" y="6167438"/>
          <p14:tracePt t="24439" x="1630363" y="6173788"/>
          <p14:tracePt t="24447" x="1579563" y="6180138"/>
          <p14:tracePt t="24448" x="1568450" y="6180138"/>
          <p14:tracePt t="24455" x="1533525" y="6184900"/>
          <p14:tracePt t="24464" x="1500188" y="6184900"/>
          <p14:tracePt t="24471" x="1471613" y="6184900"/>
          <p14:tracePt t="24471" x="1460500" y="6184900"/>
          <p14:tracePt t="24478" x="1436688" y="6191250"/>
          <p14:tracePt t="24485" x="1408113" y="6191250"/>
          <p14:tracePt t="24486" x="1397000" y="6191250"/>
          <p14:tracePt t="24492" x="1368425" y="6191250"/>
          <p14:tracePt t="24499" x="1339850" y="6191250"/>
          <p14:tracePt t="24506" x="1317625" y="6191250"/>
          <p14:tracePt t="24507" x="1311275" y="6191250"/>
          <p14:tracePt t="24513" x="1293813" y="6191250"/>
          <p14:tracePt t="24521" x="1277938" y="6184900"/>
          <p14:tracePt t="24522" x="1271588" y="6184900"/>
          <p14:tracePt t="24522" x="1265238" y="6184900"/>
          <p14:tracePt t="24528" x="1260475" y="6184900"/>
          <p14:tracePt t="24534" x="1243013" y="6180138"/>
          <p14:tracePt t="24542" x="1243013" y="6173788"/>
          <p14:tracePt t="24549" x="1236663" y="6162675"/>
          <p14:tracePt t="24556" x="1231900" y="6162675"/>
          <p14:tracePt t="24563" x="1231900" y="6151563"/>
          <p14:tracePt t="24569" x="1231900" y="6140450"/>
          <p14:tracePt t="24576" x="1225550" y="6116638"/>
          <p14:tracePt t="24577" x="1220788" y="6111875"/>
          <p14:tracePt t="24584" x="1220788" y="6088063"/>
          <p14:tracePt t="24584" x="1214438" y="6076950"/>
          <p14:tracePt t="24591" x="1209675" y="6048375"/>
          <p14:tracePt t="24592" x="1203325" y="6042025"/>
          <p14:tracePt t="24592" x="1203325" y="6037263"/>
          <p14:tracePt t="24593" x="1203325" y="6030913"/>
          <p14:tracePt t="24598" x="1196975" y="6015038"/>
          <p14:tracePt t="24608" x="1181100" y="5962650"/>
          <p14:tracePt t="24608" x="1168400" y="5945188"/>
          <p14:tracePt t="24609" x="1168400" y="5940425"/>
          <p14:tracePt t="24615" x="1157288" y="5905500"/>
          <p14:tracePt t="24624" x="1128713" y="5843588"/>
          <p14:tracePt t="24631" x="1111250" y="5786438"/>
          <p14:tracePt t="24639" x="1095375" y="5711825"/>
          <p14:tracePt t="24639" x="1089025" y="5694363"/>
          <p14:tracePt t="24640" x="1089025" y="5683250"/>
          <p14:tracePt t="24646" x="1077913" y="5632450"/>
          <p14:tracePt t="24653" x="1055688" y="5524500"/>
          <p14:tracePt t="24654" x="1049338" y="5495925"/>
          <p14:tracePt t="24661" x="1042988" y="5438775"/>
          <p14:tracePt t="24662" x="1031875" y="5403850"/>
          <p14:tracePt t="24662" x="1031875" y="5392738"/>
          <p14:tracePt t="24663" x="1031875" y="5375275"/>
          <p14:tracePt t="24668" x="1020763" y="5335588"/>
          <p14:tracePt t="24675" x="985838" y="5205413"/>
          <p14:tracePt t="24676" x="981075" y="5187950"/>
          <p14:tracePt t="24677" x="974725" y="5164138"/>
          <p14:tracePt t="24678" x="974725" y="5153025"/>
          <p14:tracePt t="24679" x="969963" y="5141913"/>
          <p14:tracePt t="24679" x="963613" y="5124450"/>
          <p14:tracePt t="24683" x="963613" y="5102225"/>
          <p14:tracePt t="24690" x="935038" y="4987925"/>
          <p14:tracePt t="24698" x="917575" y="4897438"/>
          <p14:tracePt t="24699" x="912813" y="4891088"/>
          <p14:tracePt t="24700" x="912813" y="4873625"/>
          <p14:tracePt t="24700" x="912813" y="4868863"/>
          <p14:tracePt t="24701" x="912813" y="4857750"/>
          <p14:tracePt t="24706" x="906463" y="4816475"/>
          <p14:tracePt t="24707" x="906463" y="4805363"/>
          <p14:tracePt t="24707" x="906463" y="4794250"/>
          <p14:tracePt t="24708" x="901700" y="4783138"/>
          <p14:tracePt t="24713" x="901700" y="4743450"/>
          <p14:tracePt t="24721" x="889000" y="4675188"/>
          <p14:tracePt t="24722" x="889000" y="4657725"/>
          <p14:tracePt t="24722" x="889000" y="4640263"/>
          <p14:tracePt t="24723" x="889000" y="4635500"/>
          <p14:tracePt t="24728" x="889000" y="4606925"/>
          <p14:tracePt t="24735" x="877888" y="4521200"/>
          <p14:tracePt t="24736" x="877888" y="4508500"/>
          <p14:tracePt t="24736" x="877888" y="4497388"/>
          <p14:tracePt t="24737" x="877888" y="4492625"/>
          <p14:tracePt t="24742" x="873125" y="4452938"/>
          <p14:tracePt t="24749" x="866775" y="4378325"/>
          <p14:tracePt t="24750" x="866775" y="4367213"/>
          <p14:tracePt t="24751" x="860425" y="4343400"/>
          <p14:tracePt t="24751" x="860425" y="4338638"/>
          <p14:tracePt t="24756" x="855663" y="4292600"/>
          <p14:tracePt t="24763" x="849313" y="4217988"/>
          <p14:tracePt t="24764" x="844550" y="4202113"/>
          <p14:tracePt t="24765" x="844550" y="4189413"/>
          <p14:tracePt t="24771" x="844550" y="4156075"/>
          <p14:tracePt t="24778" x="831850" y="4087813"/>
          <p14:tracePt t="24779" x="831850" y="4070350"/>
          <p14:tracePt t="24785" x="831850" y="4030663"/>
          <p14:tracePt t="24786" x="831850" y="4019550"/>
          <p14:tracePt t="24787" x="831850" y="4013200"/>
          <p14:tracePt t="24792" x="831850" y="3984625"/>
          <p14:tracePt t="24793" x="831850" y="3973513"/>
          <p14:tracePt t="24794" x="831850" y="3967163"/>
          <p14:tracePt t="24800" x="831850" y="3938588"/>
          <p14:tracePt t="24807" x="838200" y="3905250"/>
          <p14:tracePt t="24814" x="849313" y="3870325"/>
          <p14:tracePt t="24815" x="849313" y="3865563"/>
          <p14:tracePt t="24822" x="860425" y="3841750"/>
          <p14:tracePt t="24829" x="877888" y="3813175"/>
          <p14:tracePt t="24836" x="901700" y="3773488"/>
          <p14:tracePt t="24844" x="930275" y="3729038"/>
          <p14:tracePt t="24845" x="935038" y="3722688"/>
          <p14:tracePt t="24846" x="935038" y="3716338"/>
          <p14:tracePt t="24846" x="946150" y="3716338"/>
          <p14:tracePt t="24851" x="957263" y="3687763"/>
          <p14:tracePt t="24859" x="992188" y="3643313"/>
          <p14:tracePt t="24859" x="1003300" y="3636963"/>
          <p14:tracePt t="24865" x="1027113" y="3608388"/>
          <p14:tracePt t="24866" x="1038225" y="3597275"/>
          <p14:tracePt t="24867" x="1042988" y="3597275"/>
          <p14:tracePt t="24873" x="1066800" y="3575050"/>
          <p14:tracePt t="24874" x="1071563" y="3575050"/>
          <p14:tracePt t="24875" x="1077913" y="3568700"/>
          <p14:tracePt t="24875" x="1077913" y="3562350"/>
          <p14:tracePt t="24876" x="1089025" y="3557588"/>
          <p14:tracePt t="24880" x="1106488" y="3551238"/>
          <p14:tracePt t="24887" x="1152525" y="3522663"/>
          <p14:tracePt t="24888" x="1168400" y="3517900"/>
          <p14:tracePt t="24889" x="1174750" y="3511550"/>
          <p14:tracePt t="24895" x="1209675" y="3500438"/>
          <p14:tracePt t="24902" x="1277938" y="3465513"/>
          <p14:tracePt t="24911" x="1363663" y="3436938"/>
          <p14:tracePt t="24919" x="1465263" y="3414713"/>
          <p14:tracePt t="24928" x="1590675" y="3392488"/>
          <p14:tracePt t="24928" x="1630363" y="3386138"/>
          <p14:tracePt t="24929" x="1647825" y="3386138"/>
          <p14:tracePt t="24934" x="1698625" y="3379788"/>
          <p14:tracePt t="24942" x="1808163" y="3368675"/>
          <p14:tracePt t="24943" x="1819275" y="3368675"/>
          <p14:tracePt t="24943" x="1836738" y="3368675"/>
          <p14:tracePt t="24944" x="1852613" y="3368675"/>
          <p14:tracePt t="24949" x="1916113" y="3368675"/>
          <p14:tracePt t="24957" x="2035175" y="3368675"/>
          <p14:tracePt t="24964" x="2195513" y="3375025"/>
          <p14:tracePt t="24972" x="2327275" y="3386138"/>
          <p14:tracePt t="24972" x="2371725" y="3392488"/>
          <p14:tracePt t="24978" x="2492375" y="3403600"/>
          <p14:tracePt t="24979" x="2514600" y="3403600"/>
          <p14:tracePt t="24980" x="2532063" y="3408363"/>
          <p14:tracePt t="24980" x="2554288" y="3408363"/>
          <p14:tracePt t="24985" x="2646363" y="3421063"/>
          <p14:tracePt t="24986" x="2668588" y="3421063"/>
          <p14:tracePt t="24987" x="2690813" y="3425825"/>
          <p14:tracePt t="24987" x="2714625" y="3432175"/>
          <p14:tracePt t="24992" x="2782888" y="3436938"/>
          <p14:tracePt t="25000" x="2919413" y="3465513"/>
          <p14:tracePt t="25000" x="2947988" y="3471863"/>
          <p14:tracePt t="25001" x="2959100" y="3478213"/>
          <p14:tracePt t="25007" x="3011488" y="3489325"/>
          <p14:tracePt t="25014" x="3090863" y="3522663"/>
          <p14:tracePt t="25015" x="3108325" y="3522663"/>
          <p14:tracePt t="25022" x="3136900" y="3546475"/>
          <p14:tracePt t="25022" x="3141663" y="3551238"/>
          <p14:tracePt t="25023" x="3148013" y="3551238"/>
          <p14:tracePt t="25035" x="3165475" y="3568700"/>
          <p14:tracePt t="25042" x="3165475" y="3575050"/>
          <p14:tracePt t="25052" x="3165475" y="3579813"/>
          <p14:tracePt t="25056" x="3165475" y="3586163"/>
          <p14:tracePt t="25064" x="3165475" y="3603625"/>
          <p14:tracePt t="25065" x="3165475" y="3608388"/>
          <p14:tracePt t="25065" x="3165475" y="3614738"/>
          <p14:tracePt t="25066" x="3165475" y="3625850"/>
          <p14:tracePt t="25071" x="3165475" y="3648075"/>
          <p14:tracePt t="25079" x="3159125" y="3694113"/>
          <p14:tracePt t="25086" x="3136900" y="3773488"/>
          <p14:tracePt t="25087" x="3130550" y="3797300"/>
          <p14:tracePt t="25088" x="3124200" y="3813175"/>
          <p14:tracePt t="25094" x="3101975" y="3865563"/>
          <p14:tracePt t="25095" x="3084513" y="3910013"/>
          <p14:tracePt t="25095" x="3079750" y="3927475"/>
          <p14:tracePt t="25096" x="3073400" y="3944938"/>
          <p14:tracePt t="25101" x="3044825" y="4013200"/>
          <p14:tracePt t="25109" x="2982913" y="4149725"/>
          <p14:tracePt t="25110" x="2959100" y="4202113"/>
          <p14:tracePt t="25111" x="2947988" y="4230688"/>
          <p14:tracePt t="25111" x="2936875" y="4252913"/>
          <p14:tracePt t="25116" x="2890838" y="4343400"/>
          <p14:tracePt t="25124" x="2811463" y="4514850"/>
          <p14:tracePt t="25125" x="2794000" y="4543425"/>
          <p14:tracePt t="25125" x="2782888" y="4565650"/>
          <p14:tracePt t="25131" x="2725738" y="4686300"/>
          <p14:tracePt t="25138" x="2646363" y="4840288"/>
          <p14:tracePt t="25139" x="2628900" y="4873625"/>
          <p14:tracePt t="25139" x="2622550" y="4902200"/>
          <p14:tracePt t="25140" x="2617788" y="4913313"/>
          <p14:tracePt t="25145" x="2582863" y="4983163"/>
          <p14:tracePt t="25153" x="2543175" y="5080000"/>
          <p14:tracePt t="25160" x="2503488" y="5170488"/>
          <p14:tracePt t="25161" x="2497138" y="5181600"/>
          <p14:tracePt t="25162" x="2492375" y="5192713"/>
          <p14:tracePt t="25162" x="2492375" y="5199063"/>
          <p14:tracePt t="25167" x="2481263" y="5227638"/>
          <p14:tracePt t="25168" x="2481263" y="5238750"/>
          <p14:tracePt t="25175" x="2468563" y="5267325"/>
          <p14:tracePt t="25182" x="2463800" y="5289550"/>
          <p14:tracePt t="25190" x="2463800" y="5302250"/>
          <p14:tracePt t="25190" x="2463800" y="5307013"/>
          <p14:tracePt t="25197" x="2463800" y="5313363"/>
          <p14:tracePt t="25206" x="2463800" y="5341938"/>
          <p14:tracePt t="25207" x="2463800" y="5346700"/>
          <p14:tracePt t="25214" x="2474913" y="5370513"/>
          <p14:tracePt t="25215" x="2474913" y="5381625"/>
          <p14:tracePt t="25221" x="2481263" y="5403850"/>
          <p14:tracePt t="25222" x="2486025" y="5421313"/>
          <p14:tracePt t="25228" x="2497138" y="5443538"/>
          <p14:tracePt t="25229" x="2497138" y="5449888"/>
          <p14:tracePt t="25235" x="2503488" y="5472113"/>
          <p14:tracePt t="25236" x="2503488" y="5484813"/>
          <p14:tracePt t="25237" x="2509838" y="5484813"/>
          <p14:tracePt t="25238" x="2509838" y="5489575"/>
          <p14:tracePt t="25242" x="2514600" y="5500688"/>
          <p14:tracePt t="25249" x="2520950" y="5524500"/>
          <p14:tracePt t="25257" x="2532063" y="5540375"/>
          <p14:tracePt t="25258" x="2532063" y="5546725"/>
          <p14:tracePt t="25259" x="2532063" y="5553075"/>
          <p14:tracePt t="25264" x="2538413" y="5553075"/>
          <p14:tracePt t="25271" x="2538413" y="5557838"/>
          <p14:tracePt t="25383" x="2538413" y="5564188"/>
          <p14:tracePt t="25388" x="2538413" y="5568950"/>
          <p14:tracePt t="25391" x="2538413" y="5575300"/>
          <p14:tracePt t="25397" x="2538413" y="5581650"/>
          <p14:tracePt t="25410" x="2538413" y="5597525"/>
          <p14:tracePt t="25418" x="2538413" y="5603875"/>
          <p14:tracePt t="25431" x="2543175" y="5603875"/>
          <p14:tracePt t="26003" x="2549525" y="5603875"/>
          <p14:tracePt t="26005" x="2560638" y="5603875"/>
          <p14:tracePt t="26008" x="2565400" y="5603875"/>
          <p14:tracePt t="26009" x="2578100" y="5603875"/>
          <p14:tracePt t="26009" x="2589213" y="5603875"/>
          <p14:tracePt t="26010" x="2593975" y="5603875"/>
          <p14:tracePt t="26015" x="2640013" y="5603875"/>
          <p14:tracePt t="26016" x="2657475" y="5603875"/>
          <p14:tracePt t="26016" x="2668588" y="5603875"/>
          <p14:tracePt t="26017" x="2686050" y="5603875"/>
          <p14:tracePt t="26023" x="2736850" y="5603875"/>
          <p14:tracePt t="26030" x="2914650" y="5614988"/>
          <p14:tracePt t="26031" x="2930525" y="5614988"/>
          <p14:tracePt t="26031" x="2959100" y="5614988"/>
          <p14:tracePt t="26044" x="3205163" y="5665788"/>
          <p14:tracePt t="26045" x="3251200" y="5678488"/>
          <p14:tracePt t="26053" x="3427413" y="5735638"/>
          <p14:tracePt t="26054" x="3444875" y="5740400"/>
          <p14:tracePt t="26054" x="3473450" y="5746750"/>
          <p14:tracePt t="26062" x="3627438" y="5819775"/>
          <p14:tracePt t="26070" x="3832225" y="5922963"/>
          <p14:tracePt t="26084" x="4122738" y="6116638"/>
          <p14:tracePt t="26085" x="4162425" y="6145213"/>
          <p14:tracePt t="26086" x="4186238" y="6162675"/>
          <p14:tracePt t="26086" x="4208463" y="6184900"/>
          <p14:tracePt t="26098" x="4437063" y="6367463"/>
          <p14:tracePt t="26098" x="4476750" y="6407150"/>
          <p14:tracePt t="26099" x="4494213" y="6424613"/>
          <p14:tracePt t="26112" x="4664075" y="6596063"/>
          <p14:tracePt t="26113" x="4687888" y="6624638"/>
          <p14:tracePt t="26126" x="4778375" y="6750050"/>
          <p14:tracePt t="26126" x="4784725" y="6761163"/>
          <p14:tracePt t="26127" x="4789488" y="6767513"/>
          <p14:tracePt t="26133" x="4795838" y="6794500"/>
          <p14:tracePt t="26146" x="4813300" y="6851650"/>
          <p14:tracePt t="26300" x="4795838" y="6840538"/>
          <p14:tracePt t="26303" x="4784725" y="6794500"/>
          <p14:tracePt t="26307" x="4767263" y="6743700"/>
          <p14:tracePt t="26315" x="4727575" y="6629400"/>
          <p14:tracePt t="26324" x="4664075" y="6481763"/>
          <p14:tracePt t="26332" x="4624388" y="6384925"/>
          <p14:tracePt t="26333" x="4619625" y="6362700"/>
          <p14:tracePt t="26333" x="4613275" y="6345238"/>
          <p14:tracePt t="26334" x="4606925" y="6334125"/>
          <p14:tracePt t="26339" x="4595813" y="6292850"/>
          <p14:tracePt t="26346" x="4567238" y="6219825"/>
          <p14:tracePt t="26347" x="4562475" y="6202363"/>
          <p14:tracePt t="26347" x="4562475" y="6191250"/>
          <p14:tracePt t="26348" x="4562475" y="6184900"/>
          <p14:tracePt t="26353" x="4551363" y="6145213"/>
          <p14:tracePt t="26360" x="4551363" y="6076950"/>
          <p14:tracePt t="26361" x="4545013" y="6076950"/>
          <p14:tracePt t="26361" x="4545013" y="6065838"/>
          <p14:tracePt t="26362" x="4545013" y="6054725"/>
          <p14:tracePt t="26367" x="4545013" y="6019800"/>
          <p14:tracePt t="26375" x="4551363" y="5929313"/>
          <p14:tracePt t="26376" x="4551363" y="5916613"/>
          <p14:tracePt t="26377" x="4551363" y="5905500"/>
          <p14:tracePt t="26377" x="4551363" y="5900738"/>
          <p14:tracePt t="26382" x="4562475" y="5861050"/>
          <p14:tracePt t="26396" x="4584700" y="5722938"/>
          <p14:tracePt t="26397" x="4591050" y="5707063"/>
          <p14:tracePt t="26403" x="4602163" y="5649913"/>
          <p14:tracePt t="26404" x="4613275" y="5626100"/>
          <p14:tracePt t="26405" x="4619625" y="5614988"/>
          <p14:tracePt t="26406" x="4619625" y="5603875"/>
          <p14:tracePt t="26417" x="4664075" y="5472113"/>
          <p14:tracePt t="26418" x="4670425" y="5443538"/>
          <p14:tracePt t="26425" x="4716463" y="5330825"/>
          <p14:tracePt t="26438" x="4813300" y="5124450"/>
          <p14:tracePt t="26439" x="4824413" y="5108575"/>
          <p14:tracePt t="26452" x="4921250" y="4930775"/>
          <p14:tracePt t="26453" x="4956175" y="4879975"/>
          <p14:tracePt t="26460" x="4995863" y="4822825"/>
          <p14:tracePt t="26475" x="5121275" y="4646613"/>
          <p14:tracePt t="26488" x="5165725" y="4572000"/>
          <p14:tracePt t="26501" x="5165725" y="4565650"/>
          <p14:tracePt t="34915" x="5172075" y="4565650"/>
          <p14:tracePt t="34917" x="5178425" y="4554538"/>
          <p14:tracePt t="34925" x="5222875" y="4440238"/>
          <p14:tracePt t="34925" x="5235575" y="4418013"/>
          <p14:tracePt t="34932" x="5297488" y="4281488"/>
          <p14:tracePt t="34932" x="5326063" y="4224338"/>
          <p14:tracePt t="34945" x="5462588" y="3938588"/>
          <p14:tracePt t="34946" x="5486400" y="3876675"/>
          <p14:tracePt t="34953" x="5605463" y="3654425"/>
          <p14:tracePt t="34954" x="5622925" y="3619500"/>
          <p14:tracePt t="34954" x="5627688" y="3590925"/>
          <p14:tracePt t="34961" x="5702300" y="3478213"/>
          <p14:tracePt t="34973" x="5878513" y="3209925"/>
          <p14:tracePt t="34974" x="5895975" y="3192463"/>
          <p14:tracePt t="34974" x="5924550" y="3141663"/>
          <p14:tracePt t="34987" x="6175375" y="2867025"/>
          <p14:tracePt t="34988" x="6232525" y="2805113"/>
          <p14:tracePt t="34988" x="6261100" y="2776538"/>
          <p14:tracePt t="35001" x="6672263" y="2439988"/>
          <p14:tracePt t="35002" x="6757988" y="2371725"/>
          <p14:tracePt t="35002" x="6762750" y="2371725"/>
          <p14:tracePt t="35008" x="6997700" y="2206625"/>
          <p14:tracePt t="35022" x="7453313" y="1944688"/>
          <p14:tracePt t="35022" x="7515225" y="1909763"/>
          <p14:tracePt t="35023" x="7578725" y="1874838"/>
          <p14:tracePt t="35035" x="7937500" y="1704975"/>
          <p14:tracePt t="35036" x="7943850" y="1704975"/>
          <p14:tracePt t="35049" x="8377238" y="1539875"/>
          <p14:tracePt t="35050" x="8410575" y="1527175"/>
          <p14:tracePt t="35063" x="8821738" y="1414463"/>
          <p14:tracePt t="35064" x="8890000" y="1408113"/>
          <p14:tracePt t="35065" x="8929688" y="1401763"/>
          <p14:tracePt t="35077" x="9420225" y="1328738"/>
          <p14:tracePt t="35078" x="9448800" y="1328738"/>
          <p14:tracePt t="35091" x="9756775" y="1317625"/>
          <p14:tracePt t="35092" x="9820275" y="1317625"/>
          <p14:tracePt t="35092" x="9842500" y="1317625"/>
          <p14:tracePt t="35098" x="9967913" y="1317625"/>
          <p14:tracePt t="35099" x="10031413" y="1317625"/>
          <p14:tracePt t="35100" x="10053638" y="1317625"/>
          <p14:tracePt t="35100" x="10086975" y="1317625"/>
          <p14:tracePt t="35112" x="10321925" y="1350963"/>
          <p14:tracePt t="35112" x="10367963" y="1357313"/>
          <p14:tracePt t="35119" x="10469563" y="1379538"/>
          <p14:tracePt t="35133" x="10737850" y="1454150"/>
          <p14:tracePt t="35134" x="10766425" y="1465263"/>
          <p14:tracePt t="35134" x="10777538" y="1465263"/>
          <p14:tracePt t="35140" x="10828338" y="1493838"/>
          <p14:tracePt t="35153" x="10966450" y="1573213"/>
          <p14:tracePt t="35154" x="10971213" y="1584325"/>
          <p14:tracePt t="35160" x="11017250" y="1630363"/>
          <p14:tracePt t="35161" x="11023600" y="1636713"/>
          <p14:tracePt t="35161" x="11034713" y="1647825"/>
          <p14:tracePt t="35162" x="11034713" y="1652588"/>
          <p14:tracePt t="35174" x="11107738" y="1749425"/>
          <p14:tracePt t="35175" x="11114088" y="1762125"/>
          <p14:tracePt t="35182" x="11153775" y="1830388"/>
          <p14:tracePt t="35182" x="11164888" y="1852613"/>
          <p14:tracePt t="35183" x="11171238" y="1863725"/>
          <p14:tracePt t="35189" x="11188700" y="1909763"/>
          <p14:tracePt t="35190" x="11193463" y="1931988"/>
          <p14:tracePt t="35190" x="11206163" y="1944688"/>
          <p14:tracePt t="35196" x="11210925" y="1989138"/>
          <p14:tracePt t="35204" x="11228388" y="2074863"/>
          <p14:tracePt t="35205" x="11234738" y="2097088"/>
          <p14:tracePt t="35206" x="11234738" y="2109788"/>
          <p14:tracePt t="35206" x="11234738" y="2120900"/>
          <p14:tracePt t="35211" x="11239500" y="2166938"/>
          <p14:tracePt t="35219" x="11239500" y="2246313"/>
          <p14:tracePt t="35220" x="11239500" y="2268538"/>
          <p14:tracePt t="35220" x="11239500" y="2279650"/>
          <p14:tracePt t="35226" x="11234738" y="2336800"/>
          <p14:tracePt t="35234" x="11217275" y="2428875"/>
          <p14:tracePt t="35234" x="11210925" y="2446338"/>
          <p14:tracePt t="35235" x="11206163" y="2462213"/>
          <p14:tracePt t="35241" x="11193463" y="2514600"/>
          <p14:tracePt t="35249" x="11171238" y="2587625"/>
          <p14:tracePt t="35256" x="11153775" y="2668588"/>
          <p14:tracePt t="35265" x="11125200" y="2736850"/>
          <p14:tracePt t="35265" x="11120438" y="2759075"/>
          <p14:tracePt t="35266" x="11114088" y="2765425"/>
          <p14:tracePt t="35272" x="11096625" y="2809875"/>
          <p14:tracePt t="35279" x="11074400" y="2862263"/>
          <p14:tracePt t="35297" x="11010900" y="2998788"/>
          <p14:tracePt t="35298" x="10999788" y="3016250"/>
          <p14:tracePt t="35299" x="10999788" y="3021013"/>
          <p14:tracePt t="35299" x="10988675" y="3032125"/>
          <p14:tracePt t="35305" x="10971213" y="3073400"/>
          <p14:tracePt t="35306" x="10960100" y="3084513"/>
          <p14:tracePt t="35306" x="10960100" y="3089275"/>
          <p14:tracePt t="35313" x="10926763" y="3141663"/>
          <p14:tracePt t="35314" x="10914063" y="3152775"/>
          <p14:tracePt t="35314" x="10909300" y="3170238"/>
          <p14:tracePt t="35320" x="10885488" y="3203575"/>
          <p14:tracePt t="35327" x="10834688" y="3260725"/>
          <p14:tracePt t="35328" x="10823575" y="3278188"/>
          <p14:tracePt t="35328" x="10817225" y="3289300"/>
          <p14:tracePt t="35334" x="10777538" y="3335338"/>
          <p14:tracePt t="35348" x="10674350" y="3449638"/>
          <p14:tracePt t="35349" x="10663238" y="3460750"/>
          <p14:tracePt t="35349" x="10652125" y="3471863"/>
          <p14:tracePt t="35350" x="10641013" y="3482975"/>
          <p14:tracePt t="35355" x="10601325" y="3522663"/>
          <p14:tracePt t="35369" x="10464800" y="3665538"/>
          <p14:tracePt t="35369" x="10447338" y="3683000"/>
          <p14:tracePt t="35376" x="10401300" y="3733800"/>
          <p14:tracePt t="35377" x="10383838" y="3751263"/>
          <p14:tracePt t="35377" x="10372725" y="3768725"/>
          <p14:tracePt t="35390" x="10258425" y="3887788"/>
          <p14:tracePt t="35391" x="10240963" y="3905250"/>
          <p14:tracePt t="35391" x="10236200" y="3916363"/>
          <p14:tracePt t="35397" x="10201275" y="3956050"/>
          <p14:tracePt t="35410" x="10086975" y="4081463"/>
          <p14:tracePt t="35411" x="10082213" y="4092575"/>
          <p14:tracePt t="35412" x="10071100" y="4098925"/>
          <p14:tracePt t="35418" x="10025063" y="4144963"/>
          <p14:tracePt t="35418" x="10007600" y="4167188"/>
          <p14:tracePt t="35431" x="9906000" y="4270375"/>
          <p14:tracePt t="35432" x="9906000" y="4275138"/>
          <p14:tracePt t="35439" x="9853613" y="4327525"/>
          <p14:tracePt t="35439" x="9842500" y="4338638"/>
          <p14:tracePt t="35440" x="9831388" y="4349750"/>
          <p14:tracePt t="35452" x="9763125" y="4424363"/>
          <p14:tracePt t="35453" x="9745663" y="4435475"/>
          <p14:tracePt t="35460" x="9710738" y="4481513"/>
          <p14:tracePt t="35461" x="9694863" y="4492625"/>
          <p14:tracePt t="35461" x="9682163" y="4497388"/>
          <p14:tracePt t="35462" x="9682163" y="4508500"/>
          <p14:tracePt t="35475" x="9613900" y="4572000"/>
          <p14:tracePt t="35476" x="9602788" y="4583113"/>
          <p14:tracePt t="35477" x="9591675" y="4589463"/>
          <p14:tracePt t="35478" x="9591675" y="4594225"/>
          <p14:tracePt t="35478" x="9580563" y="4600575"/>
          <p14:tracePt t="35487" x="9540875" y="4635500"/>
          <p14:tracePt t="35488" x="9528175" y="4646613"/>
          <p14:tracePt t="35489" x="9523413" y="4651375"/>
          <p14:tracePt t="35489" x="9512300" y="4657725"/>
          <p14:tracePt t="35494" x="9494838" y="4675188"/>
          <p14:tracePt t="35508" x="9437688" y="4725988"/>
          <p14:tracePt t="35515" x="9420225" y="4743450"/>
          <p14:tracePt t="35516" x="9415463" y="4743450"/>
          <p14:tracePt t="35516" x="9415463" y="4748213"/>
          <p14:tracePt t="35517" x="9409113" y="4748213"/>
          <p14:tracePt t="35528" x="9398000" y="4760913"/>
          <p14:tracePt t="35536" x="9391650" y="4765675"/>
          <p14:tracePt t="35549" x="9386888" y="4772025"/>
          <p14:tracePt t="35567" x="9380538" y="4772025"/>
          <p14:tracePt t="35576" x="9380538" y="4776788"/>
          <p14:tracePt t="35580" x="9374188" y="4776788"/>
          <p14:tracePt t="35584" x="9369425" y="4783138"/>
          <p14:tracePt t="35592" x="9358313" y="4794250"/>
          <p14:tracePt t="35605" x="9334500" y="4811713"/>
          <p14:tracePt t="35612" x="9318625" y="4822825"/>
          <p14:tracePt t="35626" x="9290050" y="4840288"/>
          <p14:tracePt t="35627" x="9283700" y="4845050"/>
          <p14:tracePt t="35634" x="9272588" y="4851400"/>
          <p14:tracePt t="35647" x="9255125" y="4862513"/>
          <p14:tracePt t="35660" x="9248775" y="4862513"/>
          <p14:tracePt t="35713" x="9244013" y="4862513"/>
          <p14:tracePt t="35718" x="9244013" y="4868863"/>
          <p14:tracePt t="35725" x="9237663" y="4868863"/>
          <p14:tracePt t="35729" x="9232900" y="4873625"/>
          <p14:tracePt t="35737" x="9226550" y="4879975"/>
          <p14:tracePt t="35738" x="9220200" y="4886325"/>
          <p14:tracePt t="35745" x="9215438" y="4886325"/>
          <p14:tracePt t="35758" x="9209088" y="4891088"/>
          <p14:tracePt t="35765" x="9204325" y="4891088"/>
          <p14:tracePt t="36531" x="9197975" y="4891088"/>
          <p14:tracePt t="36533" x="9186863" y="4891088"/>
          <p14:tracePt t="36536" x="9180513" y="4891088"/>
          <p14:tracePt t="36537" x="9169400" y="4891088"/>
          <p14:tracePt t="36537" x="9164638" y="4891088"/>
          <p14:tracePt t="36544" x="9107488" y="4891088"/>
          <p14:tracePt t="36545" x="9078913" y="4891088"/>
          <p14:tracePt t="36545" x="9067800" y="4891088"/>
          <p14:tracePt t="36556" x="8901113" y="4913313"/>
          <p14:tracePt t="36557" x="8856663" y="4919663"/>
          <p14:tracePt t="36564" x="8678863" y="4937125"/>
          <p14:tracePt t="36564" x="8639175" y="4941888"/>
          <p14:tracePt t="36566" x="8616950" y="4941888"/>
          <p14:tracePt t="36566" x="8593138" y="4941888"/>
          <p14:tracePt t="36571" x="8520113" y="4941888"/>
          <p14:tracePt t="36584" x="8274050" y="4948238"/>
          <p14:tracePt t="36585" x="8240713" y="4948238"/>
          <p14:tracePt t="36586" x="8223250" y="4948238"/>
          <p14:tracePt t="36586" x="8201025" y="4948238"/>
          <p14:tracePt t="36591" x="8137525" y="4948238"/>
          <p14:tracePt t="36600" x="7983538" y="4941888"/>
          <p14:tracePt t="36600" x="7943850" y="4930775"/>
          <p14:tracePt t="36612" x="7704138" y="4908550"/>
          <p14:tracePt t="36613" x="7664450" y="4897438"/>
          <p14:tracePt t="36614" x="7640638" y="4891088"/>
          <p14:tracePt t="36626" x="7431088" y="4862513"/>
          <p14:tracePt t="36626" x="7413625" y="4857750"/>
          <p14:tracePt t="36633" x="7321550" y="4845050"/>
          <p14:tracePt t="36634" x="7288213" y="4840288"/>
          <p14:tracePt t="36634" x="7277100" y="4833938"/>
          <p14:tracePt t="36646" x="7127875" y="4805363"/>
          <p14:tracePt t="36647" x="7110413" y="4800600"/>
          <p14:tracePt t="36648" x="7099300" y="4800600"/>
          <p14:tracePt t="36654" x="7065963" y="4787900"/>
          <p14:tracePt t="36654" x="7053263" y="4787900"/>
          <p14:tracePt t="36655" x="7048500" y="4783138"/>
          <p14:tracePt t="36661" x="7026275" y="4776788"/>
          <p14:tracePt t="36662" x="7019925" y="4772025"/>
          <p14:tracePt t="36669" x="7002463" y="4765675"/>
          <p14:tracePt t="36681" x="6991350" y="4754563"/>
          <p14:tracePt t="36688" x="6985000" y="4754563"/>
          <p14:tracePt t="36696" x="6985000" y="4748213"/>
          <p14:tracePt t="36704" x="6969125" y="4732338"/>
          <p14:tracePt t="36711" x="6951663" y="4697413"/>
          <p14:tracePt t="36719" x="6916738" y="4635500"/>
          <p14:tracePt t="36727" x="6877050" y="4560888"/>
          <p14:tracePt t="36734" x="6808788" y="4452938"/>
          <p14:tracePt t="36742" x="6740525" y="4332288"/>
          <p14:tracePt t="36750" x="6648450" y="4189413"/>
          <p14:tracePt t="36750" x="6637338" y="4167188"/>
          <p14:tracePt t="36757" x="6564313" y="4041775"/>
          <p14:tracePt t="36764" x="6494463" y="3927475"/>
          <p14:tracePt t="36765" x="6472238" y="3898900"/>
          <p14:tracePt t="36766" x="6461125" y="3876675"/>
          <p14:tracePt t="36766" x="6450013" y="3865563"/>
          <p14:tracePt t="36771" x="6421438" y="3813175"/>
          <p14:tracePt t="36778" x="6346825" y="3711575"/>
          <p14:tracePt t="36779" x="6346825" y="3694113"/>
          <p14:tracePt t="36780" x="6335713" y="3683000"/>
          <p14:tracePt t="36780" x="6329363" y="3671888"/>
          <p14:tracePt t="36785" x="6296025" y="3614738"/>
          <p14:tracePt t="36792" x="6249988" y="3522663"/>
          <p14:tracePt t="36793" x="6243638" y="3511550"/>
          <p14:tracePt t="36793" x="6238875" y="3494088"/>
          <p14:tracePt t="36806" x="6159500" y="3311525"/>
          <p14:tracePt t="36807" x="6146800" y="3278188"/>
          <p14:tracePt t="36814" x="6107113" y="3170238"/>
          <p14:tracePt t="36814" x="6089650" y="3135313"/>
          <p14:tracePt t="36815" x="6084888" y="3117850"/>
          <p14:tracePt t="36821" x="6061075" y="3044825"/>
          <p14:tracePt t="36822" x="6045200" y="3009900"/>
          <p14:tracePt t="36823" x="6038850" y="2992438"/>
          <p14:tracePt t="36834" x="5988050" y="2816225"/>
          <p14:tracePt t="36835" x="5976938" y="2781300"/>
          <p14:tracePt t="36842" x="5948363" y="2679700"/>
          <p14:tracePt t="36855" x="5891213" y="2462213"/>
          <p14:tracePt t="36856" x="5891213" y="2433638"/>
          <p14:tracePt t="36856" x="5884863" y="2411413"/>
          <p14:tracePt t="36862" x="5873750" y="2354263"/>
          <p14:tracePt t="36870" x="5856288" y="2263775"/>
          <p14:tracePt t="36870" x="5856288" y="2235200"/>
          <p14:tracePt t="36871" x="5851525" y="2228850"/>
          <p14:tracePt t="36877" x="5845175" y="2178050"/>
          <p14:tracePt t="36878" x="5845175" y="2166938"/>
          <p14:tracePt t="36878" x="5845175" y="2154238"/>
          <p14:tracePt t="36890" x="5845175" y="2057400"/>
          <p14:tracePt t="36891" x="5845175" y="2041525"/>
          <p14:tracePt t="36891" x="5845175" y="2028825"/>
          <p14:tracePt t="36897" x="5845175" y="1984375"/>
          <p14:tracePt t="36910" x="5845175" y="1830388"/>
          <p14:tracePt t="36911" x="5845175" y="1812925"/>
          <p14:tracePt t="36912" x="5845175" y="1801813"/>
          <p14:tracePt t="36917" x="5845175" y="1749425"/>
          <p14:tracePt t="36918" x="5845175" y="1720850"/>
          <p14:tracePt t="36925" x="5845175" y="1658938"/>
          <p14:tracePt t="36926" x="5845175" y="1636713"/>
          <p14:tracePt t="36926" x="5845175" y="1624013"/>
          <p14:tracePt t="36938" x="5845175" y="1493838"/>
          <p14:tracePt t="36939" x="5845175" y="1470025"/>
          <p14:tracePt t="36946" x="5851525" y="1397000"/>
          <p14:tracePt t="36953" x="5862638" y="1311275"/>
          <p14:tracePt t="36954" x="5867400" y="1293813"/>
          <p14:tracePt t="36954" x="5867400" y="1289050"/>
          <p14:tracePt t="36966" x="5891213" y="1174750"/>
          <p14:tracePt t="36967" x="5895975" y="1163638"/>
          <p14:tracePt t="36967" x="5895975" y="1150938"/>
          <p14:tracePt t="36973" x="5907088" y="1111250"/>
          <p14:tracePt t="36987" x="5935663" y="1009650"/>
          <p14:tracePt t="36988" x="5948363" y="985838"/>
          <p14:tracePt t="36995" x="5959475" y="941388"/>
          <p14:tracePt t="36995" x="5964238" y="923925"/>
          <p14:tracePt t="37008" x="5999163" y="838200"/>
          <p14:tracePt t="37009" x="6005513" y="827088"/>
          <p14:tracePt t="37009" x="6010275" y="815975"/>
          <p14:tracePt t="37014" x="6021388" y="781050"/>
          <p14:tracePt t="37028" x="6078538" y="673100"/>
          <p14:tracePt t="37030" x="6089650" y="655638"/>
          <p14:tracePt t="37030" x="6089650" y="649288"/>
          <p14:tracePt t="37036" x="6124575" y="604838"/>
          <p14:tracePt t="37037" x="6130925" y="598488"/>
          <p14:tracePt t="37038" x="6130925" y="592138"/>
          <p14:tracePt t="37038" x="6142038" y="576263"/>
          <p14:tracePt t="37044" x="6170613" y="541338"/>
          <p14:tracePt t="37056" x="6267450" y="411163"/>
          <p14:tracePt t="37057" x="6272213" y="393700"/>
          <p14:tracePt t="37064" x="6318250" y="336550"/>
          <p14:tracePt t="37064" x="6329363" y="319088"/>
          <p14:tracePt t="37077" x="6403975" y="204788"/>
          <p14:tracePt t="37078" x="6421438" y="188913"/>
          <p14:tracePt t="37079" x="6421438" y="176213"/>
          <p14:tracePt t="37085" x="6454775" y="131763"/>
          <p14:tracePt t="37098" x="6523038" y="6350"/>
        </p14:tracePtLst>
      </p14:laserTraceLst>
    </p:ext>
  </p:extLs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C34FC7-D307-1A36-ADB0-9B8D11583B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>
            <a:extLst>
              <a:ext uri="{FF2B5EF4-FFF2-40B4-BE49-F238E27FC236}">
                <a16:creationId xmlns:a16="http://schemas.microsoft.com/office/drawing/2014/main" id="{91F32A2E-4ED0-1566-964F-3EBB931A62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BR" dirty="0"/>
              <a:t>O</a:t>
            </a:r>
            <a:r>
              <a:rPr lang="pt-br" dirty="0"/>
              <a:t>BDC</a:t>
            </a:r>
          </a:p>
        </p:txBody>
      </p:sp>
      <p:pic>
        <p:nvPicPr>
          <p:cNvPr id="6" name="Espaço Reservado para Conteúdo 5">
            <a:extLst>
              <a:ext uri="{FF2B5EF4-FFF2-40B4-BE49-F238E27FC236}">
                <a16:creationId xmlns:a16="http://schemas.microsoft.com/office/drawing/2014/main" id="{9D43B0BD-4A07-7CDE-71AD-25D8D2CE438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1269876" y="1628800"/>
            <a:ext cx="8900606" cy="4462463"/>
          </a:xfrm>
        </p:spPr>
      </p:pic>
      <p:pic>
        <p:nvPicPr>
          <p:cNvPr id="11" name="Áudio 10">
            <a:hlinkClick r:id="" action="ppaction://media"/>
            <a:extLst>
              <a:ext uri="{FF2B5EF4-FFF2-40B4-BE49-F238E27FC236}">
                <a16:creationId xmlns:a16="http://schemas.microsoft.com/office/drawing/2014/main" id="{97935A00-991D-C9C9-FF12-35D1C57427F6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l="-118750" t="-118750" r="-118750" b="-118750"/>
          <a:stretch>
            <a:fillRect/>
          </a:stretch>
        </p:blipFill>
        <p:spPr>
          <a:xfrm>
            <a:off x="10049129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28075752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70216">
        <p:fade/>
      </p:transition>
    </mc:Choice>
    <mc:Fallback xmlns="">
      <p:transition spd="med" advTm="70216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1"/>
                </p:tgtEl>
              </p:cMediaNode>
            </p:audio>
          </p:childTnLst>
        </p:cTn>
      </p:par>
    </p:tnLst>
  </p:timing>
  <p:extLst>
    <p:ext uri="{3A86A75C-4F4B-4683-9AE1-C65F6400EC91}">
      <p14:laserTraceLst xmlns:p14="http://schemas.microsoft.com/office/powerpoint/2010/main">
        <p14:tracePtLst>
          <p14:tracePt t="174" x="6186488" y="2741613"/>
          <p14:tracePt t="176" x="6175375" y="2752725"/>
          <p14:tracePt t="178" x="6164263" y="2759075"/>
          <p14:tracePt t="187" x="6056313" y="2822575"/>
          <p14:tracePt t="195" x="5935663" y="2895600"/>
          <p14:tracePt t="204" x="5781675" y="2970213"/>
          <p14:tracePt t="205" x="5748338" y="2987675"/>
          <p14:tracePt t="212" x="5640388" y="3027363"/>
          <p14:tracePt t="213" x="5605463" y="3038475"/>
          <p14:tracePt t="214" x="5588000" y="3044825"/>
          <p14:tracePt t="221" x="5480050" y="3073400"/>
          <p14:tracePt t="230" x="5286375" y="3113088"/>
          <p14:tracePt t="238" x="5143500" y="3128963"/>
          <p14:tracePt t="247" x="5006975" y="3141663"/>
          <p14:tracePt t="256" x="4864100" y="3146425"/>
          <p14:tracePt t="265" x="4784725" y="3146425"/>
          <p14:tracePt t="273" x="4716463" y="3146425"/>
          <p14:tracePt t="281" x="4641850" y="3146425"/>
          <p14:tracePt t="290" x="4556125" y="3135313"/>
          <p14:tracePt t="298" x="4487863" y="3124200"/>
          <p14:tracePt t="299" x="4476750" y="3124200"/>
          <p14:tracePt t="306" x="4413250" y="3117850"/>
          <p14:tracePt t="307" x="4397375" y="3113088"/>
          <p14:tracePt t="307" x="4391025" y="3113088"/>
          <p14:tracePt t="314" x="4340225" y="3101975"/>
          <p14:tracePt t="314" x="4327525" y="3101975"/>
          <p14:tracePt t="322" x="4283075" y="3084513"/>
          <p14:tracePt t="323" x="4265613" y="3078163"/>
          <p14:tracePt t="329" x="4237038" y="3067050"/>
          <p14:tracePt t="330" x="4230688" y="3067050"/>
          <p14:tracePt t="330" x="4225925" y="3060700"/>
          <p14:tracePt t="336" x="4208463" y="3049588"/>
          <p14:tracePt t="337" x="4202113" y="3044825"/>
          <p14:tracePt t="344" x="4179888" y="3032125"/>
          <p14:tracePt t="345" x="4179888" y="3027363"/>
          <p14:tracePt t="351" x="4162425" y="3016250"/>
          <p14:tracePt t="352" x="4162425" y="3003550"/>
          <p14:tracePt t="352" x="4157663" y="3003550"/>
          <p14:tracePt t="359" x="4151313" y="2998788"/>
          <p14:tracePt t="360" x="4151313" y="2992438"/>
          <p14:tracePt t="366" x="4144963" y="2981325"/>
          <p14:tracePt t="373" x="4133850" y="2959100"/>
          <p14:tracePt t="373" x="4133850" y="2952750"/>
          <p14:tracePt t="380" x="4129088" y="2930525"/>
          <p14:tracePt t="381" x="4122738" y="2919413"/>
          <p14:tracePt t="388" x="4122738" y="2884488"/>
          <p14:tracePt t="389" x="4122738" y="2873375"/>
          <p14:tracePt t="389" x="4122738" y="2867025"/>
          <p14:tracePt t="395" x="4122738" y="2844800"/>
          <p14:tracePt t="396" x="4122738" y="2838450"/>
          <p14:tracePt t="397" x="4122738" y="2827338"/>
          <p14:tracePt t="402" x="4122738" y="2805113"/>
          <p14:tracePt t="410" x="4122738" y="2759075"/>
          <p14:tracePt t="417" x="4129088" y="2725738"/>
          <p14:tracePt t="417" x="4133850" y="2708275"/>
          <p14:tracePt t="424" x="4140200" y="2679700"/>
          <p14:tracePt t="425" x="4144963" y="2668588"/>
          <p14:tracePt t="425" x="4144963" y="2662238"/>
          <p14:tracePt t="431" x="4157663" y="2633663"/>
          <p14:tracePt t="432" x="4162425" y="2622550"/>
          <p14:tracePt t="439" x="4173538" y="2593975"/>
          <p14:tracePt t="440" x="4179888" y="2582863"/>
          <p14:tracePt t="441" x="4179888" y="2576513"/>
          <p14:tracePt t="441" x="4186238" y="2576513"/>
          <p14:tracePt t="446" x="4197350" y="2554288"/>
          <p14:tracePt t="454" x="4214813" y="2525713"/>
          <p14:tracePt t="462" x="4230688" y="2486025"/>
          <p14:tracePt t="470" x="4248150" y="2457450"/>
          <p14:tracePt t="478" x="4265613" y="2428875"/>
          <p14:tracePt t="487" x="4294188" y="2365375"/>
          <p14:tracePt t="487" x="4298950" y="2360613"/>
          <p14:tracePt t="494" x="4327525" y="2320925"/>
          <p14:tracePt t="502" x="4368800" y="2257425"/>
          <p14:tracePt t="503" x="4379913" y="2246313"/>
          <p14:tracePt t="504" x="4384675" y="2239963"/>
          <p14:tracePt t="509" x="4413250" y="2211388"/>
          <p14:tracePt t="510" x="4425950" y="2195513"/>
          <p14:tracePt t="517" x="4481513" y="2138363"/>
          <p14:tracePt t="518" x="4498975" y="2120900"/>
          <p14:tracePt t="518" x="4516438" y="2109788"/>
          <p14:tracePt t="524" x="4562475" y="2081213"/>
          <p14:tracePt t="525" x="4584700" y="2057400"/>
          <p14:tracePt t="531" x="4681538" y="1989138"/>
          <p14:tracePt t="532" x="4699000" y="1978025"/>
          <p14:tracePt t="533" x="4716463" y="1966913"/>
          <p14:tracePt t="533" x="4716463" y="1960563"/>
          <p14:tracePt t="539" x="4789488" y="1916113"/>
          <p14:tracePt t="547" x="4960938" y="1812925"/>
          <p14:tracePt t="548" x="5006975" y="1784350"/>
          <p14:tracePt t="548" x="5035550" y="1773238"/>
          <p14:tracePt t="554" x="5172075" y="1698625"/>
          <p14:tracePt t="555" x="5200650" y="1687513"/>
          <p14:tracePt t="556" x="5235575" y="1676400"/>
          <p14:tracePt t="557" x="5246688" y="1665288"/>
          <p14:tracePt t="562" x="5372100" y="1608138"/>
          <p14:tracePt t="563" x="5422900" y="1584325"/>
          <p14:tracePt t="563" x="5457825" y="1568450"/>
          <p14:tracePt t="569" x="5599113" y="1511300"/>
          <p14:tracePt t="570" x="5634038" y="1498600"/>
          <p14:tracePt t="571" x="5656263" y="1487488"/>
          <p14:tracePt t="571" x="5684838" y="1476375"/>
          <p14:tracePt t="577" x="5781675" y="1447800"/>
          <p14:tracePt t="584" x="5992813" y="1379538"/>
          <p14:tracePt t="592" x="6261100" y="1300163"/>
          <p14:tracePt t="593" x="6318250" y="1282700"/>
          <p14:tracePt t="594" x="6353175" y="1276350"/>
          <p14:tracePt t="600" x="6518275" y="1243013"/>
          <p14:tracePt t="600" x="6586538" y="1225550"/>
          <p14:tracePt t="607" x="6734175" y="1196975"/>
          <p14:tracePt t="608" x="6780213" y="1192213"/>
          <p14:tracePt t="609" x="6802438" y="1185863"/>
          <p14:tracePt t="609" x="6837363" y="1179513"/>
          <p14:tracePt t="614" x="6923088" y="1163638"/>
          <p14:tracePt t="615" x="6985000" y="1150938"/>
          <p14:tracePt t="616" x="7013575" y="1146175"/>
          <p14:tracePt t="616" x="7042150" y="1146175"/>
          <p14:tracePt t="622" x="7185025" y="1117600"/>
          <p14:tracePt t="622" x="7242175" y="1111250"/>
          <p14:tracePt t="630" x="7407275" y="1082675"/>
          <p14:tracePt t="631" x="7442200" y="1077913"/>
          <p14:tracePt t="631" x="7464425" y="1071563"/>
          <p14:tracePt t="637" x="7585075" y="1054100"/>
          <p14:tracePt t="637" x="7635875" y="1042988"/>
          <p14:tracePt t="644" x="7761288" y="1025525"/>
          <p14:tracePt t="645" x="7800975" y="1020763"/>
          <p14:tracePt t="645" x="7823200" y="1020763"/>
          <p14:tracePt t="652" x="7915275" y="1003300"/>
          <p14:tracePt t="653" x="7948613" y="1003300"/>
          <p14:tracePt t="653" x="7966075" y="996950"/>
          <p14:tracePt t="660" x="8058150" y="992188"/>
          <p14:tracePt t="660" x="8074025" y="985838"/>
          <p14:tracePt t="661" x="8091488" y="985838"/>
          <p14:tracePt t="667" x="8177213" y="974725"/>
          <p14:tracePt t="668" x="8223250" y="968375"/>
          <p14:tracePt t="668" x="8240713" y="968375"/>
          <p14:tracePt t="674" x="8297863" y="963613"/>
          <p14:tracePt t="675" x="8326438" y="957263"/>
          <p14:tracePt t="675" x="8342313" y="957263"/>
          <p14:tracePt t="682" x="8416925" y="952500"/>
          <p14:tracePt t="683" x="8439150" y="952500"/>
          <p14:tracePt t="684" x="8451850" y="952500"/>
          <p14:tracePt t="685" x="8467725" y="952500"/>
          <p14:tracePt t="685" x="8474075" y="952500"/>
          <p14:tracePt t="689" x="8520113" y="952500"/>
          <p14:tracePt t="697" x="8593138" y="952500"/>
          <p14:tracePt t="698" x="8610600" y="952500"/>
          <p14:tracePt t="699" x="8616950" y="952500"/>
          <p14:tracePt t="704" x="8650288" y="952500"/>
          <p14:tracePt t="712" x="8707438" y="952500"/>
          <p14:tracePt t="713" x="8724900" y="952500"/>
          <p14:tracePt t="719" x="8753475" y="957263"/>
          <p14:tracePt t="719" x="8764588" y="963613"/>
          <p14:tracePt t="726" x="8799513" y="968375"/>
          <p14:tracePt t="734" x="8821738" y="981075"/>
          <p14:tracePt t="734" x="8828088" y="981075"/>
          <p14:tracePt t="741" x="8839200" y="996950"/>
          <p14:tracePt t="748" x="8843963" y="1009650"/>
          <p14:tracePt t="755" x="8850313" y="1020763"/>
          <p14:tracePt t="756" x="8856663" y="1025525"/>
          <p14:tracePt t="762" x="8856663" y="1049338"/>
          <p14:tracePt t="770" x="8856663" y="1089025"/>
          <p14:tracePt t="771" x="8856663" y="1100138"/>
          <p14:tracePt t="772" x="8856663" y="1106488"/>
          <p14:tracePt t="772" x="8856663" y="1122363"/>
          <p14:tracePt t="777" x="8843963" y="1168400"/>
          <p14:tracePt t="785" x="8828088" y="1247775"/>
          <p14:tracePt t="793" x="8799513" y="1368425"/>
          <p14:tracePt t="800" x="8770938" y="1493838"/>
          <p14:tracePt t="809" x="8731250" y="1652588"/>
          <p14:tracePt t="817" x="8685213" y="1795463"/>
          <p14:tracePt t="826" x="8621713" y="1978025"/>
          <p14:tracePt t="826" x="8610600" y="2012950"/>
          <p14:tracePt t="833" x="8577263" y="2092325"/>
          <p14:tracePt t="834" x="8564563" y="2120900"/>
          <p14:tracePt t="835" x="8553450" y="2132013"/>
          <p14:tracePt t="841" x="8507413" y="2228850"/>
          <p14:tracePt t="841" x="8496300" y="2239963"/>
          <p14:tracePt t="842" x="8491538" y="2251075"/>
          <p14:tracePt t="848" x="8445500" y="2325688"/>
          <p14:tracePt t="849" x="8423275" y="2354263"/>
          <p14:tracePt t="849" x="8410575" y="2371725"/>
          <p14:tracePt t="855" x="8366125" y="2439988"/>
          <p14:tracePt t="863" x="8256588" y="2565400"/>
          <p14:tracePt t="863" x="8234363" y="2600325"/>
          <p14:tracePt t="870" x="8166100" y="2662238"/>
          <p14:tracePt t="871" x="8143875" y="2684463"/>
          <p14:tracePt t="871" x="8131175" y="2701925"/>
          <p14:tracePt t="877" x="8069263" y="2759075"/>
          <p14:tracePt t="885" x="7977188" y="2838450"/>
          <p14:tracePt t="885" x="7961313" y="2851150"/>
          <p14:tracePt t="886" x="7954963" y="2855913"/>
          <p14:tracePt t="892" x="7915275" y="2878138"/>
          <p14:tracePt t="893" x="7908925" y="2890838"/>
          <p14:tracePt t="894" x="7904163" y="2890838"/>
          <p14:tracePt t="900" x="7880350" y="2906713"/>
          <p14:tracePt t="901" x="7869238" y="2906713"/>
          <p14:tracePt t="907" x="7864475" y="2913063"/>
          <p14:tracePt t="915" x="7858125" y="2913063"/>
          <p14:tracePt t="5076" x="7847013" y="2913063"/>
          <p14:tracePt t="5077" x="7835900" y="2913063"/>
          <p14:tracePt t="5079" x="7829550" y="2913063"/>
          <p14:tracePt t="5083" x="7807325" y="2913063"/>
          <p14:tracePt t="5096" x="7618413" y="2901950"/>
          <p14:tracePt t="5097" x="7585075" y="2895600"/>
          <p14:tracePt t="5097" x="7567613" y="2890838"/>
          <p14:tracePt t="5104" x="7475538" y="2884488"/>
          <p14:tracePt t="5116" x="7277100" y="2873375"/>
          <p14:tracePt t="5117" x="7248525" y="2873375"/>
          <p14:tracePt t="5117" x="7224713" y="2867025"/>
          <p14:tracePt t="5124" x="7151688" y="2867025"/>
          <p14:tracePt t="5132" x="7019925" y="2855913"/>
          <p14:tracePt t="5133" x="6985000" y="2855913"/>
          <p14:tracePt t="5133" x="6969125" y="2855913"/>
          <p14:tracePt t="5139" x="6888163" y="2844800"/>
          <p14:tracePt t="5147" x="6751638" y="2833688"/>
          <p14:tracePt t="5148" x="6718300" y="2833688"/>
          <p14:tracePt t="5148" x="6700838" y="2833688"/>
          <p14:tracePt t="5159" x="6551613" y="2816225"/>
          <p14:tracePt t="5160" x="6523038" y="2816225"/>
          <p14:tracePt t="5161" x="6507163" y="2816225"/>
          <p14:tracePt t="5161" x="6494463" y="2816225"/>
          <p14:tracePt t="5172" x="6364288" y="2805113"/>
          <p14:tracePt t="5187" x="6203950" y="2805113"/>
          <p14:tracePt t="5187" x="6199188" y="2805113"/>
          <p14:tracePt t="5188" x="6186488" y="2805113"/>
          <p14:tracePt t="5195" x="6142038" y="2809875"/>
          <p14:tracePt t="5204" x="6067425" y="2822575"/>
          <p14:tracePt t="5212" x="5988050" y="2851150"/>
          <p14:tracePt t="5227" x="5816600" y="2901950"/>
          <p14:tracePt t="5228" x="5794375" y="2913063"/>
          <p14:tracePt t="5229" x="5781675" y="2913063"/>
          <p14:tracePt t="5230" x="5765800" y="2924175"/>
          <p14:tracePt t="5230" x="5759450" y="2924175"/>
          <p14:tracePt t="5241" x="5640388" y="2963863"/>
          <p14:tracePt t="5242" x="5611813" y="2970213"/>
          <p14:tracePt t="5242" x="5599113" y="2976563"/>
          <p14:tracePt t="5255" x="5445125" y="3021013"/>
          <p14:tracePt t="5256" x="5418138" y="3027363"/>
          <p14:tracePt t="5268" x="5275263" y="3060700"/>
          <p14:tracePt t="5269" x="5264150" y="3060700"/>
          <p14:tracePt t="5270" x="5246688" y="3067050"/>
          <p14:tracePt t="5283" x="5143500" y="3089275"/>
          <p14:tracePt t="5283" x="5138738" y="3089275"/>
          <p14:tracePt t="5284" x="5132388" y="3089275"/>
          <p14:tracePt t="5297" x="5081588" y="3106738"/>
          <p14:tracePt t="5311" x="5068888" y="3113088"/>
          <p14:tracePt t="5349" x="5064125" y="3113088"/>
          <p14:tracePt t="5357" x="5057775" y="3113088"/>
          <p14:tracePt t="5360" x="5046663" y="3117850"/>
          <p14:tracePt t="5367" x="5035550" y="3117850"/>
          <p14:tracePt t="5384" x="4949825" y="3141663"/>
          <p14:tracePt t="5393" x="4886325" y="3152775"/>
          <p14:tracePt t="5402" x="4824413" y="3163888"/>
          <p14:tracePt t="5416" x="4721225" y="3181350"/>
          <p14:tracePt t="5424" x="4659313" y="3192463"/>
          <p14:tracePt t="5432" x="4584700" y="3209925"/>
          <p14:tracePt t="5433" x="4562475" y="3214688"/>
          <p14:tracePt t="5433" x="4556125" y="3214688"/>
          <p14:tracePt t="5440" x="4498975" y="3227388"/>
          <p14:tracePt t="5447" x="4425950" y="3238500"/>
          <p14:tracePt t="5448" x="4413250" y="3243263"/>
          <p14:tracePt t="5449" x="4402138" y="3243263"/>
          <p14:tracePt t="5454" x="4362450" y="3249613"/>
          <p14:tracePt t="5462" x="4283075" y="3260725"/>
          <p14:tracePt t="5463" x="4265613" y="3260725"/>
          <p14:tracePt t="5464" x="4254500" y="3267075"/>
          <p14:tracePt t="5469" x="4208463" y="3271838"/>
          <p14:tracePt t="5470" x="4186238" y="3278188"/>
          <p14:tracePt t="5470" x="4173538" y="3278188"/>
          <p14:tracePt t="5477" x="4117975" y="3282950"/>
          <p14:tracePt t="5478" x="4100513" y="3289300"/>
          <p14:tracePt t="5478" x="4089400" y="3295650"/>
          <p14:tracePt t="5484" x="4043363" y="3295650"/>
          <p14:tracePt t="5491" x="3963988" y="3306763"/>
          <p14:tracePt t="5492" x="3946525" y="3311525"/>
          <p14:tracePt t="5499" x="3865563" y="3324225"/>
          <p14:tracePt t="5499" x="3854450" y="3324225"/>
          <p14:tracePt t="5500" x="3843338" y="3324225"/>
          <p14:tracePt t="5501" x="3832225" y="3328988"/>
          <p14:tracePt t="5502" x="3814763" y="3328988"/>
          <p14:tracePt t="5512" x="3746500" y="3340100"/>
          <p14:tracePt t="5519" x="3706813" y="3346450"/>
          <p14:tracePt t="5519" x="3689350" y="3352800"/>
          <p14:tracePt t="5533" x="3643313" y="3357563"/>
          <p14:tracePt t="5534" x="3638550" y="3357563"/>
          <p14:tracePt t="5535" x="3638550" y="3363913"/>
          <p14:tracePt t="5540" x="3621088" y="3363913"/>
          <p14:tracePt t="5541" x="3614738" y="3363913"/>
          <p14:tracePt t="5554" x="3586163" y="3368675"/>
          <p14:tracePt t="5554" x="3581400" y="3375025"/>
          <p14:tracePt t="5555" x="3570288" y="3379788"/>
          <p14:tracePt t="5561" x="3557588" y="3379788"/>
          <p14:tracePt t="5562" x="3552825" y="3379788"/>
          <p14:tracePt t="5563" x="3546475" y="3386138"/>
          <p14:tracePt t="5574" x="3506788" y="3397250"/>
          <p14:tracePt t="5575" x="3502025" y="3403600"/>
          <p14:tracePt t="5581" x="3473450" y="3408363"/>
          <p14:tracePt t="5595" x="3405188" y="3436938"/>
          <p14:tracePt t="5596" x="3392488" y="3449638"/>
          <p14:tracePt t="5597" x="3387725" y="3449638"/>
          <p14:tracePt t="5598" x="3381375" y="3449638"/>
          <p14:tracePt t="5598" x="3376613" y="3449638"/>
          <p14:tracePt t="5602" x="3359150" y="3460750"/>
          <p14:tracePt t="5610" x="3313113" y="3478213"/>
          <p14:tracePt t="5611" x="3306763" y="3482975"/>
          <p14:tracePt t="5623" x="3227388" y="3511550"/>
          <p14:tracePt t="5624" x="3209925" y="3522663"/>
          <p14:tracePt t="5624" x="3205163" y="3522663"/>
          <p14:tracePt t="5630" x="3176588" y="3533775"/>
          <p14:tracePt t="5644" x="3119438" y="3551238"/>
          <p14:tracePt t="5645" x="3108325" y="3551238"/>
          <p14:tracePt t="5651" x="3097213" y="3557588"/>
          <p14:tracePt t="5658" x="3073400" y="3557588"/>
          <p14:tracePt t="5671" x="3044825" y="3568700"/>
          <p14:tracePt t="5678" x="3027363" y="3568700"/>
          <p14:tracePt t="5692" x="2965450" y="3586163"/>
          <p14:tracePt t="5693" x="2954338" y="3590925"/>
          <p14:tracePt t="5694" x="2947988" y="3590925"/>
          <p14:tracePt t="5699" x="2914650" y="3597275"/>
          <p14:tracePt t="5700" x="2908300" y="3603625"/>
          <p14:tracePt t="5713" x="2776538" y="3614738"/>
          <p14:tracePt t="5714" x="2747963" y="3619500"/>
          <p14:tracePt t="5715" x="2736850" y="3619500"/>
          <p14:tracePt t="5716" x="2725738" y="3619500"/>
          <p14:tracePt t="5720" x="2679700" y="3619500"/>
          <p14:tracePt t="5734" x="2514600" y="3619500"/>
          <p14:tracePt t="5735" x="2497138" y="3619500"/>
          <p14:tracePt t="5735" x="2486025" y="3619500"/>
          <p14:tracePt t="5741" x="2439988" y="3614738"/>
          <p14:tracePt t="5742" x="2417763" y="3614738"/>
          <p14:tracePt t="5742" x="2406650" y="3614738"/>
          <p14:tracePt t="5755" x="2281238" y="3597275"/>
          <p14:tracePt t="5756" x="2263775" y="3590925"/>
          <p14:tracePt t="5757" x="2252663" y="3590925"/>
          <p14:tracePt t="5757" x="2241550" y="3586163"/>
          <p14:tracePt t="5762" x="2212975" y="3579813"/>
          <p14:tracePt t="5763" x="2189163" y="3575050"/>
          <p14:tracePt t="5769" x="2144713" y="3557588"/>
          <p14:tracePt t="5770" x="2120900" y="3546475"/>
          <p14:tracePt t="5771" x="2109788" y="3546475"/>
          <p14:tracePt t="5783" x="1951038" y="3482975"/>
          <p14:tracePt t="5783" x="1933575" y="3482975"/>
          <p14:tracePt t="5784" x="1905000" y="3478213"/>
          <p14:tracePt t="5790" x="1773238" y="3449638"/>
          <p14:tracePt t="5791" x="1727200" y="3449638"/>
          <p14:tracePt t="5803" x="1465263" y="3454400"/>
          <p14:tracePt t="5804" x="1390650" y="3478213"/>
          <p14:tracePt t="5811" x="1236663" y="3546475"/>
          <p14:tracePt t="5812" x="1192213" y="3568700"/>
          <p14:tracePt t="5812" x="1168400" y="3575050"/>
          <p14:tracePt t="5818" x="1095375" y="3625850"/>
          <p14:tracePt t="6244" x="1095375" y="3619500"/>
          <p14:tracePt t="6246" x="1095375" y="3614738"/>
          <p14:tracePt t="6248" x="1095375" y="3608388"/>
          <p14:tracePt t="6256" x="1095375" y="3590925"/>
          <p14:tracePt t="6269" x="1100138" y="3568700"/>
          <p14:tracePt t="6276" x="1106488" y="3551238"/>
          <p14:tracePt t="6301" x="1106488" y="3546475"/>
          <p14:tracePt t="6328" x="1106488" y="3540125"/>
          <p14:tracePt t="6400" x="1106488" y="3533775"/>
          <p14:tracePt t="6423" x="1106488" y="3529013"/>
          <p14:tracePt t="6429" x="1111250" y="3529013"/>
          <p14:tracePt t="6438" x="1117600" y="3529013"/>
          <p14:tracePt t="6444" x="1123950" y="3522663"/>
          <p14:tracePt t="6449" x="1128713" y="3522663"/>
          <p14:tracePt t="6457" x="1139825" y="3522663"/>
          <p14:tracePt t="6470" x="1163638" y="3517900"/>
          <p14:tracePt t="6478" x="1174750" y="3517900"/>
          <p14:tracePt t="6478" x="1181100" y="3511550"/>
          <p14:tracePt t="6479" x="1185863" y="3511550"/>
          <p14:tracePt t="6485" x="1192213" y="3511550"/>
          <p14:tracePt t="6485" x="1196975" y="3505200"/>
          <p14:tracePt t="6493" x="1214438" y="3505200"/>
          <p14:tracePt t="6493" x="1220788" y="3505200"/>
          <p14:tracePt t="6499" x="1231900" y="3500438"/>
          <p14:tracePt t="6507" x="1260475" y="3494088"/>
          <p14:tracePt t="6515" x="1300163" y="3482975"/>
          <p14:tracePt t="6523" x="1339850" y="3478213"/>
          <p14:tracePt t="6524" x="1350963" y="3471863"/>
          <p14:tracePt t="6524" x="1357313" y="3471863"/>
          <p14:tracePt t="6530" x="1390650" y="3460750"/>
          <p14:tracePt t="6538" x="1443038" y="3443288"/>
          <p14:tracePt t="6539" x="1460500" y="3432175"/>
          <p14:tracePt t="6540" x="1465263" y="3432175"/>
          <p14:tracePt t="6541" x="1476375" y="3432175"/>
          <p14:tracePt t="6541" x="1482725" y="3421063"/>
          <p14:tracePt t="6545" x="1500188" y="3414713"/>
          <p14:tracePt t="6553" x="1573213" y="3379788"/>
          <p14:tracePt t="6554" x="1597025" y="3368675"/>
          <p14:tracePt t="6554" x="1601788" y="3368675"/>
          <p14:tracePt t="6561" x="1654175" y="3346450"/>
          <p14:tracePt t="6569" x="1733550" y="3300413"/>
          <p14:tracePt t="6577" x="1797050" y="3267075"/>
          <p14:tracePt t="6585" x="1841500" y="3238500"/>
          <p14:tracePt t="6586" x="1852613" y="3232150"/>
          <p14:tracePt t="6593" x="1881188" y="3214688"/>
          <p14:tracePt t="6602" x="1905000" y="3192463"/>
          <p14:tracePt t="6611" x="1922463" y="3181350"/>
          <p14:tracePt t="6611" x="1927225" y="3175000"/>
          <p14:tracePt t="6619" x="1938338" y="3170238"/>
          <p14:tracePt t="6619" x="1938338" y="3163888"/>
          <p14:tracePt t="6630" x="1955800" y="3146425"/>
          <p14:tracePt t="6637" x="1962150" y="3128963"/>
          <p14:tracePt t="6651" x="1973263" y="3101975"/>
          <p14:tracePt t="6652" x="1978025" y="3095625"/>
          <p14:tracePt t="6659" x="1978025" y="3078163"/>
          <p14:tracePt t="6659" x="1984375" y="3073400"/>
          <p14:tracePt t="6666" x="1984375" y="3055938"/>
          <p14:tracePt t="6673" x="1990725" y="3027363"/>
          <p14:tracePt t="6674" x="1995488" y="3016250"/>
          <p14:tracePt t="6675" x="1995488" y="3009900"/>
          <p14:tracePt t="6685" x="2001838" y="2970213"/>
          <p14:tracePt t="6686" x="2001838" y="2959100"/>
          <p14:tracePt t="6693" x="2006600" y="2930525"/>
          <p14:tracePt t="6701" x="2006600" y="2895600"/>
          <p14:tracePt t="6709" x="2006600" y="2855913"/>
          <p14:tracePt t="6718" x="2006600" y="2809875"/>
          <p14:tracePt t="6726" x="2006600" y="2765425"/>
          <p14:tracePt t="6734" x="2001838" y="2730500"/>
          <p14:tracePt t="6735" x="2001838" y="2719388"/>
          <p14:tracePt t="6735" x="2001838" y="2713038"/>
          <p14:tracePt t="6741" x="1995488" y="2690813"/>
          <p14:tracePt t="6741" x="1995488" y="2679700"/>
          <p14:tracePt t="6748" x="1990725" y="2651125"/>
          <p14:tracePt t="6762" x="1978025" y="2582863"/>
          <p14:tracePt t="6763" x="1973263" y="2571750"/>
          <p14:tracePt t="6764" x="1973263" y="2565400"/>
          <p14:tracePt t="6769" x="1966913" y="2547938"/>
          <p14:tracePt t="6770" x="1966913" y="2536825"/>
          <p14:tracePt t="6783" x="1955800" y="2490788"/>
          <p14:tracePt t="6783" x="1955800" y="2479675"/>
          <p14:tracePt t="6790" x="1951038" y="2457450"/>
          <p14:tracePt t="6791" x="1951038" y="2451100"/>
          <p14:tracePt t="6797" x="1944688" y="2428875"/>
          <p14:tracePt t="6810" x="1933575" y="2393950"/>
          <p14:tracePt t="6811" x="1933575" y="2389188"/>
          <p14:tracePt t="6818" x="1933575" y="2376488"/>
          <p14:tracePt t="6825" x="1927225" y="2376488"/>
          <p14:tracePt t="6980" x="1927225" y="2371725"/>
          <p14:tracePt t="6989" x="1927225" y="2365375"/>
          <p14:tracePt t="6993" x="1927225" y="2360613"/>
          <p14:tracePt t="6998" x="1927225" y="2354263"/>
          <p14:tracePt t="7005" x="1927225" y="2349500"/>
          <p14:tracePt t="7018" x="1927225" y="2336800"/>
          <p14:tracePt t="7029" x="1927225" y="2332038"/>
          <p14:tracePt t="7686" x="1933575" y="2332038"/>
          <p14:tracePt t="7688" x="1938338" y="2332038"/>
          <p14:tracePt t="7692" x="1944688" y="2332038"/>
          <p14:tracePt t="7700" x="2024063" y="2354263"/>
          <p14:tracePt t="7713" x="2298700" y="2411413"/>
          <p14:tracePt t="7714" x="2366963" y="2422525"/>
          <p14:tracePt t="7715" x="2389188" y="2433638"/>
          <p14:tracePt t="7716" x="2435225" y="2433638"/>
          <p14:tracePt t="7716" x="2452688" y="2433638"/>
          <p14:tracePt t="7720" x="2503488" y="2439988"/>
          <p14:tracePt t="7728" x="2817813" y="2486025"/>
          <p14:tracePt t="7729" x="2890838" y="2497138"/>
          <p14:tracePt t="7730" x="2930525" y="2501900"/>
          <p14:tracePt t="7731" x="2954338" y="2501900"/>
          <p14:tracePt t="7741" x="3313113" y="2536825"/>
          <p14:tracePt t="7742" x="3398838" y="2536825"/>
          <p14:tracePt t="7755" x="3889375" y="2554288"/>
          <p14:tracePt t="7756" x="3957638" y="2554288"/>
          <p14:tracePt t="7757" x="4003675" y="2554288"/>
          <p14:tracePt t="7757" x="4043363" y="2554288"/>
          <p14:tracePt t="7762" x="4162425" y="2559050"/>
          <p14:tracePt t="7769" x="4441825" y="2565400"/>
          <p14:tracePt t="7770" x="4522788" y="2565400"/>
          <p14:tracePt t="7771" x="4567238" y="2565400"/>
          <p14:tracePt t="7772" x="4613275" y="2571750"/>
          <p14:tracePt t="7772" x="4635500" y="2571750"/>
          <p14:tracePt t="7776" x="4767263" y="2576513"/>
          <p14:tracePt t="7784" x="5110163" y="2587625"/>
          <p14:tracePt t="7791" x="5445125" y="2600325"/>
          <p14:tracePt t="7792" x="5576888" y="2605088"/>
          <p14:tracePt t="7793" x="5627688" y="2605088"/>
          <p14:tracePt t="7794" x="5680075" y="2611438"/>
          <p14:tracePt t="7799" x="5827713" y="2616200"/>
          <p14:tracePt t="7799" x="5884863" y="2616200"/>
          <p14:tracePt t="7800" x="5964238" y="2616200"/>
          <p14:tracePt t="7801" x="6010275" y="2616200"/>
          <p14:tracePt t="7811" x="6438900" y="2622550"/>
          <p14:tracePt t="7811" x="6483350" y="2622550"/>
          <p14:tracePt t="7812" x="6529388" y="2627313"/>
          <p14:tracePt t="7818" x="6711950" y="2627313"/>
          <p14:tracePt t="7825" x="6997700" y="2627313"/>
          <p14:tracePt t="7838" x="7418388" y="2627313"/>
          <p14:tracePt t="7839" x="7470775" y="2627313"/>
          <p14:tracePt t="7840" x="7493000" y="2627313"/>
          <p14:tracePt t="7845" x="7585075" y="2627313"/>
          <p14:tracePt t="7853" x="7743825" y="2627313"/>
          <p14:tracePt t="7854" x="7772400" y="2627313"/>
          <p14:tracePt t="7855" x="7783513" y="2627313"/>
          <p14:tracePt t="7860" x="7829550" y="2627313"/>
          <p14:tracePt t="7873" x="7893050" y="2627313"/>
          <p14:tracePt t="7874" x="7897813" y="2627313"/>
          <p14:tracePt t="8125" x="7897813" y="2633663"/>
          <p14:tracePt t="8129" x="7897813" y="2640013"/>
          <p14:tracePt t="8131" x="7897813" y="2644775"/>
          <p14:tracePt t="8138" x="7904163" y="2673350"/>
          <p14:tracePt t="8152" x="7915275" y="2747963"/>
          <p14:tracePt t="8153" x="7915275" y="2752725"/>
          <p14:tracePt t="8161" x="7920038" y="2787650"/>
          <p14:tracePt t="8161" x="7926388" y="2798763"/>
          <p14:tracePt t="8168" x="7926388" y="2816225"/>
          <p14:tracePt t="8176" x="7926388" y="2833688"/>
          <p14:tracePt t="8177" x="7932738" y="2838450"/>
          <p14:tracePt t="8186" x="7932738" y="2844800"/>
          <p14:tracePt t="8198" x="7932738" y="2851150"/>
          <p14:tracePt t="8223" x="7932738" y="2855913"/>
          <p14:tracePt t="8265" x="7932738" y="2862263"/>
          <p14:tracePt t="8269" x="7932738" y="2867025"/>
          <p14:tracePt t="8274" x="7932738" y="2873375"/>
          <p14:tracePt t="8278" x="7932738" y="2878138"/>
          <p14:tracePt t="8290" x="7932738" y="2901950"/>
          <p14:tracePt t="8304" x="7932738" y="2930525"/>
          <p14:tracePt t="8305" x="7926388" y="2935288"/>
          <p14:tracePt t="8317" x="7926388" y="2947988"/>
          <p14:tracePt t="8325" x="7926388" y="2952750"/>
          <p14:tracePt t="8332" x="7926388" y="2959100"/>
          <p14:tracePt t="8354" x="7926388" y="2963863"/>
          <p14:tracePt t="8497" x="7926388" y="2959100"/>
          <p14:tracePt t="8499" x="7915275" y="2941638"/>
          <p14:tracePt t="8505" x="7904163" y="2906713"/>
          <p14:tracePt t="8505" x="7893050" y="2878138"/>
          <p14:tracePt t="8513" x="7864475" y="2822575"/>
          <p14:tracePt t="8525" x="7783513" y="2644775"/>
          <p14:tracePt t="8526" x="7772400" y="2633663"/>
          <p14:tracePt t="8540" x="7697788" y="2486025"/>
          <p14:tracePt t="8541" x="7693025" y="2479675"/>
          <p14:tracePt t="8542" x="7686675" y="2474913"/>
          <p14:tracePt t="8547" x="7664450" y="2446338"/>
          <p14:tracePt t="8548" x="7658100" y="2433638"/>
          <p14:tracePt t="8554" x="7635875" y="2389188"/>
          <p14:tracePt t="8567" x="7585075" y="2320925"/>
          <p14:tracePt t="8568" x="7572375" y="2308225"/>
          <p14:tracePt t="8575" x="7543800" y="2274888"/>
          <p14:tracePt t="8589" x="7464425" y="2178050"/>
          <p14:tracePt t="8590" x="7453313" y="2160588"/>
          <p14:tracePt t="8591" x="7446963" y="2160588"/>
          <p14:tracePt t="8597" x="7431088" y="2132013"/>
          <p14:tracePt t="8604" x="7407275" y="2103438"/>
          <p14:tracePt t="8605" x="7407275" y="2097088"/>
          <p14:tracePt t="8606" x="7402513" y="2097088"/>
          <p14:tracePt t="8612" x="7389813" y="2074863"/>
          <p14:tracePt t="8620" x="7373938" y="2052638"/>
          <p14:tracePt t="8628" x="7361238" y="2028825"/>
          <p14:tracePt t="8636" x="7345363" y="2000250"/>
          <p14:tracePt t="8637" x="7345363" y="1995488"/>
          <p14:tracePt t="8637" x="7339013" y="1989138"/>
          <p14:tracePt t="8644" x="7332663" y="1971675"/>
          <p14:tracePt t="8651" x="7316788" y="1949450"/>
          <p14:tracePt t="8659" x="7305675" y="1927225"/>
          <p14:tracePt t="8660" x="7299325" y="1920875"/>
          <p14:tracePt t="8671" x="7281863" y="1892300"/>
          <p14:tracePt t="8685" x="7264400" y="1874838"/>
          <p14:tracePt t="8686" x="7264400" y="1870075"/>
          <p14:tracePt t="8693" x="7259638" y="1858963"/>
          <p14:tracePt t="8707" x="7242175" y="1835150"/>
          <p14:tracePt t="8707" x="7235825" y="1830388"/>
          <p14:tracePt t="8713" x="7231063" y="1812925"/>
          <p14:tracePt t="8721" x="7213600" y="1795463"/>
          <p14:tracePt t="8734" x="7191375" y="1766888"/>
          <p14:tracePt t="8741" x="7173913" y="1749425"/>
          <p14:tracePt t="8742" x="7167563" y="1744663"/>
          <p14:tracePt t="8755" x="7145338" y="1720850"/>
          <p14:tracePt t="8756" x="7138988" y="1716088"/>
          <p14:tracePt t="8762" x="7127875" y="1709738"/>
          <p14:tracePt t="8776" x="7105650" y="1693863"/>
          <p14:tracePt t="8776" x="7099300" y="1693863"/>
          <p14:tracePt t="8784" x="7094538" y="1693863"/>
          <p14:tracePt t="8831" x="7088188" y="1693863"/>
          <p14:tracePt t="8839" x="7081838" y="1693863"/>
          <p14:tracePt t="8843" x="7077075" y="1693863"/>
          <p14:tracePt t="8848" x="7070725" y="1693863"/>
          <p14:tracePt t="8859" x="7053263" y="1693863"/>
          <p14:tracePt t="8873" x="7037388" y="1693863"/>
          <p14:tracePt t="8873" x="7031038" y="1693863"/>
          <p14:tracePt t="8880" x="7026275" y="1693863"/>
          <p14:tracePt t="8881" x="7019925" y="1693863"/>
          <p14:tracePt t="8894" x="7008813" y="1693863"/>
          <p14:tracePt t="8913" x="6985000" y="1687513"/>
          <p14:tracePt t="8958" x="6985000" y="1681163"/>
          <p14:tracePt t="9117" x="6991350" y="1681163"/>
          <p14:tracePt t="9120" x="6997700" y="1681163"/>
          <p14:tracePt t="9123" x="6997700" y="1676400"/>
          <p14:tracePt t="9130" x="7008813" y="1676400"/>
          <p14:tracePt t="9144" x="7042150" y="1676400"/>
          <p14:tracePt t="9151" x="7053263" y="1676400"/>
          <p14:tracePt t="9164" x="7088188" y="1670050"/>
          <p14:tracePt t="9165" x="7094538" y="1670050"/>
          <p14:tracePt t="9172" x="7116763" y="1670050"/>
          <p14:tracePt t="9185" x="7191375" y="1670050"/>
          <p14:tracePt t="9186" x="7202488" y="1670050"/>
          <p14:tracePt t="9193" x="7231063" y="1670050"/>
          <p14:tracePt t="9193" x="7242175" y="1670050"/>
          <p14:tracePt t="9194" x="7248525" y="1670050"/>
          <p14:tracePt t="9206" x="7288213" y="1670050"/>
          <p14:tracePt t="9207" x="7299325" y="1670050"/>
          <p14:tracePt t="9213" x="7316788" y="1670050"/>
          <p14:tracePt t="9214" x="7321550" y="1670050"/>
          <p14:tracePt t="9227" x="7356475" y="1670050"/>
          <p14:tracePt t="9235" x="7373938" y="1670050"/>
          <p14:tracePt t="9235" x="7378700" y="1670050"/>
          <p14:tracePt t="9248" x="7402513" y="1670050"/>
          <p14:tracePt t="9262" x="7418388" y="1670050"/>
          <p14:tracePt t="9263" x="7424738" y="1670050"/>
          <p14:tracePt t="9306" x="7431088" y="1670050"/>
          <p14:tracePt t="9313" x="7435850" y="1670050"/>
          <p14:tracePt t="9315" x="7442200" y="1670050"/>
          <p14:tracePt t="9321" x="7446963" y="1670050"/>
          <p14:tracePt t="9326" x="7453313" y="1670050"/>
          <p14:tracePt t="9339" x="7475538" y="1670050"/>
          <p14:tracePt t="9352" x="7510463" y="1665288"/>
          <p14:tracePt t="9359" x="7521575" y="1665288"/>
          <p14:tracePt t="9373" x="7550150" y="1665288"/>
          <p14:tracePt t="9380" x="7561263" y="1665288"/>
          <p14:tracePt t="9394" x="7572375" y="1658938"/>
          <p14:tracePt t="9401" x="7578725" y="1652588"/>
          <p14:tracePt t="9417" x="7585075" y="1652588"/>
          <p14:tracePt t="9424" x="7589838" y="1652588"/>
          <p14:tracePt t="9436" x="7600950" y="1652588"/>
          <p14:tracePt t="9437" x="7607300" y="1652588"/>
          <p14:tracePt t="9443" x="7618413" y="1652588"/>
          <p14:tracePt t="9450" x="7629525" y="1652588"/>
          <p14:tracePt t="9457" x="7646988" y="1652588"/>
          <p14:tracePt t="9470" x="7675563" y="1652588"/>
          <p14:tracePt t="9472" x="7686675" y="1652588"/>
          <p14:tracePt t="9484" x="7721600" y="1652588"/>
          <p14:tracePt t="9491" x="7732713" y="1652588"/>
          <p14:tracePt t="9505" x="7750175" y="1652588"/>
          <p14:tracePt t="9559" x="7754938" y="1652588"/>
          <p14:tracePt t="9565" x="7761288" y="1652588"/>
          <p14:tracePt t="9568" x="7766050" y="1652588"/>
          <p14:tracePt t="9569" x="7766050" y="1658938"/>
          <p14:tracePt t="9575" x="7778750" y="1665288"/>
          <p14:tracePt t="9588" x="7807325" y="1676400"/>
          <p14:tracePt t="9589" x="7807325" y="1681163"/>
          <p14:tracePt t="9602" x="7840663" y="1687513"/>
          <p14:tracePt t="9609" x="7851775" y="1687513"/>
          <p14:tracePt t="9623" x="7875588" y="1698625"/>
          <p14:tracePt t="9630" x="7880350" y="1704975"/>
          <p14:tracePt t="9630" x="7886700" y="1704975"/>
          <p14:tracePt t="9644" x="7897813" y="1709738"/>
          <p14:tracePt t="9651" x="7904163" y="1709738"/>
          <p14:tracePt t="9652" x="7908925" y="1716088"/>
          <p14:tracePt t="9664" x="7920038" y="1720850"/>
          <p14:tracePt t="9671" x="7932738" y="1727200"/>
          <p14:tracePt t="9685" x="7948613" y="1738313"/>
          <p14:tracePt t="9693" x="7954963" y="1749425"/>
          <p14:tracePt t="9700" x="7961313" y="1749425"/>
          <p14:tracePt t="9720" x="7961313" y="1762125"/>
          <p14:tracePt t="9728" x="7966075" y="1762125"/>
          <p14:tracePt t="9741" x="7966075" y="1773238"/>
          <p14:tracePt t="9781" x="7966075" y="1778000"/>
          <p14:tracePt t="9834" x="7966075" y="1784350"/>
          <p14:tracePt t="9836" x="7961313" y="1784350"/>
          <p14:tracePt t="9839" x="7961313" y="1790700"/>
          <p14:tracePt t="9846" x="7948613" y="1801813"/>
          <p14:tracePt t="9847" x="7943850" y="1801813"/>
          <p14:tracePt t="9848" x="7937500" y="1806575"/>
          <p14:tracePt t="9859" x="7915275" y="1824038"/>
          <p14:tracePt t="9860" x="7904163" y="1830388"/>
          <p14:tracePt t="9866" x="7893050" y="1835150"/>
          <p14:tracePt t="9880" x="7829550" y="1863725"/>
          <p14:tracePt t="9881" x="7823200" y="1874838"/>
          <p14:tracePt t="9887" x="7794625" y="1881188"/>
          <p14:tracePt t="9905" x="7704138" y="1916113"/>
          <p14:tracePt t="9906" x="7697788" y="1920875"/>
          <p14:tracePt t="9913" x="7664450" y="1931988"/>
          <p14:tracePt t="9921" x="7635875" y="1944688"/>
          <p14:tracePt t="9922" x="7629525" y="1944688"/>
          <p14:tracePt t="9928" x="7607300" y="1949450"/>
          <p14:tracePt t="9936" x="7589838" y="1955800"/>
          <p14:tracePt t="9949" x="7567613" y="1955800"/>
          <p14:tracePt t="9957" x="7561263" y="1955800"/>
          <p14:tracePt t="9970" x="7556500" y="1955800"/>
          <p14:tracePt t="10004" x="7550150" y="1955800"/>
          <p14:tracePt t="10030" x="7543800" y="1955800"/>
          <p14:tracePt t="10033" x="7539038" y="1955800"/>
          <p14:tracePt t="10038" x="7532688" y="1955800"/>
          <p14:tracePt t="10042" x="7527925" y="1955800"/>
          <p14:tracePt t="10053" x="7504113" y="1955800"/>
          <p14:tracePt t="10054" x="7499350" y="1955800"/>
          <p14:tracePt t="10061" x="7481888" y="1944688"/>
          <p14:tracePt t="10069" x="7446963" y="1938338"/>
          <p14:tracePt t="10070" x="7435850" y="1938338"/>
          <p14:tracePt t="10071" x="7431088" y="1931988"/>
          <p14:tracePt t="10077" x="7413625" y="1927225"/>
          <p14:tracePt t="10086" x="7367588" y="1909763"/>
          <p14:tracePt t="10093" x="7350125" y="1898650"/>
          <p14:tracePt t="10093" x="7345363" y="1898650"/>
          <p14:tracePt t="10094" x="7339013" y="1898650"/>
          <p14:tracePt t="10095" x="7332663" y="1898650"/>
          <p14:tracePt t="10100" x="7316788" y="1892300"/>
          <p14:tracePt t="10108" x="7281863" y="1881188"/>
          <p14:tracePt t="10109" x="7277100" y="1874838"/>
          <p14:tracePt t="10110" x="7270750" y="1874838"/>
          <p14:tracePt t="10115" x="7259638" y="1870075"/>
          <p14:tracePt t="10116" x="7253288" y="1870075"/>
          <p14:tracePt t="10123" x="7235825" y="1863725"/>
          <p14:tracePt t="10130" x="7213600" y="1858963"/>
          <p14:tracePt t="10131" x="7207250" y="1858963"/>
          <p14:tracePt t="10136" x="7196138" y="1852613"/>
          <p14:tracePt t="10144" x="7180263" y="1846263"/>
          <p14:tracePt t="10145" x="7173913" y="1841500"/>
          <p14:tracePt t="10151" x="7167563" y="1841500"/>
          <p14:tracePt t="10157" x="7156450" y="1841500"/>
          <p14:tracePt t="10166" x="7138988" y="1830388"/>
          <p14:tracePt t="10174" x="7123113" y="1824038"/>
          <p14:tracePt t="10175" x="7116763" y="1819275"/>
          <p14:tracePt t="10181" x="7105650" y="1812925"/>
          <p14:tracePt t="10182" x="7099300" y="1812925"/>
          <p14:tracePt t="10183" x="7094538" y="1812925"/>
          <p14:tracePt t="10189" x="7077075" y="1806575"/>
          <p14:tracePt t="10196" x="7059613" y="1801813"/>
          <p14:tracePt t="10203" x="7053263" y="1795463"/>
          <p14:tracePt t="10211" x="7031038" y="1795463"/>
          <p14:tracePt t="10218" x="7013575" y="1790700"/>
          <p14:tracePt t="10225" x="7002463" y="1784350"/>
          <p14:tracePt t="10226" x="6997700" y="1784350"/>
          <p14:tracePt t="10226" x="6991350" y="1784350"/>
          <p14:tracePt t="10232" x="6980238" y="1773238"/>
          <p14:tracePt t="10240" x="6962775" y="1773238"/>
          <p14:tracePt t="10241" x="6956425" y="1766888"/>
          <p14:tracePt t="10247" x="6940550" y="1762125"/>
          <p14:tracePt t="10248" x="6934200" y="1762125"/>
          <p14:tracePt t="10254" x="6916738" y="1762125"/>
          <p14:tracePt t="10262" x="6899275" y="1749425"/>
          <p14:tracePt t="10263" x="6894513" y="1744663"/>
          <p14:tracePt t="10264" x="6888163" y="1744663"/>
          <p14:tracePt t="10269" x="6872288" y="1744663"/>
          <p14:tracePt t="10270" x="6872288" y="1738313"/>
          <p14:tracePt t="10277" x="6854825" y="1733550"/>
          <p14:tracePt t="10284" x="6831013" y="1727200"/>
          <p14:tracePt t="10293" x="6808788" y="1720850"/>
          <p14:tracePt t="10302" x="6797675" y="1709738"/>
          <p14:tracePt t="10310" x="6780213" y="1704975"/>
          <p14:tracePt t="10318" x="6773863" y="1704975"/>
          <p14:tracePt t="10325" x="6769100" y="1698625"/>
          <p14:tracePt t="10333" x="6762750" y="1698625"/>
          <p14:tracePt t="10351" x="6757988" y="1698625"/>
          <p14:tracePt t="10368" x="6757988" y="1693863"/>
          <p14:tracePt t="10388" x="6751638" y="1693863"/>
          <p14:tracePt t="10399" x="6746875" y="1693863"/>
          <p14:tracePt t="10406" x="6740525" y="1693863"/>
          <p14:tracePt t="10407" x="6740525" y="1687513"/>
          <p14:tracePt t="10415" x="6734175" y="1687513"/>
          <p14:tracePt t="10423" x="6734175" y="1681163"/>
          <p14:tracePt t="10431" x="6729413" y="1681163"/>
          <p14:tracePt t="10540" x="6734175" y="1681163"/>
          <p14:tracePt t="10542" x="6734175" y="1676400"/>
          <p14:tracePt t="10546" x="6751638" y="1676400"/>
          <p14:tracePt t="10555" x="6802438" y="1658938"/>
          <p14:tracePt t="10567" x="6905625" y="1641475"/>
          <p14:tracePt t="10568" x="6916738" y="1641475"/>
          <p14:tracePt t="10574" x="6969125" y="1636713"/>
          <p14:tracePt t="10588" x="7105650" y="1624013"/>
          <p14:tracePt t="10589" x="7123113" y="1624013"/>
          <p14:tracePt t="10596" x="7167563" y="1619250"/>
          <p14:tracePt t="10597" x="7185025" y="1619250"/>
          <p14:tracePt t="10609" x="7253288" y="1619250"/>
          <p14:tracePt t="10610" x="7264400" y="1619250"/>
          <p14:tracePt t="10610" x="7270750" y="1619250"/>
          <p14:tracePt t="10617" x="7292975" y="1619250"/>
          <p14:tracePt t="10618" x="7305675" y="1619250"/>
          <p14:tracePt t="10619" x="7310438" y="1619250"/>
          <p14:tracePt t="10630" x="7367588" y="1619250"/>
          <p14:tracePt t="10631" x="7385050" y="1619250"/>
          <p14:tracePt t="10637" x="7418388" y="1619250"/>
          <p14:tracePt t="10650" x="7556500" y="1624013"/>
          <p14:tracePt t="10651" x="7567613" y="1624013"/>
          <p14:tracePt t="10658" x="7646988" y="1624013"/>
          <p14:tracePt t="10672" x="7794625" y="1641475"/>
          <p14:tracePt t="10672" x="7807325" y="1641475"/>
          <p14:tracePt t="10679" x="7869238" y="1641475"/>
          <p14:tracePt t="10680" x="7880350" y="1647825"/>
          <p14:tracePt t="10681" x="7893050" y="1647825"/>
          <p14:tracePt t="10687" x="7943850" y="1652588"/>
          <p14:tracePt t="10694" x="7994650" y="1665288"/>
          <p14:tracePt t="10695" x="8005763" y="1665288"/>
          <p14:tracePt t="10696" x="8012113" y="1665288"/>
          <p14:tracePt t="10701" x="8034338" y="1670050"/>
          <p14:tracePt t="10713" x="8062913" y="1676400"/>
          <p14:tracePt t="10758" x="8062913" y="1681163"/>
          <p14:tracePt t="10761" x="8062913" y="1687513"/>
          <p14:tracePt t="10765" x="8062913" y="1693863"/>
          <p14:tracePt t="10770" x="8062913" y="1698625"/>
          <p14:tracePt t="10783" x="8062913" y="1720850"/>
          <p14:tracePt t="10784" x="8062913" y="1733550"/>
          <p14:tracePt t="10790" x="8062913" y="1738313"/>
          <p14:tracePt t="10797" x="8062913" y="1755775"/>
          <p14:tracePt t="10810" x="8058150" y="1784350"/>
          <p14:tracePt t="10818" x="8047038" y="1801813"/>
          <p14:tracePt t="10825" x="8040688" y="1824038"/>
          <p14:tracePt t="10838" x="8034338" y="1846263"/>
          <p14:tracePt t="10845" x="8023225" y="1858963"/>
          <p14:tracePt t="10859" x="8018463" y="1874838"/>
          <p14:tracePt t="10866" x="8012113" y="1881188"/>
          <p14:tracePt t="10880" x="8012113" y="1887538"/>
          <p14:tracePt t="10909" x="8012113" y="1892300"/>
          <p14:tracePt t="10911" x="8005763" y="1892300"/>
          <p14:tracePt t="10914" x="8005763" y="1898650"/>
          <p14:tracePt t="10923" x="8005763" y="1903413"/>
          <p14:tracePt t="10935" x="8005763" y="1931988"/>
          <p14:tracePt t="10943" x="8005763" y="1955800"/>
          <p14:tracePt t="10956" x="8012113" y="1989138"/>
          <p14:tracePt t="10963" x="8012113" y="2000250"/>
          <p14:tracePt t="10971" x="8018463" y="2017713"/>
          <p14:tracePt t="10984" x="8018463" y="2035175"/>
          <p14:tracePt t="10991" x="8018463" y="2041525"/>
          <p14:tracePt t="11005" x="8018463" y="2046288"/>
          <p14:tracePt t="12836" x="8018463" y="2052638"/>
          <p14:tracePt t="12839" x="8018463" y="2057400"/>
          <p14:tracePt t="12845" x="8018463" y="2097088"/>
          <p14:tracePt t="12846" x="8012113" y="2109788"/>
          <p14:tracePt t="12847" x="8012113" y="2120900"/>
          <p14:tracePt t="12847" x="8012113" y="2132013"/>
          <p14:tracePt t="12853" x="7994650" y="2189163"/>
          <p14:tracePt t="12866" x="7972425" y="2303463"/>
          <p14:tracePt t="12867" x="7961313" y="2320925"/>
          <p14:tracePt t="12868" x="7961313" y="2332038"/>
          <p14:tracePt t="12880" x="7948613" y="2422525"/>
          <p14:tracePt t="12881" x="7943850" y="2439988"/>
          <p14:tracePt t="12882" x="7943850" y="2451100"/>
          <p14:tracePt t="12883" x="7943850" y="2457450"/>
          <p14:tracePt t="12894" x="7937500" y="2525713"/>
          <p14:tracePt t="12894" x="7937500" y="2530475"/>
          <p14:tracePt t="12895" x="7932738" y="2536825"/>
          <p14:tracePt t="12908" x="7932738" y="2600325"/>
          <p14:tracePt t="12909" x="7932738" y="2616200"/>
          <p14:tracePt t="12915" x="7926388" y="2644775"/>
          <p14:tracePt t="12917" x="7926388" y="2662238"/>
          <p14:tracePt t="12918" x="7926388" y="2673350"/>
          <p14:tracePt t="12919" x="7926388" y="2679700"/>
          <p14:tracePt t="12929" x="7920038" y="2730500"/>
          <p14:tracePt t="12930" x="7915275" y="2752725"/>
          <p14:tracePt t="12931" x="7915275" y="2759075"/>
          <p14:tracePt t="12942" x="7915275" y="2827338"/>
          <p14:tracePt t="12943" x="7915275" y="2838450"/>
          <p14:tracePt t="12950" x="7908925" y="2890838"/>
          <p14:tracePt t="12951" x="7904163" y="2913063"/>
          <p14:tracePt t="12963" x="7880350" y="3021013"/>
          <p14:tracePt t="12964" x="7880350" y="3044825"/>
          <p14:tracePt t="12970" x="7864475" y="3106738"/>
          <p14:tracePt t="12971" x="7858125" y="3128963"/>
          <p14:tracePt t="12977" x="7840663" y="3198813"/>
          <p14:tracePt t="12978" x="7835900" y="3209925"/>
          <p14:tracePt t="12979" x="7835900" y="3227388"/>
          <p14:tracePt t="12980" x="7829550" y="3238500"/>
          <p14:tracePt t="12986" x="7812088" y="3306763"/>
          <p14:tracePt t="12994" x="7772400" y="3414713"/>
          <p14:tracePt t="12995" x="7766050" y="3449638"/>
          <p14:tracePt t="13001" x="7750175" y="3511550"/>
          <p14:tracePt t="13008" x="7715250" y="3619500"/>
          <p14:tracePt t="13009" x="7715250" y="3630613"/>
          <p14:tracePt t="13010" x="7715250" y="3643313"/>
          <p14:tracePt t="13011" x="7715250" y="3654425"/>
          <p14:tracePt t="13016" x="7697788" y="3694113"/>
          <p14:tracePt t="13024" x="7686675" y="3756025"/>
          <p14:tracePt t="13025" x="7681913" y="3773488"/>
          <p14:tracePt t="13031" x="7669213" y="3802063"/>
          <p14:tracePt t="13039" x="7658100" y="3830638"/>
          <p14:tracePt t="13048" x="7653338" y="3854450"/>
          <p14:tracePt t="13057" x="7646988" y="3859213"/>
          <p14:tracePt t="13065" x="7640638" y="3870325"/>
          <p14:tracePt t="13073" x="7629525" y="3881438"/>
          <p14:tracePt t="13082" x="7618413" y="3905250"/>
          <p14:tracePt t="13091" x="7600950" y="3938588"/>
          <p14:tracePt t="13092" x="7596188" y="3951288"/>
          <p14:tracePt t="13099" x="7578725" y="3984625"/>
          <p14:tracePt t="13100" x="7567613" y="4002088"/>
          <p14:tracePt t="13107" x="7532688" y="4064000"/>
          <p14:tracePt t="13108" x="7532688" y="4076700"/>
          <p14:tracePt t="13115" x="7504113" y="4132263"/>
          <p14:tracePt t="13116" x="7493000" y="4149725"/>
          <p14:tracePt t="13117" x="7493000" y="4160838"/>
          <p14:tracePt t="13118" x="7486650" y="4173538"/>
          <p14:tracePt t="13119" x="7481888" y="4178300"/>
          <p14:tracePt t="13123" x="7470775" y="4206875"/>
          <p14:tracePt t="13130" x="7446963" y="4257675"/>
          <p14:tracePt t="13138" x="7424738" y="4303713"/>
          <p14:tracePt t="13139" x="7424738" y="4310063"/>
          <p14:tracePt t="13145" x="7418388" y="4327525"/>
          <p14:tracePt t="13152" x="7413625" y="4338638"/>
          <p14:tracePt t="13159" x="7407275" y="4338638"/>
          <p14:tracePt t="13272" x="7402513" y="4338638"/>
          <p14:tracePt t="13274" x="7402513" y="4332288"/>
          <p14:tracePt t="13276" x="7402513" y="4327525"/>
          <p14:tracePt t="13283" x="7396163" y="4303713"/>
          <p14:tracePt t="13297" x="7356475" y="4213225"/>
          <p14:tracePt t="13297" x="7350125" y="4206875"/>
          <p14:tracePt t="13298" x="7345363" y="4202113"/>
          <p14:tracePt t="13304" x="7310438" y="4144963"/>
          <p14:tracePt t="13305" x="7292975" y="4121150"/>
          <p14:tracePt t="13305" x="7288213" y="4116388"/>
          <p14:tracePt t="13318" x="7231063" y="4041775"/>
          <p14:tracePt t="13318" x="7219950" y="4024313"/>
          <p14:tracePt t="13332" x="7162800" y="3956050"/>
          <p14:tracePt t="13333" x="7151688" y="3951288"/>
          <p14:tracePt t="13339" x="7138988" y="3933825"/>
          <p14:tracePt t="13346" x="7116763" y="3922713"/>
          <p14:tracePt t="13354" x="7099300" y="3905250"/>
          <p14:tracePt t="13362" x="7094538" y="3905250"/>
          <p14:tracePt t="13486" x="7094538" y="3898900"/>
          <p14:tracePt t="13490" x="7094538" y="3894138"/>
          <p14:tracePt t="13492" x="7099300" y="3887788"/>
          <p14:tracePt t="13501" x="7105650" y="3876675"/>
          <p14:tracePt t="13509" x="7110413" y="3859213"/>
          <p14:tracePt t="13510" x="7116763" y="3854450"/>
          <p14:tracePt t="13516" x="7116763" y="3848100"/>
          <p14:tracePt t="13517" x="7116763" y="3836988"/>
          <p14:tracePt t="13518" x="7123113" y="3836988"/>
          <p14:tracePt t="13519" x="7127875" y="3836988"/>
          <p14:tracePt t="13523" x="7127875" y="3830638"/>
          <p14:tracePt t="13530" x="7134225" y="3825875"/>
          <p14:tracePt t="13538" x="7138988" y="3808413"/>
          <p14:tracePt t="13539" x="7145338" y="3808413"/>
          <p14:tracePt t="13545" x="7156450" y="3797300"/>
          <p14:tracePt t="13552" x="7162800" y="3784600"/>
          <p14:tracePt t="13553" x="7167563" y="3779838"/>
          <p14:tracePt t="13559" x="7180263" y="3768725"/>
          <p14:tracePt t="13567" x="7185025" y="3751263"/>
          <p14:tracePt t="13567" x="7185025" y="3744913"/>
          <p14:tracePt t="13568" x="7191375" y="3740150"/>
          <p14:tracePt t="13574" x="7196138" y="3733800"/>
          <p14:tracePt t="13580" x="7196138" y="3722688"/>
          <p14:tracePt t="13588" x="7202488" y="3711575"/>
          <p14:tracePt t="13595" x="7202488" y="3700463"/>
          <p14:tracePt t="13602" x="7207250" y="3687763"/>
          <p14:tracePt t="13603" x="7207250" y="3683000"/>
          <p14:tracePt t="13604" x="7213600" y="3676650"/>
          <p14:tracePt t="13609" x="7213600" y="3671888"/>
          <p14:tracePt t="13617" x="7224713" y="3654425"/>
          <p14:tracePt t="13617" x="7224713" y="3648075"/>
          <p14:tracePt t="13625" x="7231063" y="3630613"/>
          <p14:tracePt t="13632" x="7235825" y="3619500"/>
          <p14:tracePt t="13639" x="7242175" y="3603625"/>
          <p14:tracePt t="13646" x="7248525" y="3590925"/>
          <p14:tracePt t="13654" x="7253288" y="3579813"/>
          <p14:tracePt t="13661" x="7253288" y="3575050"/>
          <p14:tracePt t="13671" x="7253288" y="3568700"/>
          <p14:tracePt t="13674" x="7259638" y="3568700"/>
          <p14:tracePt t="13692" x="7259638" y="3562350"/>
          <p14:tracePt t="13698" x="7264400" y="3562350"/>
          <p14:tracePt t="13706" x="7270750" y="3562350"/>
          <p14:tracePt t="13721" x="7277100" y="3557588"/>
          <p14:tracePt t="13728" x="7281863" y="3557588"/>
          <p14:tracePt t="13729" x="7281863" y="3551238"/>
          <p14:tracePt t="13734" x="7288213" y="3551238"/>
          <p14:tracePt t="13736" x="7292975" y="3551238"/>
          <p14:tracePt t="13750" x="7321550" y="3540125"/>
          <p14:tracePt t="13762" x="7350125" y="3529013"/>
          <p14:tracePt t="13776" x="7389813" y="3522663"/>
          <p14:tracePt t="13776" x="7396163" y="3522663"/>
          <p14:tracePt t="13777" x="7402513" y="3517900"/>
          <p14:tracePt t="13783" x="7418388" y="3517900"/>
          <p14:tracePt t="13796" x="7464425" y="3511550"/>
          <p14:tracePt t="13803" x="7475538" y="3505200"/>
          <p14:tracePt t="13804" x="7486650" y="3505200"/>
          <p14:tracePt t="13805" x="7493000" y="3505200"/>
          <p14:tracePt t="13818" x="7515225" y="3505200"/>
          <p14:tracePt t="13825" x="7527925" y="3505200"/>
          <p14:tracePt t="13838" x="7539038" y="3500438"/>
          <p14:tracePt t="13904" x="7543800" y="3500438"/>
          <p14:tracePt t="13914" x="7550150" y="3500438"/>
          <p14:tracePt t="13919" x="7556500" y="3500438"/>
          <p14:tracePt t="13929" x="7561263" y="3500438"/>
          <p14:tracePt t="14028" x="7561263" y="3494088"/>
          <p14:tracePt t="14170" x="7567613" y="3494088"/>
          <p14:tracePt t="14191" x="7572375" y="3494088"/>
          <p14:tracePt t="14195" x="7578725" y="3494088"/>
          <p14:tracePt t="14208" x="7585075" y="3494088"/>
          <p14:tracePt t="14222" x="7589838" y="3494088"/>
          <p14:tracePt t="14306" x="7596188" y="3494088"/>
          <p14:tracePt t="14309" x="7600950" y="3494088"/>
          <p14:tracePt t="14316" x="7607300" y="3494088"/>
          <p14:tracePt t="14321" x="7613650" y="3494088"/>
          <p14:tracePt t="14329" x="7618413" y="3494088"/>
          <p14:tracePt t="14338" x="7624763" y="3494088"/>
          <p14:tracePt t="14346" x="7629525" y="3494088"/>
          <p14:tracePt t="14353" x="7635875" y="3494088"/>
          <p14:tracePt t="14359" x="7640638" y="3494088"/>
          <p14:tracePt t="14367" x="7646988" y="3494088"/>
          <p14:tracePt t="14373" x="7653338" y="3494088"/>
          <p14:tracePt t="14387" x="7664450" y="3494088"/>
          <p14:tracePt t="14394" x="7675563" y="3494088"/>
          <p14:tracePt t="14408" x="7710488" y="3494088"/>
          <p14:tracePt t="14409" x="7721600" y="3494088"/>
          <p14:tracePt t="14415" x="7732713" y="3494088"/>
          <p14:tracePt t="14428" x="7778750" y="3500438"/>
          <p14:tracePt t="14429" x="7789863" y="3500438"/>
          <p14:tracePt t="14443" x="7823200" y="3500438"/>
          <p14:tracePt t="14443" x="7829550" y="3500438"/>
          <p14:tracePt t="14450" x="7847013" y="3500438"/>
          <p14:tracePt t="14471" x="7869238" y="3500438"/>
          <p14:tracePt t="14471" x="7875588" y="3500438"/>
          <p14:tracePt t="14478" x="7880350" y="3500438"/>
          <p14:tracePt t="14540" x="7886700" y="3500438"/>
          <p14:tracePt t="14557" x="7886700" y="3505200"/>
          <p14:tracePt t="14559" x="7893050" y="3505200"/>
          <p14:tracePt t="14567" x="7897813" y="3505200"/>
          <p14:tracePt t="14575" x="7904163" y="3505200"/>
          <p14:tracePt t="14589" x="7908925" y="3505200"/>
          <p14:tracePt t="14597" x="7915275" y="3505200"/>
          <p14:tracePt t="14609" x="7920038" y="3511550"/>
          <p14:tracePt t="14623" x="7937500" y="3517900"/>
          <p14:tracePt t="14630" x="7943850" y="3522663"/>
          <p14:tracePt t="14637" x="7948613" y="3522663"/>
          <p14:tracePt t="14651" x="7954963" y="3522663"/>
          <p14:tracePt t="14658" x="7961313" y="3529013"/>
          <p14:tracePt t="14667" x="7966075" y="3529013"/>
          <p14:tracePt t="14679" x="7966075" y="3533775"/>
          <p14:tracePt t="14686" x="7977188" y="3540125"/>
          <p14:tracePt t="14693" x="7977188" y="3546475"/>
          <p14:tracePt t="14706" x="7989888" y="3557588"/>
          <p14:tracePt t="14713" x="7994650" y="3562350"/>
          <p14:tracePt t="14727" x="8001000" y="3568700"/>
          <p14:tracePt t="14739" x="8001000" y="3575050"/>
          <p14:tracePt t="14823" x="8001000" y="3579813"/>
          <p14:tracePt t="14830" x="8001000" y="3586163"/>
          <p14:tracePt t="14835" x="8001000" y="3590925"/>
          <p14:tracePt t="14839" x="8001000" y="3597275"/>
          <p14:tracePt t="14852" x="7989888" y="3608388"/>
          <p14:tracePt t="14859" x="7989888" y="3614738"/>
          <p14:tracePt t="14860" x="7983538" y="3619500"/>
          <p14:tracePt t="14873" x="7972425" y="3630613"/>
          <p14:tracePt t="14880" x="7966075" y="3636963"/>
          <p14:tracePt t="14881" x="7966075" y="3643313"/>
          <p14:tracePt t="14882" x="7961313" y="3643313"/>
          <p14:tracePt t="14888" x="7954963" y="3648075"/>
          <p14:tracePt t="14895" x="7943850" y="3659188"/>
          <p14:tracePt t="14903" x="7937500" y="3665538"/>
          <p14:tracePt t="14911" x="7932738" y="3671888"/>
          <p14:tracePt t="14919" x="7926388" y="3671888"/>
          <p14:tracePt t="15050" x="7926388" y="3676650"/>
          <p14:tracePt t="15052" x="7920038" y="3676650"/>
          <p14:tracePt t="15054" x="7915275" y="3676650"/>
          <p14:tracePt t="15061" x="7904163" y="3687763"/>
          <p14:tracePt t="15074" x="7869238" y="3694113"/>
          <p14:tracePt t="15075" x="7869238" y="3700463"/>
          <p14:tracePt t="15082" x="7851775" y="3700463"/>
          <p14:tracePt t="15098" x="7812088" y="3711575"/>
          <p14:tracePt t="15099" x="7807325" y="3711575"/>
          <p14:tracePt t="15106" x="7794625" y="3716338"/>
          <p14:tracePt t="15113" x="7778750" y="3716338"/>
          <p14:tracePt t="15120" x="7772400" y="3716338"/>
          <p14:tracePt t="15127" x="7766050" y="3716338"/>
          <p14:tracePt t="15134" x="7761288" y="3716338"/>
          <p14:tracePt t="15142" x="7754938" y="3716338"/>
          <p14:tracePt t="15149" x="7750175" y="3716338"/>
          <p14:tracePt t="15157" x="7743825" y="3716338"/>
          <p14:tracePt t="15165" x="7739063" y="3716338"/>
          <p14:tracePt t="15173" x="7732713" y="3716338"/>
          <p14:tracePt t="15181" x="7726363" y="3716338"/>
          <p14:tracePt t="15188" x="7721600" y="3716338"/>
          <p14:tracePt t="15196" x="7710488" y="3716338"/>
          <p14:tracePt t="15204" x="7697788" y="3716338"/>
          <p14:tracePt t="15212" x="7681913" y="3716338"/>
          <p14:tracePt t="15221" x="7664450" y="3716338"/>
          <p14:tracePt t="15229" x="7658100" y="3716338"/>
          <p14:tracePt t="15238" x="7653338" y="3716338"/>
          <p14:tracePt t="15239" x="7646988" y="3716338"/>
          <p14:tracePt t="15246" x="7640638" y="3716338"/>
          <p14:tracePt t="15254" x="7635875" y="3716338"/>
          <p14:tracePt t="15262" x="7629525" y="3716338"/>
          <p14:tracePt t="15272" x="7624763" y="3716338"/>
          <p14:tracePt t="15283" x="7613650" y="3716338"/>
          <p14:tracePt t="15296" x="7607300" y="3716338"/>
          <p14:tracePt t="15298" x="7600950" y="3716338"/>
          <p14:tracePt t="15311" x="7585075" y="3716338"/>
          <p14:tracePt t="15318" x="7572375" y="3716338"/>
          <p14:tracePt t="15325" x="7567613" y="3716338"/>
          <p14:tracePt t="15332" x="7561263" y="3716338"/>
          <p14:tracePt t="15333" x="7556500" y="3716338"/>
          <p14:tracePt t="15334" x="7550150" y="3716338"/>
          <p14:tracePt t="15345" x="7543800" y="3716338"/>
          <p14:tracePt t="15352" x="7539038" y="3716338"/>
          <p14:tracePt t="15353" x="7532688" y="3716338"/>
          <p14:tracePt t="15360" x="7521575" y="3711575"/>
          <p14:tracePt t="15373" x="7510463" y="3705225"/>
          <p14:tracePt t="15414" x="7510463" y="3700463"/>
          <p14:tracePt t="15434" x="7504113" y="3700463"/>
          <p14:tracePt t="15436" x="7504113" y="3694113"/>
          <p14:tracePt t="15444" x="7499350" y="3687763"/>
          <p14:tracePt t="15450" x="7499350" y="3683000"/>
          <p14:tracePt t="15463" x="7499350" y="3665538"/>
          <p14:tracePt t="15470" x="7499350" y="3654425"/>
          <p14:tracePt t="15484" x="7499350" y="3636963"/>
          <p14:tracePt t="15492" x="7499350" y="3630613"/>
          <p14:tracePt t="15493" x="7504113" y="3630613"/>
          <p14:tracePt t="15505" x="7510463" y="3614738"/>
          <p14:tracePt t="15512" x="7515225" y="3603625"/>
          <p14:tracePt t="15526" x="7532688" y="3586163"/>
          <p14:tracePt t="15533" x="7543800" y="3575050"/>
          <p14:tracePt t="15547" x="7567613" y="3557588"/>
          <p14:tracePt t="15554" x="7578725" y="3551238"/>
          <p14:tracePt t="15568" x="7607300" y="3540125"/>
          <p14:tracePt t="15568" x="7613650" y="3533775"/>
          <p14:tracePt t="15574" x="7635875" y="3522663"/>
          <p14:tracePt t="15588" x="7664450" y="3511550"/>
          <p14:tracePt t="15595" x="7669213" y="3511550"/>
          <p14:tracePt t="15653" x="7675563" y="3511550"/>
          <p14:tracePt t="15675" x="7681913" y="3511550"/>
          <p14:tracePt t="15679" x="7686675" y="3511550"/>
          <p14:tracePt t="15680" x="7693025" y="3511550"/>
          <p14:tracePt t="15683" x="7697788" y="3511550"/>
          <p14:tracePt t="15686" x="7704138" y="3511550"/>
          <p14:tracePt t="15700" x="7739063" y="3511550"/>
          <p14:tracePt t="15701" x="7750175" y="3511550"/>
          <p14:tracePt t="15713" x="7783513" y="3511550"/>
          <p14:tracePt t="15714" x="7789863" y="3511550"/>
          <p14:tracePt t="15720" x="7807325" y="3517900"/>
          <p14:tracePt t="15721" x="7812088" y="3517900"/>
          <p14:tracePt t="15722" x="7818438" y="3517900"/>
          <p14:tracePt t="15723" x="7823200" y="3517900"/>
          <p14:tracePt t="15729" x="7835900" y="3522663"/>
          <p14:tracePt t="15741" x="7869238" y="3540125"/>
          <p14:tracePt t="15742" x="7880350" y="3546475"/>
          <p14:tracePt t="15751" x="7897813" y="3551238"/>
          <p14:tracePt t="15762" x="7915275" y="3557588"/>
          <p14:tracePt t="15773" x="7926388" y="3562350"/>
          <p14:tracePt t="15783" x="7932738" y="3568700"/>
          <p14:tracePt t="15795" x="7937500" y="3575050"/>
          <p14:tracePt t="15805" x="7954963" y="3586163"/>
          <p14:tracePt t="15816" x="7966075" y="3597275"/>
          <p14:tracePt t="15827" x="7977188" y="3603625"/>
          <p14:tracePt t="15838" x="7983538" y="3608388"/>
          <p14:tracePt t="15848" x="7989888" y="3619500"/>
          <p14:tracePt t="15856" x="8001000" y="3625850"/>
          <p14:tracePt t="15864" x="8001000" y="3630613"/>
          <p14:tracePt t="15873" x="8005763" y="3630613"/>
          <p14:tracePt t="15971" x="8005763" y="3636963"/>
          <p14:tracePt t="15978" x="8005763" y="3643313"/>
          <p14:tracePt t="15980" x="8001000" y="3643313"/>
          <p14:tracePt t="15989" x="7989888" y="3654425"/>
          <p14:tracePt t="15998" x="7961313" y="3671888"/>
          <p14:tracePt t="15999" x="7948613" y="3671888"/>
          <p14:tracePt t="16012" x="7915275" y="3694113"/>
          <p14:tracePt t="16020" x="7897813" y="3700463"/>
          <p14:tracePt t="16020" x="7897813" y="3705225"/>
          <p14:tracePt t="16033" x="7875588" y="3716338"/>
          <p14:tracePt t="16040" x="7869238" y="3716338"/>
          <p14:tracePt t="16041" x="7869238" y="3722688"/>
          <p14:tracePt t="16054" x="7851775" y="3733800"/>
          <p14:tracePt t="16054" x="7847013" y="3733800"/>
          <p14:tracePt t="16062" x="7829550" y="3740150"/>
          <p14:tracePt t="16063" x="7829550" y="3744913"/>
          <p14:tracePt t="16076" x="7807325" y="3751263"/>
          <p14:tracePt t="16077" x="7807325" y="3756025"/>
          <p14:tracePt t="16085" x="7789863" y="3756025"/>
          <p14:tracePt t="16093" x="7778750" y="3762375"/>
          <p14:tracePt t="16101" x="7772400" y="3762375"/>
          <p14:tracePt t="16102" x="7761288" y="3762375"/>
          <p14:tracePt t="16109" x="7754938" y="3768725"/>
          <p14:tracePt t="16117" x="7743825" y="3768725"/>
          <p14:tracePt t="16125" x="7732713" y="3768725"/>
          <p14:tracePt t="16134" x="7726363" y="3768725"/>
          <p14:tracePt t="16143" x="7715250" y="3768725"/>
          <p14:tracePt t="16151" x="7710488" y="3768725"/>
          <p14:tracePt t="16159" x="7704138" y="3768725"/>
          <p14:tracePt t="16175" x="7686675" y="3768725"/>
          <p14:tracePt t="16184" x="7669213" y="3768725"/>
          <p14:tracePt t="16193" x="7646988" y="3762375"/>
          <p14:tracePt t="16201" x="7629525" y="3762375"/>
          <p14:tracePt t="16211" x="7607300" y="3762375"/>
          <p14:tracePt t="16220" x="7585075" y="3762375"/>
          <p14:tracePt t="16229" x="7567613" y="3756025"/>
          <p14:tracePt t="16240" x="7561263" y="3756025"/>
          <p14:tracePt t="16264" x="7561263" y="3751263"/>
          <p14:tracePt t="16294" x="7556500" y="3751263"/>
          <p14:tracePt t="16302" x="7550150" y="3751263"/>
          <p14:tracePt t="16305" x="7550150" y="3744913"/>
          <p14:tracePt t="16312" x="7543800" y="3740150"/>
          <p14:tracePt t="16321" x="7532688" y="3722688"/>
          <p14:tracePt t="16329" x="7527925" y="3711575"/>
          <p14:tracePt t="16338" x="7521575" y="3700463"/>
          <p14:tracePt t="16349" x="7521575" y="3694113"/>
          <p14:tracePt t="16378" x="7521575" y="3687763"/>
          <p14:tracePt t="16387" x="7521575" y="3683000"/>
          <p14:tracePt t="16390" x="7521575" y="3676650"/>
          <p14:tracePt t="16398" x="7521575" y="3665538"/>
          <p14:tracePt t="16408" x="7521575" y="3648075"/>
          <p14:tracePt t="16423" x="7521575" y="3630613"/>
          <p14:tracePt t="16432" x="7532688" y="3625850"/>
          <p14:tracePt t="16442" x="7539038" y="3614738"/>
          <p14:tracePt t="16452" x="7550150" y="3603625"/>
          <p14:tracePt t="16460" x="7561263" y="3597275"/>
          <p14:tracePt t="16468" x="7567613" y="3586163"/>
          <p14:tracePt t="16477" x="7572375" y="3579813"/>
          <p14:tracePt t="16485" x="7578725" y="3579813"/>
          <p14:tracePt t="16494" x="7585075" y="3575050"/>
          <p14:tracePt t="16502" x="7596188" y="3568700"/>
          <p14:tracePt t="16511" x="7607300" y="3562350"/>
          <p14:tracePt t="16519" x="7618413" y="3562350"/>
          <p14:tracePt t="16527" x="7635875" y="3557588"/>
          <p14:tracePt t="16541" x="7669213" y="3551238"/>
          <p14:tracePt t="16542" x="7675563" y="3551238"/>
          <p14:tracePt t="16543" x="7681913" y="3551238"/>
          <p14:tracePt t="16556" x="7715250" y="3540125"/>
          <p14:tracePt t="16557" x="7721600" y="3540125"/>
          <p14:tracePt t="16565" x="7743825" y="3540125"/>
          <p14:tracePt t="16574" x="7766050" y="3540125"/>
          <p14:tracePt t="16583" x="7789863" y="3540125"/>
          <p14:tracePt t="16593" x="7812088" y="3540125"/>
          <p14:tracePt t="16603" x="7829550" y="3540125"/>
          <p14:tracePt t="16604" x="7835900" y="3540125"/>
          <p14:tracePt t="16612" x="7840663" y="3540125"/>
          <p14:tracePt t="16621" x="7847013" y="3540125"/>
          <p14:tracePt t="16629" x="7858125" y="3546475"/>
          <p14:tracePt t="16638" x="7864475" y="3546475"/>
          <p14:tracePt t="16653" x="7886700" y="3551238"/>
          <p14:tracePt t="16661" x="7904163" y="3557588"/>
          <p14:tracePt t="16670" x="7908925" y="3557588"/>
          <p14:tracePt t="16678" x="7920038" y="3562350"/>
          <p14:tracePt t="16679" x="7926388" y="3568700"/>
          <p14:tracePt t="16686" x="7932738" y="3568700"/>
          <p14:tracePt t="16695" x="7943850" y="3579813"/>
          <p14:tracePt t="16696" x="7948613" y="3579813"/>
          <p14:tracePt t="16704" x="7961313" y="3590925"/>
          <p14:tracePt t="16713" x="7966075" y="3597275"/>
          <p14:tracePt t="16721" x="7966075" y="3603625"/>
          <p14:tracePt t="16730" x="7972425" y="3614738"/>
          <p14:tracePt t="16739" x="7972425" y="3619500"/>
          <p14:tracePt t="16748" x="7977188" y="3625850"/>
          <p14:tracePt t="16762" x="7977188" y="3630613"/>
          <p14:tracePt t="16879" x="7977188" y="3636963"/>
          <p14:tracePt t="16883" x="7972425" y="3636963"/>
          <p14:tracePt t="16886" x="7966075" y="3636963"/>
          <p14:tracePt t="16895" x="7948613" y="3648075"/>
          <p14:tracePt t="16896" x="7943850" y="3648075"/>
          <p14:tracePt t="16897" x="7937500" y="3648075"/>
          <p14:tracePt t="16908" x="7897813" y="3659188"/>
          <p14:tracePt t="16909" x="7886700" y="3665538"/>
          <p14:tracePt t="16922" x="7829550" y="3676650"/>
          <p14:tracePt t="16930" x="7794625" y="3683000"/>
          <p14:tracePt t="16938" x="7761288" y="3683000"/>
          <p14:tracePt t="16939" x="7754938" y="3683000"/>
          <p14:tracePt t="16946" x="7732713" y="3687763"/>
          <p14:tracePt t="16947" x="7726363" y="3687763"/>
          <p14:tracePt t="16954" x="7710488" y="3687763"/>
          <p14:tracePt t="16964" x="7693025" y="3687763"/>
          <p14:tracePt t="16973" x="7681913" y="3687763"/>
          <p14:tracePt t="17075" x="7675563" y="3687763"/>
          <p14:tracePt t="17078" x="7669213" y="3687763"/>
          <p14:tracePt t="17082" x="7664450" y="3687763"/>
          <p14:tracePt t="17090" x="7653338" y="3687763"/>
          <p14:tracePt t="17104" x="7635875" y="3683000"/>
          <p14:tracePt t="17112" x="7624763" y="3683000"/>
          <p14:tracePt t="17121" x="7618413" y="3676650"/>
          <p14:tracePt t="17129" x="7613650" y="3671888"/>
          <p14:tracePt t="17138" x="7607300" y="3671888"/>
          <p14:tracePt t="17148" x="7600950" y="3665538"/>
          <p14:tracePt t="17158" x="7596188" y="3665538"/>
          <p14:tracePt t="17167" x="7596188" y="3659188"/>
          <p14:tracePt t="17176" x="7589838" y="3659188"/>
          <p14:tracePt t="17186" x="7585075" y="3654425"/>
          <p14:tracePt t="17196" x="7572375" y="3643313"/>
          <p14:tracePt t="17204" x="7561263" y="3625850"/>
          <p14:tracePt t="17213" x="7550150" y="3619500"/>
          <p14:tracePt t="17221" x="7550150" y="3614738"/>
          <p14:tracePt t="17229" x="7543800" y="3608388"/>
          <p14:tracePt t="17245" x="7543800" y="3603625"/>
          <p14:tracePt t="17254" x="7543800" y="3597275"/>
          <p14:tracePt t="17350" x="7543800" y="3590925"/>
          <p14:tracePt t="17356" x="7550150" y="3586163"/>
          <p14:tracePt t="17359" x="7556500" y="3586163"/>
          <p14:tracePt t="17367" x="7596188" y="3568700"/>
          <p14:tracePt t="17368" x="7600950" y="3562350"/>
          <p14:tracePt t="17369" x="7607300" y="3557588"/>
          <p14:tracePt t="17380" x="7640638" y="3551238"/>
          <p14:tracePt t="17394" x="7669213" y="3551238"/>
          <p14:tracePt t="17395" x="7681913" y="3551238"/>
          <p14:tracePt t="17402" x="7686675" y="3551238"/>
          <p14:tracePt t="17403" x="7693025" y="3551238"/>
          <p14:tracePt t="17410" x="7704138" y="3557588"/>
          <p14:tracePt t="17410" x="7710488" y="3557588"/>
          <p14:tracePt t="17418" x="7710488" y="3562350"/>
          <p14:tracePt t="17427" x="7715250" y="3562350"/>
          <p14:tracePt t="17435" x="7721600" y="3562350"/>
          <p14:tracePt t="17471" x="7726363" y="3562350"/>
          <p14:tracePt t="17495" x="7732713" y="3562350"/>
          <p14:tracePt t="17506" x="7739063" y="3562350"/>
          <p14:tracePt t="17510" x="7743825" y="3568700"/>
          <p14:tracePt t="17514" x="7750175" y="3568700"/>
          <p14:tracePt t="17515" x="7754938" y="3568700"/>
          <p14:tracePt t="17527" x="7772400" y="3575050"/>
          <p14:tracePt t="17528" x="7778750" y="3575050"/>
          <p14:tracePt t="17541" x="7794625" y="3575050"/>
          <p14:tracePt t="17542" x="7800975" y="3575050"/>
          <p14:tracePt t="17554" x="7807325" y="3586163"/>
          <p14:tracePt t="17554" x="7812088" y="3586163"/>
          <p14:tracePt t="17568" x="7818438" y="3586163"/>
          <p14:tracePt t="17575" x="7823200" y="3590925"/>
          <p14:tracePt t="17586" x="7829550" y="3590925"/>
          <p14:tracePt t="17590" x="7829550" y="3597275"/>
          <p14:tracePt t="17605" x="7835900" y="3597275"/>
          <p14:tracePt t="17628" x="7840663" y="3597275"/>
          <p14:tracePt t="17633" x="7847013" y="3597275"/>
          <p14:tracePt t="17649" x="7851775" y="3597275"/>
          <p14:tracePt t="17669" x="7858125" y="3597275"/>
          <p14:tracePt t="17683" x="7864475" y="3597275"/>
          <p14:tracePt t="17689" x="7869238" y="3597275"/>
          <p14:tracePt t="17698" x="7875588" y="3597275"/>
          <p14:tracePt t="17717" x="7880350" y="3597275"/>
          <p14:tracePt t="17719" x="7880350" y="3603625"/>
          <p14:tracePt t="19098" x="7875588" y="3597275"/>
          <p14:tracePt t="19100" x="7869238" y="3586163"/>
          <p14:tracePt t="19103" x="7864475" y="3575050"/>
          <p14:tracePt t="19110" x="7847013" y="3540125"/>
          <p14:tracePt t="19123" x="7807325" y="3471863"/>
          <p14:tracePt t="19137" x="7794625" y="3432175"/>
          <p14:tracePt t="19151" x="7794625" y="3403600"/>
          <p14:tracePt t="19165" x="7789863" y="3392488"/>
          <p14:tracePt t="19180" x="7789863" y="3386138"/>
          <p14:tracePt t="19601" x="7789863" y="3379788"/>
          <p14:tracePt t="19603" x="7789863" y="3375025"/>
          <p14:tracePt t="19609" x="7783513" y="3357563"/>
          <p14:tracePt t="19617" x="7778750" y="3311525"/>
          <p14:tracePt t="19618" x="7778750" y="3300413"/>
          <p14:tracePt t="19619" x="7778750" y="3295650"/>
          <p14:tracePt t="19637" x="7778750" y="3227388"/>
          <p14:tracePt t="19638" x="7778750" y="3221038"/>
          <p14:tracePt t="19645" x="7778750" y="3198813"/>
          <p14:tracePt t="19658" x="7778750" y="3181350"/>
          <p14:tracePt t="19658" x="7778750" y="3175000"/>
          <p14:tracePt t="19665" x="7778750" y="3163888"/>
          <p14:tracePt t="19673" x="7778750" y="3157538"/>
          <p14:tracePt t="19681" x="7778750" y="3146425"/>
          <p14:tracePt t="19689" x="7778750" y="3141663"/>
          <p14:tracePt t="19701" x="7778750" y="3135313"/>
          <p14:tracePt t="19709" x="7778750" y="3128963"/>
          <p14:tracePt t="19716" x="7778750" y="3113088"/>
          <p14:tracePt t="19727" x="7778750" y="3106738"/>
          <p14:tracePt t="19735" x="7778750" y="3095625"/>
          <p14:tracePt t="19742" x="7783513" y="3095625"/>
          <p14:tracePt t="19743" x="7783513" y="3089275"/>
          <p14:tracePt t="19755" x="7783513" y="3084513"/>
          <p14:tracePt t="19806" x="7789863" y="3084513"/>
          <p14:tracePt t="19815" x="7794625" y="3084513"/>
          <p14:tracePt t="19827" x="7794625" y="3078163"/>
          <p14:tracePt t="19829" x="7800975" y="3078163"/>
          <p14:tracePt t="19847" x="7800975" y="3073400"/>
          <p14:tracePt t="19876" x="7800975" y="3067050"/>
          <p14:tracePt t="19878" x="7807325" y="3067050"/>
          <p14:tracePt t="19885" x="7807325" y="3060700"/>
          <p14:tracePt t="19890" x="7807325" y="3055938"/>
          <p14:tracePt t="19896" x="7812088" y="3049588"/>
          <p14:tracePt t="19904" x="7818438" y="3044825"/>
          <p14:tracePt t="19912" x="7818438" y="3038475"/>
          <p14:tracePt t="19923" x="7823200" y="3032125"/>
          <p14:tracePt t="19940" x="7829550" y="3016250"/>
          <p14:tracePt t="19941" x="7835900" y="3016250"/>
          <p14:tracePt t="19947" x="7840663" y="3003550"/>
          <p14:tracePt t="19960" x="7869238" y="2987675"/>
          <p14:tracePt t="19961" x="7869238" y="2981325"/>
          <p14:tracePt t="19969" x="7886700" y="2970213"/>
          <p14:tracePt t="19970" x="7893050" y="2970213"/>
          <p14:tracePt t="19976" x="7904163" y="2959100"/>
          <p14:tracePt t="19985" x="7937500" y="2947988"/>
          <p14:tracePt t="19998" x="7983538" y="2924175"/>
          <p14:tracePt t="20006" x="8005763" y="2919413"/>
          <p14:tracePt t="20006" x="8005763" y="2913063"/>
          <p14:tracePt t="20007" x="8012113" y="2913063"/>
          <p14:tracePt t="20020" x="8062913" y="2901950"/>
          <p14:tracePt t="20031" x="8102600" y="2890838"/>
          <p14:tracePt t="20032" x="8120063" y="2890838"/>
          <p14:tracePt t="20033" x="8126413" y="2890838"/>
          <p14:tracePt t="20039" x="8148638" y="2884488"/>
          <p14:tracePt t="20040" x="8154988" y="2884488"/>
          <p14:tracePt t="20047" x="8183563" y="2884488"/>
          <p14:tracePt t="20061" x="8245475" y="2873375"/>
          <p14:tracePt t="20061" x="8256588" y="2873375"/>
          <p14:tracePt t="20062" x="8262938" y="2873375"/>
          <p14:tracePt t="20069" x="8291513" y="2873375"/>
          <p14:tracePt t="20080" x="8342313" y="2867025"/>
          <p14:tracePt t="20081" x="8348663" y="2867025"/>
          <p14:tracePt t="20087" x="8377238" y="2862263"/>
          <p14:tracePt t="20095" x="8416925" y="2862263"/>
          <p14:tracePt t="20109" x="8485188" y="2862263"/>
          <p14:tracePt t="20110" x="8496300" y="2862263"/>
          <p14:tracePt t="20116" x="8524875" y="2862263"/>
          <p14:tracePt t="20130" x="8599488" y="2862263"/>
          <p14:tracePt t="20131" x="8610600" y="2867025"/>
          <p14:tracePt t="20137" x="8645525" y="2867025"/>
          <p14:tracePt t="20151" x="8731250" y="2878138"/>
          <p14:tracePt t="20168" x="8832850" y="2878138"/>
          <p14:tracePt t="20176" x="8878888" y="2878138"/>
          <p14:tracePt t="20185" x="8929688" y="2878138"/>
          <p14:tracePt t="20197" x="8975725" y="2878138"/>
          <p14:tracePt t="20205" x="8997950" y="2878138"/>
          <p14:tracePt t="20213" x="9015413" y="2873375"/>
          <p14:tracePt t="20223" x="9026525" y="2873375"/>
          <p14:tracePt t="20232" x="9039225" y="2873375"/>
          <p14:tracePt t="20301" x="9043988" y="2873375"/>
          <p14:tracePt t="20310" x="9050338" y="2873375"/>
          <p14:tracePt t="20314" x="9055100" y="2873375"/>
          <p14:tracePt t="20318" x="9061450" y="2873375"/>
          <p14:tracePt t="20325" x="9072563" y="2873375"/>
          <p14:tracePt t="20338" x="9094788" y="2873375"/>
          <p14:tracePt t="20348" x="9112250" y="2878138"/>
          <p14:tracePt t="20359" x="9136063" y="2878138"/>
          <p14:tracePt t="20367" x="9140825" y="2884488"/>
          <p14:tracePt t="20380" x="9151938" y="2884488"/>
          <p14:tracePt t="20381" x="9158288" y="2884488"/>
          <p14:tracePt t="20387" x="9158288" y="2890838"/>
          <p14:tracePt t="20395" x="9164638" y="2890838"/>
          <p14:tracePt t="20403" x="9169400" y="2890838"/>
          <p14:tracePt t="20416" x="9175750" y="2890838"/>
          <p14:tracePt t="20423" x="9180513" y="2890838"/>
          <p14:tracePt t="20431" x="9186863" y="2895600"/>
          <p14:tracePt t="20442" x="9204325" y="2895600"/>
          <p14:tracePt t="20450" x="9215438" y="2901950"/>
          <p14:tracePt t="20451" x="9226550" y="2901950"/>
          <p14:tracePt t="20463" x="9248775" y="2901950"/>
          <p14:tracePt t="20471" x="9272588" y="2901950"/>
          <p14:tracePt t="20482" x="9301163" y="2901950"/>
          <p14:tracePt t="20491" x="9323388" y="2901950"/>
          <p14:tracePt t="20492" x="9334500" y="2901950"/>
          <p14:tracePt t="20499" x="9351963" y="2901950"/>
          <p14:tracePt t="20512" x="9386888" y="2906713"/>
          <p14:tracePt t="20520" x="9402763" y="2906713"/>
          <p14:tracePt t="20527" x="9415463" y="2906713"/>
          <p14:tracePt t="20536" x="9415463" y="2913063"/>
          <p14:tracePt t="20547" x="9420225" y="2913063"/>
          <p14:tracePt t="20696" x="9426575" y="2913063"/>
          <p14:tracePt t="20700" x="9431338" y="2924175"/>
          <p14:tracePt t="20704" x="9437688" y="2930525"/>
          <p14:tracePt t="20708" x="9444038" y="2935288"/>
          <p14:tracePt t="20708" x="9448800" y="2935288"/>
          <p14:tracePt t="20709" x="9448800" y="2941638"/>
          <p14:tracePt t="20722" x="9472613" y="2959100"/>
          <p14:tracePt t="20732" x="9483725" y="2976563"/>
          <p14:tracePt t="20733" x="9488488" y="2981325"/>
          <p14:tracePt t="20734" x="9494838" y="2981325"/>
          <p14:tracePt t="20740" x="9501188" y="2987675"/>
          <p14:tracePt t="20747" x="9505950" y="2998788"/>
          <p14:tracePt t="20756" x="9517063" y="3003550"/>
          <p14:tracePt t="20763" x="9517063" y="3016250"/>
          <p14:tracePt t="20776" x="9523413" y="3021013"/>
          <p14:tracePt t="20783" x="9528175" y="3027363"/>
          <p14:tracePt t="20797" x="9540875" y="3049588"/>
          <p14:tracePt t="20797" x="9540875" y="3055938"/>
          <p14:tracePt t="20804" x="9540875" y="3067050"/>
          <p14:tracePt t="20812" x="9545638" y="3084513"/>
          <p14:tracePt t="20820" x="9551988" y="3095625"/>
          <p14:tracePt t="20828" x="9556750" y="3106738"/>
          <p14:tracePt t="20836" x="9556750" y="3113088"/>
          <p14:tracePt t="20844" x="9556750" y="3117850"/>
          <p14:tracePt t="20852" x="9556750" y="3124200"/>
          <p14:tracePt t="20920" x="9556750" y="3128963"/>
          <p14:tracePt t="20924" x="9556750" y="3135313"/>
          <p14:tracePt t="20929" x="9551988" y="3141663"/>
          <p14:tracePt t="20937" x="9540875" y="3146425"/>
          <p14:tracePt t="20937" x="9534525" y="3152775"/>
          <p14:tracePt t="20938" x="9528175" y="3152775"/>
          <p14:tracePt t="20949" x="9505950" y="3170238"/>
          <p14:tracePt t="20950" x="9501188" y="3170238"/>
          <p14:tracePt t="20957" x="9483725" y="3181350"/>
          <p14:tracePt t="20964" x="9459913" y="3186113"/>
          <p14:tracePt t="20965" x="9455150" y="3192463"/>
          <p14:tracePt t="20977" x="9415463" y="3209925"/>
          <p14:tracePt t="20985" x="9380538" y="3221038"/>
          <p14:tracePt t="20993" x="9334500" y="3238500"/>
          <p14:tracePt t="20994" x="9323388" y="3243263"/>
          <p14:tracePt t="21005" x="9272588" y="3260725"/>
          <p14:tracePt t="21006" x="9255125" y="3267075"/>
          <p14:tracePt t="21007" x="9248775" y="3267075"/>
          <p14:tracePt t="21019" x="9186863" y="3289300"/>
          <p14:tracePt t="21026" x="9164638" y="3300413"/>
          <p14:tracePt t="21034" x="9140825" y="3300413"/>
          <p14:tracePt t="21035" x="9140825" y="3306763"/>
          <p14:tracePt t="21046" x="9118600" y="3311525"/>
          <p14:tracePt t="21054" x="9107488" y="3311525"/>
          <p14:tracePt t="21062" x="9094788" y="3311525"/>
          <p14:tracePt t="21075" x="9078913" y="3311525"/>
          <p14:tracePt t="21083" x="9067800" y="3311525"/>
          <p14:tracePt t="21092" x="9055100" y="3311525"/>
          <p14:tracePt t="21093" x="9050338" y="3311525"/>
          <p14:tracePt t="21100" x="9032875" y="3311525"/>
          <p14:tracePt t="21107" x="9015413" y="3311525"/>
          <p14:tracePt t="21115" x="8993188" y="3311525"/>
          <p14:tracePt t="21123" x="8958263" y="3311525"/>
          <p14:tracePt t="21130" x="8918575" y="3311525"/>
          <p14:tracePt t="21131" x="8913813" y="3311525"/>
          <p14:tracePt t="21132" x="8913813" y="3317875"/>
          <p14:tracePt t="21138" x="8885238" y="3317875"/>
          <p14:tracePt t="21139" x="8878888" y="3317875"/>
          <p14:tracePt t="21140" x="8872538" y="3317875"/>
          <p14:tracePt t="21151" x="8821738" y="3324225"/>
          <p14:tracePt t="21152" x="8815388" y="3324225"/>
          <p14:tracePt t="21158" x="8793163" y="3324225"/>
          <p14:tracePt t="21172" x="8747125" y="3324225"/>
          <p14:tracePt t="21172" x="8742363" y="3324225"/>
          <p14:tracePt t="21180" x="8731250" y="3324225"/>
          <p14:tracePt t="21181" x="8724900" y="3324225"/>
          <p14:tracePt t="21187" x="8713788" y="3324225"/>
          <p14:tracePt t="21188" x="8707438" y="3324225"/>
          <p14:tracePt t="21196" x="8685213" y="3324225"/>
          <p14:tracePt t="21196" x="8678863" y="3324225"/>
          <p14:tracePt t="21202" x="8667750" y="3324225"/>
          <p14:tracePt t="21211" x="8634413" y="3311525"/>
          <p14:tracePt t="21218" x="8616950" y="3311525"/>
          <p14:tracePt t="21226" x="8582025" y="3306763"/>
          <p14:tracePt t="21234" x="8559800" y="3306763"/>
          <p14:tracePt t="21235" x="8553450" y="3300413"/>
          <p14:tracePt t="21241" x="8535988" y="3300413"/>
          <p14:tracePt t="21242" x="8531225" y="3300413"/>
          <p14:tracePt t="21243" x="8524875" y="3300413"/>
          <p14:tracePt t="21244" x="8520113" y="3295650"/>
          <p14:tracePt t="21249" x="8507413" y="3295650"/>
          <p14:tracePt t="21262" x="8445500" y="3282950"/>
          <p14:tracePt t="21263" x="8439150" y="3278188"/>
          <p14:tracePt t="21270" x="8416925" y="3267075"/>
          <p14:tracePt t="21284" x="8366125" y="3249613"/>
          <p14:tracePt t="21299" x="8291513" y="3209925"/>
          <p14:tracePt t="21309" x="8251825" y="3181350"/>
          <p14:tracePt t="21319" x="8223250" y="3163888"/>
          <p14:tracePt t="21320" x="8216900" y="3157538"/>
          <p14:tracePt t="21327" x="8201025" y="3152775"/>
          <p14:tracePt t="21334" x="8188325" y="3146425"/>
          <p14:tracePt t="21335" x="8188325" y="3141663"/>
          <p14:tracePt t="21342" x="8177213" y="3135313"/>
          <p14:tracePt t="21350" x="8166100" y="3124200"/>
          <p14:tracePt t="21357" x="8154988" y="3117850"/>
          <p14:tracePt t="21365" x="8148638" y="3106738"/>
          <p14:tracePt t="21373" x="8143875" y="3106738"/>
          <p14:tracePt t="21381" x="8143875" y="3101975"/>
          <p14:tracePt t="21494" x="8143875" y="3095625"/>
          <p14:tracePt t="21497" x="8148638" y="3095625"/>
          <p14:tracePt t="21499" x="8154988" y="3089275"/>
          <p14:tracePt t="21507" x="8166100" y="3084513"/>
          <p14:tracePt t="21515" x="8194675" y="3078163"/>
          <p14:tracePt t="21524" x="8212138" y="3067050"/>
          <p14:tracePt t="21531" x="8228013" y="3060700"/>
          <p14:tracePt t="21539" x="8245475" y="3055938"/>
          <p14:tracePt t="21547" x="8256588" y="3049588"/>
          <p14:tracePt t="21556" x="8269288" y="3038475"/>
          <p14:tracePt t="21565" x="8274050" y="3038475"/>
          <p14:tracePt t="21572" x="8280400" y="3038475"/>
          <p14:tracePt t="21596" x="8280400" y="3032125"/>
          <p14:tracePt t="21723" x="8285163" y="3032125"/>
          <p14:tracePt t="21729" x="8291513" y="3032125"/>
          <p14:tracePt t="21734" x="8297863" y="3032125"/>
          <p14:tracePt t="21738" x="8302625" y="3032125"/>
          <p14:tracePt t="21749" x="8320088" y="3032125"/>
          <p14:tracePt t="21767" x="8366125" y="3021013"/>
          <p14:tracePt t="21767" x="8370888" y="3021013"/>
          <p14:tracePt t="21774" x="8394700" y="3016250"/>
          <p14:tracePt t="21775" x="8399463" y="3016250"/>
          <p14:tracePt t="21781" x="8428038" y="3016250"/>
          <p14:tracePt t="21789" x="8462963" y="3016250"/>
          <p14:tracePt t="21797" x="8502650" y="3009900"/>
          <p14:tracePt t="21805" x="8542338" y="3003550"/>
          <p14:tracePt t="21806" x="8548688" y="3003550"/>
          <p14:tracePt t="21813" x="8582025" y="3003550"/>
          <p14:tracePt t="21821" x="8628063" y="2998788"/>
          <p14:tracePt t="21830" x="8678863" y="2998788"/>
          <p14:tracePt t="21837" x="8713788" y="2998788"/>
          <p14:tracePt t="21845" x="8753475" y="2998788"/>
          <p14:tracePt t="21853" x="8793163" y="2998788"/>
          <p14:tracePt t="21854" x="8799513" y="2998788"/>
          <p14:tracePt t="21861" x="8810625" y="2998788"/>
          <p14:tracePt t="21874" x="8832850" y="2998788"/>
          <p14:tracePt t="21881" x="8843963" y="2998788"/>
          <p14:tracePt t="21890" x="8850313" y="2998788"/>
          <p14:tracePt t="21897" x="8856663" y="2998788"/>
          <p14:tracePt t="21905" x="8861425" y="2998788"/>
          <p14:tracePt t="21913" x="8867775" y="2998788"/>
          <p14:tracePt t="21921" x="8872538" y="2998788"/>
          <p14:tracePt t="21929" x="8885238" y="2998788"/>
          <p14:tracePt t="21930" x="8890000" y="2998788"/>
          <p14:tracePt t="21936" x="8901113" y="3003550"/>
          <p14:tracePt t="21950" x="8924925" y="3016250"/>
          <p14:tracePt t="21950" x="8929688" y="3016250"/>
          <p14:tracePt t="21957" x="8953500" y="3021013"/>
          <p14:tracePt t="21958" x="8953500" y="3027363"/>
          <p14:tracePt t="21959" x="8958263" y="3032125"/>
          <p14:tracePt t="21960" x="8964613" y="3032125"/>
          <p14:tracePt t="21970" x="8975725" y="3038475"/>
          <p14:tracePt t="21971" x="8986838" y="3038475"/>
          <p14:tracePt t="21978" x="8993188" y="3044825"/>
          <p14:tracePt t="21979" x="8997950" y="3044825"/>
          <p14:tracePt t="21986" x="9004300" y="3049588"/>
          <p14:tracePt t="21994" x="9015413" y="3055938"/>
          <p14:tracePt t="22002" x="9026525" y="3060700"/>
          <p14:tracePt t="22010" x="9043988" y="3067050"/>
          <p14:tracePt t="22018" x="9061450" y="3078163"/>
          <p14:tracePt t="22025" x="9072563" y="3078163"/>
          <p14:tracePt t="22026" x="9072563" y="3084513"/>
          <p14:tracePt t="22034" x="9090025" y="3089275"/>
          <p14:tracePt t="22041" x="9094788" y="3095625"/>
          <p14:tracePt t="22042" x="9101138" y="3095625"/>
          <p14:tracePt t="22049" x="9112250" y="3101975"/>
          <p14:tracePt t="22061" x="9136063" y="3106738"/>
          <p14:tracePt t="22062" x="9140825" y="3113088"/>
          <p14:tracePt t="22070" x="9151938" y="3117850"/>
          <p14:tracePt t="22079" x="9164638" y="3124200"/>
          <p14:tracePt t="22087" x="9180513" y="3128963"/>
          <p14:tracePt t="22094" x="9186863" y="3128963"/>
          <p14:tracePt t="22102" x="9197975" y="3135313"/>
          <p14:tracePt t="22110" x="9204325" y="3135313"/>
          <p14:tracePt t="22123" x="9209088" y="3135313"/>
          <p14:tracePt t="22132" x="9215438" y="3135313"/>
          <p14:tracePt t="22144" x="9220200" y="3141663"/>
          <p14:tracePt t="22151" x="9226550" y="3141663"/>
          <p14:tracePt t="22152" x="9226550" y="3146425"/>
          <p14:tracePt t="22159" x="9232900" y="3146425"/>
          <p14:tracePt t="22179" x="9232900" y="3152775"/>
          <p14:tracePt t="22183" x="9237663" y="3152775"/>
          <p14:tracePt t="23214" x="9237663" y="3157538"/>
          <p14:tracePt t="23221" x="9237663" y="3170238"/>
          <p14:tracePt t="23222" x="9232900" y="3170238"/>
          <p14:tracePt t="23224" x="9226550" y="3175000"/>
          <p14:tracePt t="23229" x="9215438" y="3192463"/>
          <p14:tracePt t="23229" x="9204325" y="3203575"/>
          <p14:tracePt t="23242" x="9123363" y="3278188"/>
          <p14:tracePt t="23243" x="9118600" y="3289300"/>
          <p14:tracePt t="23243" x="9112250" y="3295650"/>
          <p14:tracePt t="23249" x="9067800" y="3328988"/>
          <p14:tracePt t="23262" x="8958263" y="3414713"/>
          <p14:tracePt t="23263" x="8947150" y="3421063"/>
          <p14:tracePt t="23263" x="8940800" y="3421063"/>
          <p14:tracePt t="23269" x="8901113" y="3449638"/>
          <p14:tracePt t="23283" x="8786813" y="3511550"/>
          <p14:tracePt t="23298" x="8674100" y="3575050"/>
          <p14:tracePt t="23299" x="8656638" y="3579813"/>
          <p14:tracePt t="23311" x="8599488" y="3614738"/>
          <p14:tracePt t="23311" x="8593138" y="3619500"/>
          <p14:tracePt t="23312" x="8588375" y="3619500"/>
          <p14:tracePt t="23325" x="8542338" y="3648075"/>
          <p14:tracePt t="23326" x="8535988" y="3654425"/>
          <p14:tracePt t="23332" x="8513763" y="3665538"/>
          <p14:tracePt t="23346" x="8485188" y="3687763"/>
          <p14:tracePt t="23346" x="8485188" y="3694113"/>
          <p14:tracePt t="23360" x="8451850" y="3711575"/>
          <p14:tracePt t="23367" x="8439150" y="3729038"/>
          <p14:tracePt t="23368" x="8434388" y="3729038"/>
          <p14:tracePt t="23375" x="8423275" y="3733800"/>
          <p14:tracePt t="23382" x="8399463" y="3744913"/>
          <p14:tracePt t="23390" x="8382000" y="3756025"/>
          <p14:tracePt t="23398" x="8370888" y="3768725"/>
          <p14:tracePt t="23406" x="8359775" y="3773488"/>
          <p14:tracePt t="23413" x="8353425" y="3779838"/>
          <p14:tracePt t="23421" x="8348663" y="3784600"/>
          <p14:tracePt t="23429" x="8342313" y="3790950"/>
          <p14:tracePt t="23438" x="8337550" y="3790950"/>
          <p14:tracePt t="23444" x="8337550" y="3797300"/>
          <p14:tracePt t="24186" x="8331200" y="3797300"/>
          <p14:tracePt t="24188" x="8326438" y="3797300"/>
          <p14:tracePt t="24192" x="8320088" y="3797300"/>
          <p14:tracePt t="24200" x="8302625" y="3802063"/>
          <p14:tracePt t="24201" x="8291513" y="3802063"/>
          <p14:tracePt t="24202" x="8291513" y="3808413"/>
          <p14:tracePt t="24213" x="8256588" y="3813175"/>
          <p14:tracePt t="24221" x="8234363" y="3813175"/>
          <p14:tracePt t="24221" x="8228013" y="3819525"/>
          <p14:tracePt t="24234" x="8177213" y="3819525"/>
          <p14:tracePt t="24242" x="8137525" y="3819525"/>
          <p14:tracePt t="24259" x="8047038" y="3819525"/>
          <p14:tracePt t="24259" x="8034338" y="3819525"/>
          <p14:tracePt t="24266" x="8005763" y="3819525"/>
          <p14:tracePt t="24279" x="7943850" y="3819525"/>
          <p14:tracePt t="24287" x="7915275" y="3819525"/>
          <p14:tracePt t="24299" x="7893050" y="3819525"/>
          <p14:tracePt t="24300" x="7880350" y="3819525"/>
          <p14:tracePt t="24307" x="7869238" y="3819525"/>
          <p14:tracePt t="24315" x="7864475" y="3819525"/>
          <p14:tracePt t="24316" x="7851775" y="3819525"/>
          <p14:tracePt t="24329" x="7847013" y="3819525"/>
          <p14:tracePt t="24769" x="7851775" y="3819525"/>
          <p14:tracePt t="24771" x="7858125" y="3819525"/>
          <p14:tracePt t="24775" x="7869238" y="3819525"/>
          <p14:tracePt t="24784" x="7897813" y="3819525"/>
          <p14:tracePt t="24797" x="7994650" y="3819525"/>
          <p14:tracePt t="24806" x="8051800" y="3819525"/>
          <p14:tracePt t="24807" x="8062913" y="3819525"/>
          <p14:tracePt t="24808" x="8074025" y="3819525"/>
          <p14:tracePt t="24819" x="8126413" y="3813175"/>
          <p14:tracePt t="24820" x="8131175" y="3813175"/>
          <p14:tracePt t="24827" x="8159750" y="3808413"/>
          <p14:tracePt t="24839" x="8188325" y="3808413"/>
          <p14:tracePt t="24839" x="8194675" y="3808413"/>
          <p14:tracePt t="24845" x="8201025" y="3802063"/>
          <p14:tracePt t="24859" x="8205788" y="3802063"/>
          <p14:tracePt t="25957" x="8212138" y="3802063"/>
          <p14:tracePt t="25961" x="8216900" y="3802063"/>
          <p14:tracePt t="25964" x="8228013" y="3802063"/>
          <p14:tracePt t="25965" x="8234363" y="3802063"/>
          <p14:tracePt t="25972" x="8274050" y="3802063"/>
          <p14:tracePt t="25981" x="8353425" y="3802063"/>
          <p14:tracePt t="25989" x="8416925" y="3802063"/>
          <p14:tracePt t="25990" x="8439150" y="3802063"/>
          <p14:tracePt t="25991" x="8445500" y="3802063"/>
          <p14:tracePt t="25996" x="8491538" y="3808413"/>
          <p14:tracePt t="26004" x="8564563" y="3813175"/>
          <p14:tracePt t="26005" x="8582025" y="3813175"/>
          <p14:tracePt t="26006" x="8593138" y="3813175"/>
          <p14:tracePt t="26007" x="8605838" y="3813175"/>
          <p14:tracePt t="26012" x="8639175" y="3813175"/>
          <p14:tracePt t="26013" x="8656638" y="3813175"/>
          <p14:tracePt t="26020" x="8718550" y="3813175"/>
          <p14:tracePt t="26021" x="8742363" y="3813175"/>
          <p14:tracePt t="26028" x="8804275" y="3819525"/>
          <p14:tracePt t="26029" x="8821738" y="3819525"/>
          <p14:tracePt t="26030" x="8839200" y="3819525"/>
          <p14:tracePt t="26036" x="8890000" y="3819525"/>
          <p14:tracePt t="26036" x="8901113" y="3819525"/>
          <p14:tracePt t="26037" x="8913813" y="3819525"/>
          <p14:tracePt t="26044" x="8964613" y="3825875"/>
          <p14:tracePt t="26045" x="8975725" y="3825875"/>
          <p14:tracePt t="26046" x="8982075" y="3825875"/>
          <p14:tracePt t="26054" x="9026525" y="3825875"/>
          <p14:tracePt t="26064" x="9078913" y="3825875"/>
          <p14:tracePt t="26073" x="9107488" y="3825875"/>
          <p14:tracePt t="26082" x="9112250" y="3825875"/>
          <p14:tracePt t="26090" x="9118600" y="3825875"/>
          <p14:tracePt t="28069" x="9107488" y="3825875"/>
          <p14:tracePt t="28071" x="9090025" y="3825875"/>
          <p14:tracePt t="28077" x="9055100" y="3825875"/>
          <p14:tracePt t="28087" x="8936038" y="3819525"/>
          <p14:tracePt t="28088" x="8913813" y="3813175"/>
          <p14:tracePt t="28089" x="8901113" y="3808413"/>
          <p14:tracePt t="28095" x="8821738" y="3802063"/>
          <p14:tracePt t="28103" x="8689975" y="3773488"/>
          <p14:tracePt t="28116" x="8416925" y="3740150"/>
          <p14:tracePt t="28117" x="8377238" y="3733800"/>
          <p14:tracePt t="28118" x="8348663" y="3733800"/>
          <p14:tracePt t="28119" x="8302625" y="3729038"/>
          <p14:tracePt t="28124" x="8194675" y="3716338"/>
          <p14:tracePt t="28132" x="7983538" y="3705225"/>
          <p14:tracePt t="28133" x="7926388" y="3700463"/>
          <p14:tracePt t="28134" x="7897813" y="3694113"/>
          <p14:tracePt t="28139" x="7778750" y="3683000"/>
          <p14:tracePt t="28148" x="7504113" y="3648075"/>
          <p14:tracePt t="28149" x="7453313" y="3648075"/>
          <p14:tracePt t="28162" x="7065963" y="3568700"/>
          <p14:tracePt t="28163" x="7008813" y="3557588"/>
          <p14:tracePt t="28169" x="6865938" y="3529013"/>
          <p14:tracePt t="28178" x="6597650" y="3460750"/>
          <p14:tracePt t="28179" x="6523038" y="3436938"/>
          <p14:tracePt t="28186" x="6357938" y="3375025"/>
          <p14:tracePt t="28207" x="5919788" y="3192463"/>
          <p14:tracePt t="28207" x="5878513" y="3175000"/>
          <p14:tracePt t="28215" x="5753100" y="3117850"/>
          <p14:tracePt t="28215" x="5697538" y="3084513"/>
          <p14:tracePt t="28228" x="5422900" y="2947988"/>
          <p14:tracePt t="28241" x="5149850" y="2809875"/>
          <p14:tracePt t="28242" x="5103813" y="2794000"/>
          <p14:tracePt t="28243" x="5046663" y="2765425"/>
          <p14:tracePt t="28244" x="5029200" y="2759075"/>
          <p14:tracePt t="28249" x="4932363" y="2719388"/>
          <p14:tracePt t="28262" x="4635500" y="2605088"/>
          <p14:tracePt t="28263" x="4606925" y="2600325"/>
          <p14:tracePt t="28264" x="4591050" y="2587625"/>
          <p14:tracePt t="28276" x="4362450" y="2525713"/>
          <p14:tracePt t="28277" x="4344988" y="2519363"/>
          <p14:tracePt t="28277" x="4322763" y="2514600"/>
          <p14:tracePt t="28290" x="4060825" y="2446338"/>
          <p14:tracePt t="28290" x="4043363" y="2433638"/>
          <p14:tracePt t="28297" x="3940175" y="2400300"/>
          <p14:tracePt t="28298" x="3906838" y="2393950"/>
          <p14:tracePt t="28299" x="3889375" y="2389188"/>
          <p14:tracePt t="28311" x="3729038" y="2336800"/>
          <p14:tracePt t="28311" x="3700463" y="2325688"/>
          <p14:tracePt t="28319" x="3621088" y="2308225"/>
          <p14:tracePt t="28319" x="3592513" y="2297113"/>
          <p14:tracePt t="28331" x="3438525" y="2257425"/>
          <p14:tracePt t="28332" x="3416300" y="2251075"/>
          <p14:tracePt t="28333" x="3405188" y="2251075"/>
          <p14:tracePt t="28334" x="3392488" y="2246313"/>
          <p14:tracePt t="28339" x="3341688" y="2239963"/>
          <p14:tracePt t="28352" x="3187700" y="2228850"/>
          <p14:tracePt t="28353" x="3159125" y="2222500"/>
          <p14:tracePt t="28354" x="3152775" y="2222500"/>
          <p14:tracePt t="28360" x="3108325" y="2222500"/>
          <p14:tracePt t="28373" x="2976563" y="2222500"/>
          <p14:tracePt t="28374" x="2954338" y="2222500"/>
          <p14:tracePt t="28387" x="2833688" y="2222500"/>
          <p14:tracePt t="28388" x="2811463" y="2222500"/>
          <p14:tracePt t="28401" x="2679700" y="2222500"/>
          <p14:tracePt t="28403" x="2663825" y="2222500"/>
          <p14:tracePt t="28403" x="2651125" y="2222500"/>
          <p14:tracePt t="28415" x="2543175" y="2228850"/>
          <p14:tracePt t="28415" x="2538413" y="2228850"/>
          <p14:tracePt t="28416" x="2525713" y="2228850"/>
          <p14:tracePt t="28429" x="2446338" y="2228850"/>
          <p14:tracePt t="28430" x="2428875" y="2228850"/>
          <p14:tracePt t="28436" x="2395538" y="2228850"/>
          <p14:tracePt t="28449" x="2320925" y="2228850"/>
          <p14:tracePt t="28450" x="2309813" y="2228850"/>
          <p14:tracePt t="28463" x="2263775" y="2222500"/>
          <p14:tracePt t="28477" x="2230438" y="2222500"/>
          <p14:tracePt t="28478" x="2224088" y="2222500"/>
          <p14:tracePt t="28485" x="2206625" y="2222500"/>
          <p14:tracePt t="28492" x="2178050" y="2222500"/>
          <p14:tracePt t="28493" x="2173288" y="2222500"/>
          <p14:tracePt t="28494" x="2166938" y="2222500"/>
          <p14:tracePt t="28495" x="2160588" y="2222500"/>
          <p14:tracePt t="28496" x="2155825" y="2222500"/>
          <p14:tracePt t="28505" x="2098675" y="2222500"/>
          <p14:tracePt t="28506" x="2081213" y="2222500"/>
          <p14:tracePt t="28512" x="2041525" y="2222500"/>
          <p14:tracePt t="28526" x="1933575" y="2222500"/>
          <p14:tracePt t="28527" x="1916113" y="2222500"/>
          <p14:tracePt t="28533" x="1865313" y="2222500"/>
          <p14:tracePt t="28534" x="1836738" y="2228850"/>
          <p14:tracePt t="28535" x="1830388" y="2228850"/>
          <p14:tracePt t="28536" x="1812925" y="2228850"/>
          <p14:tracePt t="28550" x="1733550" y="2235200"/>
          <p14:tracePt t="28558" x="1682750" y="2235200"/>
          <p14:tracePt t="28559" x="1676400" y="2235200"/>
          <p14:tracePt t="28559" x="1670050" y="2235200"/>
          <p14:tracePt t="28566" x="1654175" y="2235200"/>
          <p14:tracePt t="28574" x="1647825" y="2235200"/>
          <p14:tracePt t="28797" x="1647825" y="2228850"/>
          <p14:tracePt t="28800" x="1647825" y="2222500"/>
          <p14:tracePt t="28803" x="1647825" y="2217738"/>
          <p14:tracePt t="28811" x="1647825" y="2200275"/>
          <p14:tracePt t="28812" x="1647825" y="2195513"/>
          <p14:tracePt t="28824" x="1647825" y="2171700"/>
          <p14:tracePt t="28825" x="1647825" y="2166938"/>
          <p14:tracePt t="28832" x="1647825" y="2160588"/>
          <p14:tracePt t="28832" x="1647825" y="2154238"/>
          <p14:tracePt t="28845" x="1647825" y="2138363"/>
          <p14:tracePt t="28846" x="1647825" y="2132013"/>
          <p14:tracePt t="28853" x="1647825" y="2125663"/>
          <p14:tracePt t="28854" x="1647825" y="2120900"/>
          <p14:tracePt t="28866" x="1647825" y="2097088"/>
          <p14:tracePt t="28873" x="1647825" y="2081213"/>
          <p14:tracePt t="28881" x="1643063" y="2063750"/>
          <p14:tracePt t="28888" x="1630363" y="2052638"/>
          <p14:tracePt t="28896" x="1630363" y="2041525"/>
          <p14:tracePt t="28902" x="1625600" y="2035175"/>
          <p14:tracePt t="28910" x="1619250" y="2028825"/>
          <p14:tracePt t="29182" x="1614488" y="2028825"/>
          <p14:tracePt t="29468" x="1619250" y="2028825"/>
          <p14:tracePt t="29470" x="1619250" y="2035175"/>
          <p14:tracePt t="29477" x="1625600" y="2052638"/>
          <p14:tracePt t="29478" x="1630363" y="2052638"/>
          <p14:tracePt t="29485" x="1643063" y="2070100"/>
          <p14:tracePt t="29499" x="1670050" y="2103438"/>
          <p14:tracePt t="29500" x="1676400" y="2109788"/>
          <p14:tracePt t="29501" x="1682750" y="2109788"/>
          <p14:tracePt t="29507" x="1687513" y="2120900"/>
          <p14:tracePt t="29508" x="1693863" y="2120900"/>
          <p14:tracePt t="29519" x="1716088" y="2138363"/>
          <p14:tracePt t="29520" x="1716088" y="2143125"/>
          <p14:tracePt t="29533" x="1755775" y="2166938"/>
          <p14:tracePt t="29540" x="1773238" y="2178050"/>
          <p14:tracePt t="29541" x="1779588" y="2178050"/>
          <p14:tracePt t="29541" x="1779588" y="2182813"/>
          <p14:tracePt t="29542" x="1784350" y="2182813"/>
          <p14:tracePt t="29547" x="1797050" y="2189163"/>
          <p14:tracePt t="29555" x="1808163" y="2195513"/>
          <p14:tracePt t="29555" x="1812925" y="2195513"/>
          <p14:tracePt t="29561" x="1830388" y="2206625"/>
          <p14:tracePt t="29574" x="1881188" y="2228850"/>
          <p14:tracePt t="29575" x="1887538" y="2228850"/>
          <p14:tracePt t="29581" x="1916113" y="2239963"/>
          <p14:tracePt t="29582" x="1933575" y="2239963"/>
          <p14:tracePt t="29583" x="1933575" y="2246313"/>
          <p14:tracePt t="29584" x="1944688" y="2246313"/>
          <p14:tracePt t="29589" x="1973263" y="2257425"/>
          <p14:tracePt t="29597" x="2019300" y="2268538"/>
          <p14:tracePt t="29597" x="2035175" y="2274888"/>
          <p14:tracePt t="29604" x="2076450" y="2279650"/>
          <p14:tracePt t="29604" x="2092325" y="2292350"/>
          <p14:tracePt t="29610" x="2127250" y="2297113"/>
          <p14:tracePt t="29618" x="2184400" y="2314575"/>
          <p14:tracePt t="29626" x="2217738" y="2325688"/>
          <p14:tracePt t="29634" x="2246313" y="2325688"/>
          <p14:tracePt t="29641" x="2270125" y="2332038"/>
          <p14:tracePt t="29650" x="2281238" y="2332038"/>
          <p14:tracePt t="29650" x="2286000" y="2332038"/>
          <p14:tracePt t="52141" x="2286000" y="2336800"/>
          <p14:tracePt t="52143" x="2286000" y="2343150"/>
          <p14:tracePt t="52151" x="2286000" y="2320925"/>
          <p14:tracePt t="66751" x="2292350" y="2320925"/>
          <p14:tracePt t="66753" x="2303463" y="2314575"/>
          <p14:tracePt t="66755" x="2320925" y="2303463"/>
          <p14:tracePt t="66763" x="2463800" y="2235200"/>
          <p14:tracePt t="66784" x="3119438" y="2070100"/>
          <p14:tracePt t="66784" x="3159125" y="2063750"/>
          <p14:tracePt t="66785" x="3194050" y="2063750"/>
          <p14:tracePt t="66791" x="3348038" y="2063750"/>
          <p14:tracePt t="66811" x="4276725" y="2195513"/>
          <p14:tracePt t="66812" x="4344988" y="2200275"/>
          <p14:tracePt t="66813" x="4419600" y="2217738"/>
          <p14:tracePt t="66819" x="4727575" y="2297113"/>
          <p14:tracePt t="66839" x="6021388" y="2633663"/>
          <p14:tracePt t="66840" x="6153150" y="2673350"/>
          <p14:tracePt t="66841" x="6215063" y="2684463"/>
          <p14:tracePt t="66841" x="6284913" y="2701925"/>
          <p14:tracePt t="66847" x="6421438" y="2741613"/>
          <p14:tracePt t="67544" x="6421438" y="2736850"/>
          <p14:tracePt t="67547" x="6421438" y="2730500"/>
          <p14:tracePt t="67548" x="6421438" y="2725738"/>
          <p14:tracePt t="67556" x="6426200" y="2713038"/>
          <p14:tracePt t="67569" x="6443663" y="2673350"/>
          <p14:tracePt t="67570" x="6450013" y="2673350"/>
          <p14:tracePt t="67571" x="6450013" y="2668588"/>
          <p14:tracePt t="67578" x="6454775" y="2651125"/>
          <p14:tracePt t="67590" x="6478588" y="2627313"/>
          <p14:tracePt t="67591" x="6483350" y="2622550"/>
          <p14:tracePt t="67598" x="6500813" y="2605088"/>
          <p14:tracePt t="67598" x="6507163" y="2593975"/>
          <p14:tracePt t="67599" x="6511925" y="2593975"/>
          <p14:tracePt t="67617" x="6569075" y="2514600"/>
          <p14:tracePt t="67618" x="6575425" y="2501900"/>
          <p14:tracePt t="67624" x="6604000" y="2468563"/>
          <p14:tracePt t="67638" x="6648450" y="2417763"/>
          <p14:tracePt t="67638" x="6654800" y="2417763"/>
          <p14:tracePt t="67645" x="6672263" y="2393950"/>
          <p14:tracePt t="67658" x="6740525" y="2343150"/>
          <p14:tracePt t="67659" x="6746875" y="2343150"/>
          <p14:tracePt t="67666" x="6786563" y="2320925"/>
          <p14:tracePt t="67666" x="6797675" y="2308225"/>
          <p14:tracePt t="67667" x="6802438" y="2303463"/>
          <p14:tracePt t="67680" x="6888163" y="2257425"/>
          <p14:tracePt t="67681" x="6916738" y="2246313"/>
          <p14:tracePt t="67682" x="6934200" y="2239963"/>
          <p14:tracePt t="67682" x="6940550" y="2235200"/>
          <p14:tracePt t="67693" x="7031038" y="2195513"/>
          <p14:tracePt t="67694" x="7053263" y="2182813"/>
          <p14:tracePt t="67695" x="7065963" y="2182813"/>
          <p14:tracePt t="67695" x="7077075" y="2178050"/>
          <p14:tracePt t="67700" x="7110413" y="2160588"/>
          <p14:tracePt t="67714" x="7270750" y="2103438"/>
          <p14:tracePt t="67715" x="7292975" y="2092325"/>
          <p14:tracePt t="67716" x="7305675" y="2085975"/>
          <p14:tracePt t="67716" x="7316788" y="2081213"/>
          <p14:tracePt t="67722" x="7373938" y="2063750"/>
          <p14:tracePt t="67736" x="7578725" y="1995488"/>
          <p14:tracePt t="67737" x="7629525" y="1984375"/>
          <p14:tracePt t="67742" x="7715250" y="1960563"/>
          <p14:tracePt t="67756" x="8005763" y="1892300"/>
          <p14:tracePt t="67757" x="8058150" y="1881188"/>
          <p14:tracePt t="67757" x="8074025" y="1874838"/>
          <p14:tracePt t="67763" x="8194675" y="1852613"/>
          <p14:tracePt t="67764" x="8245475" y="1835150"/>
          <p14:tracePt t="67765" x="8274050" y="1835150"/>
          <p14:tracePt t="67765" x="8302625" y="1824038"/>
          <p14:tracePt t="67770" x="8399463" y="1812925"/>
          <p14:tracePt t="67778" x="8645525" y="1766888"/>
          <p14:tracePt t="67790" x="9032875" y="1704975"/>
          <p14:tracePt t="67797" x="9301163" y="1681163"/>
          <p14:tracePt t="67798" x="9340850" y="1681163"/>
          <p14:tracePt t="67811" x="9802813" y="1665288"/>
          <p14:tracePt t="67812" x="9910763" y="1665288"/>
          <p14:tracePt t="67818" x="10115550" y="1658938"/>
          <p14:tracePt t="67826" x="10418763" y="1658938"/>
          <p14:tracePt t="67839" x="10863263" y="1681163"/>
          <p14:tracePt t="67840" x="10926763" y="1693863"/>
          <p14:tracePt t="67840" x="10960100" y="1693863"/>
          <p14:tracePt t="67853" x="11245850" y="1738313"/>
          <p14:tracePt t="67854" x="11303000" y="1749425"/>
          <p14:tracePt t="67860" x="11404600" y="1778000"/>
          <p14:tracePt t="67874" x="11701463" y="1909763"/>
          <p14:tracePt t="67875" x="11730038" y="1931988"/>
          <p14:tracePt t="67876" x="11741150" y="1938338"/>
          <p14:tracePt t="67881" x="11804650" y="1984375"/>
          <p14:tracePt t="67895" x="11941175" y="2138363"/>
          <p14:tracePt t="67895" x="11952288" y="2160588"/>
          <p14:tracePt t="67902" x="11991975" y="2235200"/>
          <p14:tracePt t="67917" x="12026900" y="2382838"/>
          <p14:tracePt t="67917" x="12026900" y="2400300"/>
          <p14:tracePt t="67930" x="12026900" y="2501900"/>
          <p14:tracePt t="67930" x="12020550" y="2514600"/>
          <p14:tracePt t="67943" x="11987213" y="2605088"/>
          <p14:tracePt t="67944" x="11980863" y="2622550"/>
          <p14:tracePt t="67950" x="11952288" y="2673350"/>
          <p14:tracePt t="67964" x="11877675" y="2809875"/>
          <p14:tracePt t="67965" x="11861800" y="2838450"/>
          <p14:tracePt t="67966" x="11849100" y="2851150"/>
          <p14:tracePt t="67978" x="11752263" y="2998788"/>
          <p14:tracePt t="67979" x="11730038" y="3027363"/>
          <p14:tracePt t="67980" x="11718925" y="3044825"/>
          <p14:tracePt t="67980" x="11707813" y="3055938"/>
          <p14:tracePt t="67985" x="11672888" y="3101975"/>
          <p14:tracePt t="67999" x="11399838" y="3425825"/>
          <p14:tracePt t="68000" x="11371263" y="3454400"/>
          <p14:tracePt t="68000" x="11353800" y="3478213"/>
          <p14:tracePt t="68006" x="11261725" y="3575050"/>
          <p14:tracePt t="68007" x="11210925" y="3619500"/>
          <p14:tracePt t="68008" x="11182350" y="3648075"/>
          <p14:tracePt t="68008" x="11153775" y="3671888"/>
          <p14:tracePt t="68020" x="10828338" y="3938588"/>
          <p14:tracePt t="68020" x="10760075" y="3990975"/>
          <p14:tracePt t="68027" x="10601325" y="4110038"/>
          <p14:tracePt t="68040" x="10013950" y="4457700"/>
          <p14:tracePt t="68041" x="9979025" y="4481513"/>
          <p14:tracePt t="68042" x="9939338" y="4503738"/>
          <p14:tracePt t="68048" x="9723438" y="4611688"/>
          <p14:tracePt t="68049" x="9688513" y="4629150"/>
          <p14:tracePt t="68050" x="9653588" y="4651375"/>
          <p14:tracePt t="68050" x="9620250" y="4668838"/>
          <p14:tracePt t="68061" x="9347200" y="4794250"/>
          <p14:tracePt t="68062" x="9294813" y="4816475"/>
          <p14:tracePt t="68062" x="9272588" y="4829175"/>
          <p14:tracePt t="68075" x="9061450" y="4926013"/>
          <p14:tracePt t="68076" x="9026525" y="4937125"/>
          <p14:tracePt t="68077" x="9021763" y="4941888"/>
          <p14:tracePt t="68083" x="8969375" y="4965700"/>
          <p14:tracePt t="68098" x="8878888" y="4994275"/>
          <p14:tracePt t="68099" x="8872538" y="4999038"/>
          <p14:tracePt t="68110" x="8850313" y="5005388"/>
          <p14:tracePt t="68124" x="8832850" y="5011738"/>
          <p14:tracePt t="68138" x="8815388" y="5011738"/>
          <p14:tracePt t="68145" x="8810625" y="5011738"/>
          <p14:tracePt t="68647" x="8804275" y="5011738"/>
          <p14:tracePt t="68650" x="8799513" y="5005388"/>
          <p14:tracePt t="68651" x="8799513" y="4999038"/>
          <p14:tracePt t="68653" x="8786813" y="4994275"/>
          <p14:tracePt t="68660" x="8753475" y="4959350"/>
          <p14:tracePt t="68661" x="8742363" y="4948238"/>
          <p14:tracePt t="68661" x="8736013" y="4937125"/>
          <p14:tracePt t="68673" x="8650288" y="4868863"/>
          <p14:tracePt t="68674" x="8634413" y="4857750"/>
          <p14:tracePt t="68675" x="8621713" y="4845050"/>
          <p14:tracePt t="68681" x="8570913" y="4805363"/>
          <p14:tracePt t="68681" x="8548688" y="4787900"/>
          <p14:tracePt t="68694" x="8394700" y="4675188"/>
          <p14:tracePt t="68695" x="8366125" y="4651375"/>
          <p14:tracePt t="68695" x="8353425" y="4640263"/>
          <p14:tracePt t="68707" x="8188325" y="4508500"/>
          <p14:tracePt t="68708" x="8148638" y="4475163"/>
          <p14:tracePt t="68709" x="8137525" y="4464050"/>
          <p14:tracePt t="68714" x="8074025" y="4418013"/>
          <p14:tracePt t="68728" x="7812088" y="4195763"/>
          <p14:tracePt t="68729" x="7772400" y="4156075"/>
          <p14:tracePt t="68729" x="7761288" y="4149725"/>
          <p14:tracePt t="68742" x="7600950" y="3990975"/>
          <p14:tracePt t="68743" x="7572375" y="3962400"/>
          <p14:tracePt t="68744" x="7561263" y="3951288"/>
          <p14:tracePt t="68749" x="7515225" y="3894138"/>
          <p14:tracePt t="68750" x="7493000" y="3865563"/>
          <p14:tracePt t="68751" x="7481888" y="3848100"/>
          <p14:tracePt t="68751" x="7464425" y="3825875"/>
          <p14:tracePt t="68756" x="7418388" y="3768725"/>
          <p14:tracePt t="68764" x="7350125" y="3654425"/>
          <p14:tracePt t="68765" x="7332663" y="3614738"/>
          <p14:tracePt t="68766" x="7321550" y="3597275"/>
          <p14:tracePt t="68766" x="7321550" y="3579813"/>
          <p14:tracePt t="68771" x="7281863" y="3505200"/>
          <p14:tracePt t="68779" x="7231063" y="3375025"/>
          <p14:tracePt t="68780" x="7219950" y="3340100"/>
          <p14:tracePt t="68781" x="7207250" y="3317875"/>
          <p14:tracePt t="68786" x="7167563" y="3203575"/>
          <p14:tracePt t="68787" x="7162800" y="3181350"/>
          <p14:tracePt t="68788" x="7156450" y="3157538"/>
          <p14:tracePt t="68789" x="7151688" y="3135313"/>
          <p14:tracePt t="68789" x="7145338" y="3113088"/>
          <p14:tracePt t="68794" x="7116763" y="3044825"/>
          <p14:tracePt t="68801" x="7088188" y="2901950"/>
          <p14:tracePt t="68802" x="7081838" y="2855913"/>
          <p14:tracePt t="68808" x="7065963" y="2736850"/>
          <p14:tracePt t="68816" x="7053263" y="2627313"/>
          <p14:tracePt t="68818" x="7048500" y="2593975"/>
          <p14:tracePt t="68819" x="7048500" y="2571750"/>
          <p14:tracePt t="68820" x="7048500" y="2554288"/>
          <p14:tracePt t="68820" x="7048500" y="2536825"/>
          <p14:tracePt t="68823" x="7048500" y="2508250"/>
          <p14:tracePt t="68830" x="7048500" y="2411413"/>
          <p14:tracePt t="68831" x="7048500" y="2400300"/>
          <p14:tracePt t="68832" x="7048500" y="2382838"/>
          <p14:tracePt t="68833" x="7048500" y="2371725"/>
          <p14:tracePt t="68838" x="7048500" y="2332038"/>
          <p14:tracePt t="68838" x="7053263" y="2308225"/>
          <p14:tracePt t="68839" x="7053263" y="2303463"/>
          <p14:tracePt t="68845" x="7053263" y="2257425"/>
          <p14:tracePt t="68846" x="7053263" y="2239963"/>
          <p14:tracePt t="68846" x="7053263" y="2235200"/>
          <p14:tracePt t="68853" x="7053263" y="2189163"/>
          <p14:tracePt t="68853" x="7053263" y="2171700"/>
          <p14:tracePt t="68860" x="7053263" y="2132013"/>
          <p14:tracePt t="68861" x="7053263" y="2103438"/>
          <p14:tracePt t="68867" x="7053263" y="2063750"/>
          <p14:tracePt t="68868" x="7053263" y="2052638"/>
          <p14:tracePt t="68869" x="7053263" y="2035175"/>
          <p14:tracePt t="68874" x="7053263" y="2000250"/>
          <p14:tracePt t="68882" x="7053263" y="1938338"/>
          <p14:tracePt t="68889" x="7059613" y="1881188"/>
          <p14:tracePt t="68890" x="7059613" y="1858963"/>
          <p14:tracePt t="68891" x="7059613" y="1846263"/>
          <p14:tracePt t="68891" x="7065963" y="1835150"/>
          <p14:tracePt t="68896" x="7065963" y="1795463"/>
          <p14:tracePt t="68897" x="7070725" y="1773238"/>
          <p14:tracePt t="68898" x="7070725" y="1755775"/>
          <p14:tracePt t="68898" x="7070725" y="1749425"/>
          <p14:tracePt t="68904" x="7077075" y="1693863"/>
          <p14:tracePt t="68905" x="7081838" y="1665288"/>
          <p14:tracePt t="68905" x="7081838" y="1652588"/>
          <p14:tracePt t="68911" x="7094538" y="1579563"/>
          <p14:tracePt t="68912" x="7099300" y="1555750"/>
          <p14:tracePt t="68913" x="7099300" y="1544638"/>
          <p14:tracePt t="68913" x="7105650" y="1527175"/>
          <p14:tracePt t="68922" x="7123113" y="1397000"/>
          <p14:tracePt t="68936" x="7167563" y="1139825"/>
          <p14:tracePt t="68937" x="7180263" y="1093788"/>
          <p14:tracePt t="68944" x="7196138" y="957263"/>
          <p14:tracePt t="68945" x="7202488" y="917575"/>
          <p14:tracePt t="68945" x="7207250" y="895350"/>
          <p14:tracePt t="68951" x="7224713" y="787400"/>
          <p14:tracePt t="68959" x="7242175" y="666750"/>
          <p14:tracePt t="68960" x="7242175" y="633413"/>
          <p14:tracePt t="68961" x="7248525" y="615950"/>
          <p14:tracePt t="68961" x="7248525" y="598488"/>
          <p14:tracePt t="68966" x="7253288" y="547688"/>
          <p14:tracePt t="68974" x="7259638" y="466725"/>
          <p14:tracePt t="68981" x="7270750" y="393700"/>
          <p14:tracePt t="68989" x="7270750" y="341313"/>
          <p14:tracePt t="68997" x="7277100" y="296863"/>
          <p14:tracePt t="68998" x="7277100" y="290513"/>
          <p14:tracePt t="69004" x="7277100" y="261938"/>
          <p14:tracePt t="69005" x="7277100" y="257175"/>
          <p14:tracePt t="69011" x="7277100" y="228600"/>
          <p14:tracePt t="69018" x="7277100" y="215900"/>
          <p14:tracePt t="69025" x="7270750" y="200025"/>
          <p14:tracePt t="69033" x="7270750" y="193675"/>
          <p14:tracePt t="69079" x="7264400" y="193675"/>
          <p14:tracePt t="69083" x="7259638" y="193675"/>
          <p14:tracePt t="69084" x="7253288" y="193675"/>
          <p14:tracePt t="69090" x="7242175" y="193675"/>
          <p14:tracePt t="69099" x="7202488" y="188913"/>
          <p14:tracePt t="69107" x="7162800" y="182563"/>
          <p14:tracePt t="69107" x="7151688" y="182563"/>
          <p14:tracePt t="69108" x="7145338" y="182563"/>
          <p14:tracePt t="69114" x="7123113" y="176213"/>
          <p14:tracePt t="69115" x="7110413" y="171450"/>
          <p14:tracePt t="69122" x="7070725" y="165100"/>
          <p14:tracePt t="69129" x="7019925" y="147638"/>
          <p14:tracePt t="69137" x="6969125" y="136525"/>
          <p14:tracePt t="69144" x="6899275" y="119063"/>
          <p14:tracePt t="69145" x="6894513" y="114300"/>
          <p14:tracePt t="69146" x="6877050" y="114300"/>
          <p14:tracePt t="69152" x="6837363" y="96838"/>
          <p14:tracePt t="69160" x="6746875" y="68263"/>
          <p14:tracePt t="69167" x="6677025" y="39688"/>
          <p14:tracePt t="69175" x="6580188" y="6350"/>
        </p14:tracePtLst>
      </p14:laserTraceLst>
    </p:ext>
  </p:extLs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title"/>
          </p:nvPr>
        </p:nvSpPr>
        <p:spPr>
          <a:xfrm>
            <a:off x="1269876" y="1124744"/>
            <a:ext cx="8938472" cy="1185096"/>
          </a:xfrm>
        </p:spPr>
        <p:txBody>
          <a:bodyPr rtlCol="0"/>
          <a:lstStyle/>
          <a:p>
            <a:pPr rtl="0"/>
            <a:r>
              <a:rPr lang="pt-BR" dirty="0"/>
              <a:t>P</a:t>
            </a:r>
            <a:r>
              <a:rPr lang="pt-br" dirty="0"/>
              <a:t>oco Tech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idx="1"/>
          </p:nvPr>
        </p:nvSpPr>
        <p:spPr>
          <a:xfrm>
            <a:off x="1413892" y="2420888"/>
            <a:ext cx="10009112" cy="2448272"/>
          </a:xfrm>
        </p:spPr>
        <p:txBody>
          <a:bodyPr rtlCol="0">
            <a:normAutofit/>
          </a:bodyPr>
          <a:lstStyle/>
          <a:p>
            <a:pPr rtl="0"/>
            <a:r>
              <a:rPr lang="pt-BR" dirty="0"/>
              <a:t>Vitor de Andrade Ferreira Dias – RM 957132</a:t>
            </a:r>
          </a:p>
          <a:p>
            <a:pPr rtl="0"/>
            <a:r>
              <a:rPr lang="pt-BR" dirty="0"/>
              <a:t>Guilherme Macario da Silva - RM: 84057</a:t>
            </a:r>
          </a:p>
          <a:p>
            <a:pPr rtl="0"/>
            <a:r>
              <a:rPr lang="pt-BR" dirty="0" err="1"/>
              <a:t>Kaique</a:t>
            </a:r>
            <a:r>
              <a:rPr lang="pt-BR" dirty="0"/>
              <a:t> Carvalho da Silva - RM: 93040</a:t>
            </a:r>
          </a:p>
          <a:p>
            <a:pPr rtl="0"/>
            <a:r>
              <a:rPr lang="pt-BR" dirty="0"/>
              <a:t>BENJAMIM LUCAS RODRIGUES GONÇALO - RM96026</a:t>
            </a:r>
          </a:p>
          <a:p>
            <a:pPr rtl="0"/>
            <a:endParaRPr lang="en-US" dirty="0"/>
          </a:p>
        </p:txBody>
      </p:sp>
      <p:pic>
        <p:nvPicPr>
          <p:cNvPr id="6" name="Áudio 5">
            <a:hlinkClick r:id="" action="ppaction://media"/>
            <a:extLst>
              <a:ext uri="{FF2B5EF4-FFF2-40B4-BE49-F238E27FC236}">
                <a16:creationId xmlns:a16="http://schemas.microsoft.com/office/drawing/2014/main" id="{224CFA3D-6F66-568A-110B-6F58E8266B85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l="-118750" t="-118750" r="-118750" b="-118750"/>
          <a:stretch>
            <a:fillRect/>
          </a:stretch>
        </p:blipFill>
        <p:spPr>
          <a:xfrm>
            <a:off x="10049129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42649775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7114">
        <p:fade/>
      </p:transition>
    </mc:Choice>
    <mc:Fallback xmlns="">
      <p:transition spd="med" advTm="7114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  <p:extLst>
    <p:ext uri="{3A86A75C-4F4B-4683-9AE1-C65F6400EC91}">
      <p14:laserTraceLst xmlns:p14="http://schemas.microsoft.com/office/powerpoint/2010/main">
        <p14:tracePtLst>
          <p14:tracePt t="6117" x="3233738" y="5410200"/>
          <p14:tracePt t="6118" x="3233738" y="5399088"/>
          <p14:tracePt t="6119" x="3244850" y="5387975"/>
          <p14:tracePt t="6121" x="3267075" y="5364163"/>
          <p14:tracePt t="6123" x="3284538" y="5330825"/>
          <p14:tracePt t="6132" x="3489325" y="5038725"/>
          <p14:tracePt t="6132" x="3546475" y="4954588"/>
          <p14:tracePt t="6145" x="3889375" y="4481513"/>
          <p14:tracePt t="6146" x="3975100" y="4378325"/>
          <p14:tracePt t="6146" x="4008438" y="4338638"/>
          <p14:tracePt t="6158" x="4397375" y="3894138"/>
          <p14:tracePt t="6159" x="4465638" y="3819525"/>
          <p14:tracePt t="6172" x="4802188" y="3443288"/>
          <p14:tracePt t="6173" x="4852988" y="3392488"/>
          <p14:tracePt t="6174" x="4881563" y="3363913"/>
          <p14:tracePt t="6186" x="5103813" y="3073400"/>
          <p14:tracePt t="6187" x="5160963" y="2992438"/>
          <p14:tracePt t="6188" x="5160963" y="2987675"/>
          <p14:tracePt t="6189" x="5178425" y="2963863"/>
          <p14:tracePt t="6194" x="5246688" y="2867025"/>
          <p14:tracePt t="6207" x="5434013" y="2547938"/>
          <p14:tracePt t="6208" x="5451475" y="2514600"/>
          <p14:tracePt t="6208" x="5468938" y="2497138"/>
          <p14:tracePt t="6215" x="5508625" y="2393950"/>
          <p14:tracePt t="6216" x="5530850" y="2349500"/>
          <p14:tracePt t="6217" x="5537200" y="2332038"/>
          <p14:tracePt t="6228" x="5572125" y="2160588"/>
          <p14:tracePt t="6229" x="5583238" y="2125663"/>
          <p14:tracePt t="6235" x="5588000" y="2052638"/>
          <p14:tracePt t="6243" x="5583238" y="1931988"/>
          <p14:tracePt t="6243" x="5583238" y="1920875"/>
          <p14:tracePt t="6244" x="5576888" y="1909763"/>
          <p14:tracePt t="6244" x="5576888" y="1898650"/>
          <p14:tracePt t="6256" x="5554663" y="1778000"/>
          <p14:tracePt t="6256" x="5548313" y="1766888"/>
          <p14:tracePt t="6257" x="5548313" y="1755775"/>
          <p14:tracePt t="6264" x="5530850" y="1687513"/>
          <p14:tracePt t="6264" x="5526088" y="1676400"/>
          <p14:tracePt t="6265" x="5519738" y="1658938"/>
          <p14:tracePt t="6265" x="5519738" y="1652588"/>
          <p14:tracePt t="6271" x="5508625" y="1612900"/>
          <p14:tracePt t="6283" x="5491163" y="1511300"/>
          <p14:tracePt t="6284" x="5491163" y="1498600"/>
          <p14:tracePt t="6291" x="5486400" y="1454150"/>
          <p14:tracePt t="6299" x="5486400" y="1390650"/>
          <p14:tracePt t="6300" x="5486400" y="1373188"/>
          <p14:tracePt t="6301" x="5486400" y="1362075"/>
          <p14:tracePt t="6307" x="5486400" y="1322388"/>
          <p14:tracePt t="6320" x="5486400" y="1185863"/>
          <p14:tracePt t="6331" x="5486400" y="1060450"/>
          <p14:tracePt t="6340" x="5486400" y="941388"/>
          <p14:tracePt t="6349" x="5480050" y="815975"/>
          <p14:tracePt t="6350" x="5480050" y="787400"/>
          <p14:tracePt t="6351" x="5480050" y="774700"/>
          <p14:tracePt t="6357" x="5473700" y="695325"/>
          <p14:tracePt t="6358" x="5473700" y="666750"/>
          <p14:tracePt t="6358" x="5473700" y="644525"/>
          <p14:tracePt t="6364" x="5473700" y="576263"/>
          <p14:tracePt t="6373" x="5468938" y="461963"/>
          <p14:tracePt t="6382" x="5462588" y="358775"/>
          <p14:tracePt t="6390" x="5462588" y="268288"/>
          <p14:tracePt t="6390" x="5462588" y="250825"/>
          <p14:tracePt t="6397" x="5468938" y="211138"/>
          <p14:tracePt t="6398" x="5468938" y="193675"/>
          <p14:tracePt t="6398" x="5468938" y="182563"/>
          <p14:tracePt t="6406" x="5480050" y="147638"/>
          <p14:tracePt t="6416" x="5491163" y="119063"/>
          <p14:tracePt t="6424" x="5502275" y="107950"/>
          <p14:tracePt t="6437" x="5508625" y="103188"/>
          <p14:tracePt t="6450" x="5530850" y="85725"/>
          <p14:tracePt t="6457" x="5548313" y="79375"/>
          <p14:tracePt t="6471" x="5605463" y="34925"/>
          <p14:tracePt t="6472" x="5616575" y="28575"/>
          <p14:tracePt t="6472" x="5627688" y="28575"/>
          <p14:tracePt t="6479" x="5651500" y="6350"/>
        </p14:tracePtLst>
      </p14:laserTraceLst>
    </p:ext>
  </p:extLst>
</p:sld>
</file>

<file path=ppt/theme/theme1.xml><?xml version="1.0" encoding="utf-8"?>
<a:theme xmlns:a="http://schemas.openxmlformats.org/drawingml/2006/main" name="Tecnologia 16x9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>
    <a:spDef>
      <a:spPr/>
      <a:bodyPr rtlCol="0" anchor="ctr"/>
      <a:lstStyle>
        <a:defPPr algn="ctr">
          <a:defRPr sz="280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5400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sz="280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_9533214_TF02787990" id="{E2EB6F66-559D-4935-B0FE-CC1100470BBA}" vid="{EDFAEEEF-A820-4D8D-8A70-9CA9D460C139}"/>
    </a:ext>
  </a:extLst>
</a:theme>
</file>

<file path=ppt/theme/theme2.xml><?xml version="1.0" encoding="utf-8"?>
<a:theme xmlns:a="http://schemas.openxmlformats.org/drawingml/2006/main" name="Tema do Office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o Office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F4D641A7A2C16343A312FFC1FEBA0AF1" ma:contentTypeVersion="18" ma:contentTypeDescription="Crie um novo documento." ma:contentTypeScope="" ma:versionID="6faf72594c4e1e246f2090fb40c133be">
  <xsd:schema xmlns:xsd="http://www.w3.org/2001/XMLSchema" xmlns:xs="http://www.w3.org/2001/XMLSchema" xmlns:p="http://schemas.microsoft.com/office/2006/metadata/properties" xmlns:ns3="be26b358-56f2-463a-89a9-fe201756bee8" xmlns:ns4="d404717b-d8ed-496c-9653-7b0d986814f9" targetNamespace="http://schemas.microsoft.com/office/2006/metadata/properties" ma:root="true" ma:fieldsID="0afe1a238c638da0934128537af8871d" ns3:_="" ns4:_="">
    <xsd:import namespace="be26b358-56f2-463a-89a9-fe201756bee8"/>
    <xsd:import namespace="d404717b-d8ed-496c-9653-7b0d986814f9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3:MediaServiceDateTaken" minOccurs="0"/>
                <xsd:element ref="ns3:MediaLengthInSeconds" minOccurs="0"/>
                <xsd:element ref="ns3:_activity" minOccurs="0"/>
                <xsd:element ref="ns3:MediaServiceObjectDetectorVersions" minOccurs="0"/>
                <xsd:element ref="ns3:MediaServiceLocation" minOccurs="0"/>
                <xsd:element ref="ns3:MediaServiceSystemTag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6b358-56f2-463a-89a9-fe201756bee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9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_activity" ma:index="21" nillable="true" ma:displayName="_activity" ma:hidden="true" ma:internalName="_activity">
      <xsd:simpleType>
        <xsd:restriction base="dms:Note"/>
      </xsd:simpleType>
    </xsd:element>
    <xsd:element name="MediaServiceObjectDetectorVersions" ma:index="2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Location" ma:index="23" nillable="true" ma:displayName="Location" ma:indexed="true" ma:internalName="MediaServiceLocation" ma:readOnly="true">
      <xsd:simpleType>
        <xsd:restriction base="dms:Text"/>
      </xsd:simpleType>
    </xsd:element>
    <xsd:element name="MediaServiceSystemTags" ma:index="2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404717b-d8ed-496c-9653-7b0d986814f9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Hash de Dica de Compartilhamento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be26b358-56f2-463a-89a9-fe201756bee8" xsi:nil="true"/>
  </documentManagement>
</p:properties>
</file>

<file path=customXml/itemProps1.xml><?xml version="1.0" encoding="utf-8"?>
<ds:datastoreItem xmlns:ds="http://schemas.openxmlformats.org/officeDocument/2006/customXml" ds:itemID="{E3146AAB-9AC3-4BBF-94F2-56AE5491152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A2C4316-5425-406A-A547-8C238B1B412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e26b358-56f2-463a-89a9-fe201756bee8"/>
    <ds:schemaRef ds:uri="d404717b-d8ed-496c-9653-7b0d986814f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60C67BEE-D13F-4BD2-98A5-34D8A0977F68}">
  <ds:schemaRefs>
    <ds:schemaRef ds:uri="http://purl.org/dc/elements/1.1/"/>
    <ds:schemaRef ds:uri="be26b358-56f2-463a-89a9-fe201756bee8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d404717b-d8ed-496c-9653-7b0d986814f9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Apresentação com linhas de circuito triplas (widescreen)</Template>
  <TotalTime>71</TotalTime>
  <Words>103</Words>
  <Application>Microsoft Office PowerPoint</Application>
  <PresentationFormat>Personalizar</PresentationFormat>
  <Paragraphs>22</Paragraphs>
  <Slides>6</Slides>
  <Notes>0</Notes>
  <HiddenSlides>0</HiddenSlides>
  <MMClips>6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6</vt:i4>
      </vt:variant>
    </vt:vector>
  </HeadingPairs>
  <TitlesOfParts>
    <vt:vector size="9" baseType="lpstr">
      <vt:lpstr>Arial</vt:lpstr>
      <vt:lpstr>Calibri</vt:lpstr>
      <vt:lpstr>Tecnologia 16x9</vt:lpstr>
      <vt:lpstr>Poco Tech</vt:lpstr>
      <vt:lpstr>Raisa Barbosa Malas e periféricos:</vt:lpstr>
      <vt:lpstr>Inovação da Pocotech </vt:lpstr>
      <vt:lpstr>Código de tratamento de dados</vt:lpstr>
      <vt:lpstr>OBDC</vt:lpstr>
      <vt:lpstr>Poco Tech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Guilherme Macario</dc:creator>
  <cp:lastModifiedBy>Guilherme Macario da Silva</cp:lastModifiedBy>
  <cp:revision>2</cp:revision>
  <dcterms:created xsi:type="dcterms:W3CDTF">2024-11-01T21:29:58Z</dcterms:created>
  <dcterms:modified xsi:type="dcterms:W3CDTF">2024-11-01T22:42:48Z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ternalTags">
    <vt:lpwstr/>
  </property>
  <property fmtid="{D5CDD505-2E9C-101B-9397-08002B2CF9AE}" pid="3" name="ContentTypeId">
    <vt:lpwstr>0x010100F4D641A7A2C16343A312FFC1FEBA0AF1</vt:lpwstr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CampaignTags">
    <vt:lpwstr/>
  </property>
  <property fmtid="{D5CDD505-2E9C-101B-9397-08002B2CF9AE}" pid="7" name="ScenarioTags">
    <vt:lpwstr/>
  </property>
</Properties>
</file>