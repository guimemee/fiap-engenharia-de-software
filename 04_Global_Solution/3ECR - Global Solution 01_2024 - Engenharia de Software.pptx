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9"/>
  </p:notesMasterIdLst>
  <p:sldIdLst>
    <p:sldId id="256" r:id="rId2"/>
    <p:sldId id="282" r:id="rId3"/>
    <p:sldId id="289" r:id="rId4"/>
    <p:sldId id="286" r:id="rId5"/>
    <p:sldId id="290" r:id="rId6"/>
    <p:sldId id="287" r:id="rId7"/>
    <p:sldId id="28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E470BD-0BD4-48C9-9D8D-531220FF2F4D}" v="354" dt="2024-06-07T20:34:15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88" autoAdjust="0"/>
  </p:normalViewPr>
  <p:slideViewPr>
    <p:cSldViewPr snapToGrid="0">
      <p:cViewPr varScale="1">
        <p:scale>
          <a:sx n="148" d="100"/>
          <a:sy n="148" d="100"/>
        </p:scale>
        <p:origin x="78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cario" userId="f7d209c4a899cfcf" providerId="LiveId" clId="{377DF85E-0CD2-4941-A235-822AF154C3BA}"/>
    <pc:docChg chg="undo custSel addSld delSld modSld">
      <pc:chgData name="Guilherme Macario" userId="f7d209c4a899cfcf" providerId="LiveId" clId="{377DF85E-0CD2-4941-A235-822AF154C3BA}" dt="2024-05-19T18:42:48.504" v="242"/>
      <pc:docMkLst>
        <pc:docMk/>
      </pc:docMkLst>
      <pc:sldChg chg="addSp delSp modSp mod modTransition">
        <pc:chgData name="Guilherme Macario" userId="f7d209c4a899cfcf" providerId="LiveId" clId="{377DF85E-0CD2-4941-A235-822AF154C3BA}" dt="2024-05-19T18:32:03.132" v="193"/>
        <pc:sldMkLst>
          <pc:docMk/>
          <pc:sldMk cId="3865097445" sldId="256"/>
        </pc:sldMkLst>
        <pc:picChg chg="add del mod">
          <ac:chgData name="Guilherme Macario" userId="f7d209c4a899cfcf" providerId="LiveId" clId="{377DF85E-0CD2-4941-A235-822AF154C3BA}" dt="2024-05-19T18:31:43.200" v="190"/>
          <ac:picMkLst>
            <pc:docMk/>
            <pc:sldMk cId="3865097445" sldId="256"/>
            <ac:picMk id="32" creationId="{F3595DC5-AB70-ADD6-9A5A-AC7C5F2D5099}"/>
          </ac:picMkLst>
        </pc:picChg>
        <pc:picChg chg="add del mod">
          <ac:chgData name="Guilherme Macario" userId="f7d209c4a899cfcf" providerId="LiveId" clId="{377DF85E-0CD2-4941-A235-822AF154C3BA}" dt="2024-05-19T18:32:03.132" v="193"/>
          <ac:picMkLst>
            <pc:docMk/>
            <pc:sldMk cId="3865097445" sldId="256"/>
            <ac:picMk id="35" creationId="{553025DB-002E-7AA4-255C-907A2A660FD6}"/>
          </ac:picMkLst>
        </pc:picChg>
      </pc:sldChg>
      <pc:sldChg chg="del">
        <pc:chgData name="Guilherme Macario" userId="f7d209c4a899cfcf" providerId="LiveId" clId="{377DF85E-0CD2-4941-A235-822AF154C3BA}" dt="2024-05-19T18:08:01.196" v="0" actId="47"/>
        <pc:sldMkLst>
          <pc:docMk/>
          <pc:sldMk cId="1534870714" sldId="280"/>
        </pc:sldMkLst>
      </pc:sldChg>
      <pc:sldChg chg="addSp delSp modSp mod modTransition">
        <pc:chgData name="Guilherme Macario" userId="f7d209c4a899cfcf" providerId="LiveId" clId="{377DF85E-0CD2-4941-A235-822AF154C3BA}" dt="2024-05-19T18:33:31.520" v="208"/>
        <pc:sldMkLst>
          <pc:docMk/>
          <pc:sldMk cId="232099763" sldId="281"/>
        </pc:sldMkLst>
        <pc:picChg chg="add del mod">
          <ac:chgData name="Guilherme Macario" userId="f7d209c4a899cfcf" providerId="LiveId" clId="{377DF85E-0CD2-4941-A235-822AF154C3BA}" dt="2024-05-19T18:33:31.520" v="208"/>
          <ac:picMkLst>
            <pc:docMk/>
            <pc:sldMk cId="232099763" sldId="281"/>
            <ac:picMk id="33" creationId="{2F873A54-6199-D31F-B092-60177E20B62A}"/>
          </ac:picMkLst>
        </pc:picChg>
      </pc:sldChg>
      <pc:sldChg chg="addSp delSp modSp mod modTransition">
        <pc:chgData name="Guilherme Macario" userId="f7d209c4a899cfcf" providerId="LiveId" clId="{377DF85E-0CD2-4941-A235-822AF154C3BA}" dt="2024-05-19T18:33:04.010" v="205"/>
        <pc:sldMkLst>
          <pc:docMk/>
          <pc:sldMk cId="3923225915" sldId="282"/>
        </pc:sldMkLst>
        <pc:picChg chg="add del mod">
          <ac:chgData name="Guilherme Macario" userId="f7d209c4a899cfcf" providerId="LiveId" clId="{377DF85E-0CD2-4941-A235-822AF154C3BA}" dt="2024-05-19T18:32:15.830" v="196"/>
          <ac:picMkLst>
            <pc:docMk/>
            <pc:sldMk cId="3923225915" sldId="282"/>
            <ac:picMk id="34" creationId="{25B20DB4-BABB-E1FA-8F06-A19DE6D0BD12}"/>
          </ac:picMkLst>
        </pc:picChg>
        <pc:picChg chg="add del mod">
          <ac:chgData name="Guilherme Macario" userId="f7d209c4a899cfcf" providerId="LiveId" clId="{377DF85E-0CD2-4941-A235-822AF154C3BA}" dt="2024-05-19T18:32:29.188" v="199"/>
          <ac:picMkLst>
            <pc:docMk/>
            <pc:sldMk cId="3923225915" sldId="282"/>
            <ac:picMk id="37" creationId="{122B81D1-CF02-0C00-F91C-BC379DACD3E1}"/>
          </ac:picMkLst>
        </pc:picChg>
        <pc:picChg chg="add del mod">
          <ac:chgData name="Guilherme Macario" userId="f7d209c4a899cfcf" providerId="LiveId" clId="{377DF85E-0CD2-4941-A235-822AF154C3BA}" dt="2024-05-19T18:32:34.371" v="202"/>
          <ac:picMkLst>
            <pc:docMk/>
            <pc:sldMk cId="3923225915" sldId="282"/>
            <ac:picMk id="40" creationId="{158F32F0-DDF1-3724-B4F4-F075FC3AD595}"/>
          </ac:picMkLst>
        </pc:picChg>
        <pc:picChg chg="add del mod">
          <ac:chgData name="Guilherme Macario" userId="f7d209c4a899cfcf" providerId="LiveId" clId="{377DF85E-0CD2-4941-A235-822AF154C3BA}" dt="2024-05-19T18:33:04.010" v="205"/>
          <ac:picMkLst>
            <pc:docMk/>
            <pc:sldMk cId="3923225915" sldId="282"/>
            <ac:picMk id="43" creationId="{33BDB1E1-1AB5-EAF3-CE41-73CE4144A615}"/>
          </ac:picMkLst>
        </pc:picChg>
      </pc:sldChg>
      <pc:sldChg chg="del">
        <pc:chgData name="Guilherme Macario" userId="f7d209c4a899cfcf" providerId="LiveId" clId="{377DF85E-0CD2-4941-A235-822AF154C3BA}" dt="2024-05-19T18:08:06.293" v="2" actId="47"/>
        <pc:sldMkLst>
          <pc:docMk/>
          <pc:sldMk cId="2077531642" sldId="283"/>
        </pc:sldMkLst>
      </pc:sldChg>
      <pc:sldChg chg="del">
        <pc:chgData name="Guilherme Macario" userId="f7d209c4a899cfcf" providerId="LiveId" clId="{377DF85E-0CD2-4941-A235-822AF154C3BA}" dt="2024-05-19T18:08:04.419" v="1" actId="47"/>
        <pc:sldMkLst>
          <pc:docMk/>
          <pc:sldMk cId="4214322796" sldId="285"/>
        </pc:sldMkLst>
      </pc:sldChg>
      <pc:sldChg chg="addSp delSp modSp mod modTransition">
        <pc:chgData name="Guilherme Macario" userId="f7d209c4a899cfcf" providerId="LiveId" clId="{377DF85E-0CD2-4941-A235-822AF154C3BA}" dt="2024-05-19T18:37:00.764" v="217"/>
        <pc:sldMkLst>
          <pc:docMk/>
          <pc:sldMk cId="4194041164" sldId="286"/>
        </pc:sldMkLst>
        <pc:picChg chg="add del mod">
          <ac:chgData name="Guilherme Macario" userId="f7d209c4a899cfcf" providerId="LiveId" clId="{377DF85E-0CD2-4941-A235-822AF154C3BA}" dt="2024-05-19T18:37:00.764" v="217"/>
          <ac:picMkLst>
            <pc:docMk/>
            <pc:sldMk cId="4194041164" sldId="286"/>
            <ac:picMk id="25" creationId="{7640CA71-C046-02EB-DC25-55D36FAD4173}"/>
          </ac:picMkLst>
        </pc:picChg>
      </pc:sldChg>
      <pc:sldChg chg="addSp delSp modSp mod modTransition">
        <pc:chgData name="Guilherme Macario" userId="f7d209c4a899cfcf" providerId="LiveId" clId="{377DF85E-0CD2-4941-A235-822AF154C3BA}" dt="2024-05-19T18:36:20.937" v="214"/>
        <pc:sldMkLst>
          <pc:docMk/>
          <pc:sldMk cId="114280100" sldId="287"/>
        </pc:sldMkLst>
        <pc:spChg chg="mod">
          <ac:chgData name="Guilherme Macario" userId="f7d209c4a899cfcf" providerId="LiveId" clId="{377DF85E-0CD2-4941-A235-822AF154C3BA}" dt="2024-05-19T18:28:01.392" v="187" actId="14100"/>
          <ac:spMkLst>
            <pc:docMk/>
            <pc:sldMk cId="114280100" sldId="287"/>
            <ac:spMk id="7" creationId="{D2604D71-E964-B18A-1038-841AC73C689C}"/>
          </ac:spMkLst>
        </pc:spChg>
        <pc:picChg chg="add del mod">
          <ac:chgData name="Guilherme Macario" userId="f7d209c4a899cfcf" providerId="LiveId" clId="{377DF85E-0CD2-4941-A235-822AF154C3BA}" dt="2024-05-19T18:15:17.588" v="7" actId="478"/>
          <ac:picMkLst>
            <pc:docMk/>
            <pc:sldMk cId="114280100" sldId="287"/>
            <ac:picMk id="29" creationId="{7D16C95A-E689-D11F-7E35-4B62AC0BCEC8}"/>
          </ac:picMkLst>
        </pc:picChg>
        <pc:picChg chg="add del mod">
          <ac:chgData name="Guilherme Macario" userId="f7d209c4a899cfcf" providerId="LiveId" clId="{377DF85E-0CD2-4941-A235-822AF154C3BA}" dt="2024-05-19T18:20:19.539" v="22" actId="478"/>
          <ac:picMkLst>
            <pc:docMk/>
            <pc:sldMk cId="114280100" sldId="287"/>
            <ac:picMk id="31" creationId="{F5B5C117-58D3-E89C-1F21-A99E9495E9F2}"/>
          </ac:picMkLst>
        </pc:picChg>
        <pc:picChg chg="add del mod">
          <ac:chgData name="Guilherme Macario" userId="f7d209c4a899cfcf" providerId="LiveId" clId="{377DF85E-0CD2-4941-A235-822AF154C3BA}" dt="2024-05-19T18:20:21.204" v="23" actId="478"/>
          <ac:picMkLst>
            <pc:docMk/>
            <pc:sldMk cId="114280100" sldId="287"/>
            <ac:picMk id="33" creationId="{EEECBDC4-F973-C699-8EFB-31CDD8A5778A}"/>
          </ac:picMkLst>
        </pc:picChg>
        <pc:picChg chg="add del mod">
          <ac:chgData name="Guilherme Macario" userId="f7d209c4a899cfcf" providerId="LiveId" clId="{377DF85E-0CD2-4941-A235-822AF154C3BA}" dt="2024-05-19T18:20:22.938" v="24" actId="478"/>
          <ac:picMkLst>
            <pc:docMk/>
            <pc:sldMk cId="114280100" sldId="287"/>
            <ac:picMk id="35" creationId="{7DF75729-7A0B-A6C5-9ECD-254EB088AC13}"/>
          </ac:picMkLst>
        </pc:picChg>
        <pc:picChg chg="add del mod">
          <ac:chgData name="Guilherme Macario" userId="f7d209c4a899cfcf" providerId="LiveId" clId="{377DF85E-0CD2-4941-A235-822AF154C3BA}" dt="2024-05-19T18:34:37.167" v="211"/>
          <ac:picMkLst>
            <pc:docMk/>
            <pc:sldMk cId="114280100" sldId="287"/>
            <ac:picMk id="37" creationId="{49FE9B4F-3BF2-8BF1-5B23-96DBE347D973}"/>
          </ac:picMkLst>
        </pc:picChg>
        <pc:picChg chg="add del mod">
          <ac:chgData name="Guilherme Macario" userId="f7d209c4a899cfcf" providerId="LiveId" clId="{377DF85E-0CD2-4941-A235-822AF154C3BA}" dt="2024-05-19T18:36:20.937" v="214"/>
          <ac:picMkLst>
            <pc:docMk/>
            <pc:sldMk cId="114280100" sldId="287"/>
            <ac:picMk id="40" creationId="{A62050F7-D490-0438-43A9-B1CE84808B08}"/>
          </ac:picMkLst>
        </pc:picChg>
      </pc:sldChg>
      <pc:sldChg chg="addSp delSp modSp new mod modTransition">
        <pc:chgData name="Guilherme Macario" userId="f7d209c4a899cfcf" providerId="LiveId" clId="{377DF85E-0CD2-4941-A235-822AF154C3BA}" dt="2024-05-19T18:42:48.504" v="242"/>
        <pc:sldMkLst>
          <pc:docMk/>
          <pc:sldMk cId="439215134" sldId="288"/>
        </pc:sldMkLst>
        <pc:spChg chg="mod">
          <ac:chgData name="Guilherme Macario" userId="f7d209c4a899cfcf" providerId="LiveId" clId="{377DF85E-0CD2-4941-A235-822AF154C3BA}" dt="2024-05-19T18:37:48.154" v="219"/>
          <ac:spMkLst>
            <pc:docMk/>
            <pc:sldMk cId="439215134" sldId="288"/>
            <ac:spMk id="2" creationId="{7A18C451-32ED-C14E-9820-857E457A1A59}"/>
          </ac:spMkLst>
        </pc:spChg>
        <pc:spChg chg="del">
          <ac:chgData name="Guilherme Macario" userId="f7d209c4a899cfcf" providerId="LiveId" clId="{377DF85E-0CD2-4941-A235-822AF154C3BA}" dt="2024-05-19T18:37:51.912" v="220" actId="478"/>
          <ac:spMkLst>
            <pc:docMk/>
            <pc:sldMk cId="439215134" sldId="288"/>
            <ac:spMk id="3" creationId="{49DEBE5A-47F4-6437-B8D8-A2A6952115BF}"/>
          </ac:spMkLst>
        </pc:spChg>
        <pc:picChg chg="add mod">
          <ac:chgData name="Guilherme Macario" userId="f7d209c4a899cfcf" providerId="LiveId" clId="{377DF85E-0CD2-4941-A235-822AF154C3BA}" dt="2024-05-19T18:39:48.425" v="235" actId="1076"/>
          <ac:picMkLst>
            <pc:docMk/>
            <pc:sldMk cId="439215134" sldId="288"/>
            <ac:picMk id="5" creationId="{0F3D04DA-3706-3DC0-2786-D9A373553DBD}"/>
          </ac:picMkLst>
        </pc:picChg>
        <pc:picChg chg="add mod">
          <ac:chgData name="Guilherme Macario" userId="f7d209c4a899cfcf" providerId="LiveId" clId="{377DF85E-0CD2-4941-A235-822AF154C3BA}" dt="2024-05-19T18:39:24.977" v="231" actId="1076"/>
          <ac:picMkLst>
            <pc:docMk/>
            <pc:sldMk cId="439215134" sldId="288"/>
            <ac:picMk id="7" creationId="{5DD7D7D9-2EB9-CFC0-4DD5-190CE311CF12}"/>
          </ac:picMkLst>
        </pc:picChg>
        <pc:picChg chg="add mod">
          <ac:chgData name="Guilherme Macario" userId="f7d209c4a899cfcf" providerId="LiveId" clId="{377DF85E-0CD2-4941-A235-822AF154C3BA}" dt="2024-05-19T18:39:51.609" v="236" actId="14100"/>
          <ac:picMkLst>
            <pc:docMk/>
            <pc:sldMk cId="439215134" sldId="288"/>
            <ac:picMk id="9" creationId="{BEFEE9CA-E582-5516-6CAC-9557F478CA39}"/>
          </ac:picMkLst>
        </pc:picChg>
        <pc:picChg chg="add del mod">
          <ac:chgData name="Guilherme Macario" userId="f7d209c4a899cfcf" providerId="LiveId" clId="{377DF85E-0CD2-4941-A235-822AF154C3BA}" dt="2024-05-19T18:41:49.729" v="239"/>
          <ac:picMkLst>
            <pc:docMk/>
            <pc:sldMk cId="439215134" sldId="288"/>
            <ac:picMk id="14" creationId="{0A99D420-7E1C-3470-F887-BA1DFCDD2E86}"/>
          </ac:picMkLst>
        </pc:picChg>
        <pc:picChg chg="add del mod">
          <ac:chgData name="Guilherme Macario" userId="f7d209c4a899cfcf" providerId="LiveId" clId="{377DF85E-0CD2-4941-A235-822AF154C3BA}" dt="2024-05-19T18:42:48.504" v="242"/>
          <ac:picMkLst>
            <pc:docMk/>
            <pc:sldMk cId="439215134" sldId="288"/>
            <ac:picMk id="17" creationId="{30D9F29B-963B-B6BB-121C-E2CBF6B6E8FD}"/>
          </ac:picMkLst>
        </pc:picChg>
      </pc:sldChg>
      <pc:sldChg chg="new del">
        <pc:chgData name="Guilherme Macario" userId="f7d209c4a899cfcf" providerId="LiveId" clId="{377DF85E-0CD2-4941-A235-822AF154C3BA}" dt="2024-05-19T18:20:31.506" v="27" actId="47"/>
        <pc:sldMkLst>
          <pc:docMk/>
          <pc:sldMk cId="3071266582" sldId="288"/>
        </pc:sldMkLst>
      </pc:sldChg>
      <pc:sldChg chg="add del">
        <pc:chgData name="Guilherme Macario" userId="f7d209c4a899cfcf" providerId="LiveId" clId="{377DF85E-0CD2-4941-A235-822AF154C3BA}" dt="2024-05-19T18:27:05.406" v="185" actId="47"/>
        <pc:sldMkLst>
          <pc:docMk/>
          <pc:sldMk cId="767500959" sldId="289"/>
        </pc:sldMkLst>
      </pc:sldChg>
    </pc:docChg>
  </pc:docChgLst>
  <pc:docChgLst>
    <pc:chgData name="Guilherme Macario" userId="f7d209c4a899cfcf" providerId="LiveId" clId="{A7E470BD-0BD4-48C9-9D8D-531220FF2F4D}"/>
    <pc:docChg chg="undo custSel addSld delSld modSld sldOrd">
      <pc:chgData name="Guilherme Macario" userId="f7d209c4a899cfcf" providerId="LiveId" clId="{A7E470BD-0BD4-48C9-9D8D-531220FF2F4D}" dt="2024-06-07T20:34:32.413" v="701"/>
      <pc:docMkLst>
        <pc:docMk/>
      </pc:docMkLst>
      <pc:sldChg chg="addSp delSp modSp mod modTransition modAnim">
        <pc:chgData name="Guilherme Macario" userId="f7d209c4a899cfcf" providerId="LiveId" clId="{A7E470BD-0BD4-48C9-9D8D-531220FF2F4D}" dt="2024-06-07T19:45:41.476" v="241"/>
        <pc:sldMkLst>
          <pc:docMk/>
          <pc:sldMk cId="3865097445" sldId="256"/>
        </pc:sldMkLst>
        <pc:spChg chg="mod">
          <ac:chgData name="Guilherme Macario" userId="f7d209c4a899cfcf" providerId="LiveId" clId="{A7E470BD-0BD4-48C9-9D8D-531220FF2F4D}" dt="2024-06-07T18:57:16.873" v="27" actId="1076"/>
          <ac:spMkLst>
            <pc:docMk/>
            <pc:sldMk cId="3865097445" sldId="256"/>
            <ac:spMk id="7" creationId="{D1F62844-03D4-40A4-00AC-9B3FD1BAFC3A}"/>
          </ac:spMkLst>
        </pc:spChg>
        <pc:spChg chg="mod">
          <ac:chgData name="Guilherme Macario" userId="f7d209c4a899cfcf" providerId="LiveId" clId="{A7E470BD-0BD4-48C9-9D8D-531220FF2F4D}" dt="2024-06-07T18:57:01.568" v="3" actId="20577"/>
          <ac:spMkLst>
            <pc:docMk/>
            <pc:sldMk cId="3865097445" sldId="256"/>
            <ac:spMk id="8" creationId="{1FA507AA-FF07-851D-9982-1622BE6A9D2A}"/>
          </ac:spMkLst>
        </pc:spChg>
        <pc:picChg chg="del">
          <ac:chgData name="Guilherme Macario" userId="f7d209c4a899cfcf" providerId="LiveId" clId="{A7E470BD-0BD4-48C9-9D8D-531220FF2F4D}" dt="2024-06-07T18:56:51.586" v="0" actId="478"/>
          <ac:picMkLst>
            <pc:docMk/>
            <pc:sldMk cId="3865097445" sldId="256"/>
            <ac:picMk id="5" creationId="{B18682AF-D7DD-9F8F-9671-76C18CCFBB74}"/>
          </ac:picMkLst>
        </pc:picChg>
        <pc:picChg chg="del">
          <ac:chgData name="Guilherme Macario" userId="f7d209c4a899cfcf" providerId="LiveId" clId="{A7E470BD-0BD4-48C9-9D8D-531220FF2F4D}" dt="2024-06-07T18:56:53.736" v="1" actId="478"/>
          <ac:picMkLst>
            <pc:docMk/>
            <pc:sldMk cId="3865097445" sldId="256"/>
            <ac:picMk id="6" creationId="{9D0C9B0D-0882-DBE0-614A-ECB550E13E56}"/>
          </ac:picMkLst>
        </pc:picChg>
        <pc:picChg chg="add del mod">
          <ac:chgData name="Guilherme Macario" userId="f7d209c4a899cfcf" providerId="LiveId" clId="{A7E470BD-0BD4-48C9-9D8D-531220FF2F4D}" dt="2024-06-07T19:45:28.245" v="238"/>
          <ac:picMkLst>
            <pc:docMk/>
            <pc:sldMk cId="3865097445" sldId="256"/>
            <ac:picMk id="9" creationId="{C1CEBC1D-D8C5-3E9A-F248-F77122220C5D}"/>
          </ac:picMkLst>
        </pc:picChg>
        <pc:picChg chg="add del mod">
          <ac:chgData name="Guilherme Macario" userId="f7d209c4a899cfcf" providerId="LiveId" clId="{A7E470BD-0BD4-48C9-9D8D-531220FF2F4D}" dt="2024-06-07T19:45:30.374" v="240"/>
          <ac:picMkLst>
            <pc:docMk/>
            <pc:sldMk cId="3865097445" sldId="256"/>
            <ac:picMk id="10" creationId="{BFFD13E6-DEF6-4340-FD75-A842CB7CCB42}"/>
          </ac:picMkLst>
        </pc:picChg>
        <pc:picChg chg="add del mod ord">
          <ac:chgData name="Guilherme Macario" userId="f7d209c4a899cfcf" providerId="LiveId" clId="{A7E470BD-0BD4-48C9-9D8D-531220FF2F4D}" dt="2024-06-07T19:45:41.476" v="241"/>
          <ac:picMkLst>
            <pc:docMk/>
            <pc:sldMk cId="3865097445" sldId="256"/>
            <ac:picMk id="13" creationId="{E93F2175-83E1-DB52-CF6B-B6E41EF6CB9C}"/>
          </ac:picMkLst>
        </pc:picChg>
        <pc:picChg chg="add mod">
          <ac:chgData name="Guilherme Macario" userId="f7d209c4a899cfcf" providerId="LiveId" clId="{A7E470BD-0BD4-48C9-9D8D-531220FF2F4D}" dt="2024-06-07T19:45:41.476" v="241"/>
          <ac:picMkLst>
            <pc:docMk/>
            <pc:sldMk cId="3865097445" sldId="256"/>
            <ac:picMk id="14" creationId="{8284A530-896A-5557-65B8-2DED1E53C7CF}"/>
          </ac:picMkLst>
        </pc:picChg>
      </pc:sldChg>
      <pc:sldChg chg="addSp delSp modSp del mod modTransition">
        <pc:chgData name="Guilherme Macario" userId="f7d209c4a899cfcf" providerId="LiveId" clId="{A7E470BD-0BD4-48C9-9D8D-531220FF2F4D}" dt="2024-06-07T20:21:54.643" v="488" actId="47"/>
        <pc:sldMkLst>
          <pc:docMk/>
          <pc:sldMk cId="232099763" sldId="281"/>
        </pc:sldMkLst>
        <pc:picChg chg="add del mod">
          <ac:chgData name="Guilherme Macario" userId="f7d209c4a899cfcf" providerId="LiveId" clId="{A7E470BD-0BD4-48C9-9D8D-531220FF2F4D}" dt="2024-06-07T20:14:36.346" v="447"/>
          <ac:picMkLst>
            <pc:docMk/>
            <pc:sldMk cId="232099763" sldId="281"/>
            <ac:picMk id="23" creationId="{F5B27879-FB79-7AE7-7604-AF89B001BBCB}"/>
          </ac:picMkLst>
        </pc:picChg>
        <pc:picChg chg="add mod">
          <ac:chgData name="Guilherme Macario" userId="f7d209c4a899cfcf" providerId="LiveId" clId="{A7E470BD-0BD4-48C9-9D8D-531220FF2F4D}" dt="2024-06-07T20:14:36.346" v="447"/>
          <ac:picMkLst>
            <pc:docMk/>
            <pc:sldMk cId="232099763" sldId="281"/>
            <ac:picMk id="24" creationId="{4814FD63-E9D4-2595-6DCB-99BD613241ED}"/>
          </ac:picMkLst>
        </pc:picChg>
      </pc:sldChg>
      <pc:sldChg chg="addSp delSp modSp mod modTransition modAnim">
        <pc:chgData name="Guilherme Macario" userId="f7d209c4a899cfcf" providerId="LiveId" clId="{A7E470BD-0BD4-48C9-9D8D-531220FF2F4D}" dt="2024-06-07T19:51:23.538" v="282" actId="20577"/>
        <pc:sldMkLst>
          <pc:docMk/>
          <pc:sldMk cId="3923225915" sldId="282"/>
        </pc:sldMkLst>
        <pc:spChg chg="add mod">
          <ac:chgData name="Guilherme Macario" userId="f7d209c4a899cfcf" providerId="LiveId" clId="{A7E470BD-0BD4-48C9-9D8D-531220FF2F4D}" dt="2024-06-07T19:01:38.441" v="86" actId="20577"/>
          <ac:spMkLst>
            <pc:docMk/>
            <pc:sldMk cId="3923225915" sldId="282"/>
            <ac:spMk id="2" creationId="{AA865B38-235C-4251-2C6C-709C6B381787}"/>
          </ac:spMkLst>
        </pc:spChg>
        <pc:spChg chg="add del mod">
          <ac:chgData name="Guilherme Macario" userId="f7d209c4a899cfcf" providerId="LiveId" clId="{A7E470BD-0BD4-48C9-9D8D-531220FF2F4D}" dt="2024-06-07T18:57:43.880" v="32" actId="478"/>
          <ac:spMkLst>
            <pc:docMk/>
            <pc:sldMk cId="3923225915" sldId="282"/>
            <ac:spMk id="4" creationId="{444E431C-48CA-B9B9-4D4E-D6F05ABC3B70}"/>
          </ac:spMkLst>
        </pc:spChg>
        <pc:spChg chg="add del mod">
          <ac:chgData name="Guilherme Macario" userId="f7d209c4a899cfcf" providerId="LiveId" clId="{A7E470BD-0BD4-48C9-9D8D-531220FF2F4D}" dt="2024-06-07T18:59:34.122" v="62" actId="22"/>
          <ac:spMkLst>
            <pc:docMk/>
            <pc:sldMk cId="3923225915" sldId="282"/>
            <ac:spMk id="6" creationId="{DABE399F-C0B1-AD42-6C5C-F15E646109C0}"/>
          </ac:spMkLst>
        </pc:spChg>
        <pc:spChg chg="del mod">
          <ac:chgData name="Guilherme Macario" userId="f7d209c4a899cfcf" providerId="LiveId" clId="{A7E470BD-0BD4-48C9-9D8D-531220FF2F4D}" dt="2024-06-07T18:57:41.620" v="31" actId="478"/>
          <ac:spMkLst>
            <pc:docMk/>
            <pc:sldMk cId="3923225915" sldId="282"/>
            <ac:spMk id="7" creationId="{64731EF9-EE25-9E4B-52F1-6B358803DF6D}"/>
          </ac:spMkLst>
        </pc:spChg>
        <pc:spChg chg="add del mod">
          <ac:chgData name="Guilherme Macario" userId="f7d209c4a899cfcf" providerId="LiveId" clId="{A7E470BD-0BD4-48C9-9D8D-531220FF2F4D}" dt="2024-06-07T19:00:04.997" v="64" actId="478"/>
          <ac:spMkLst>
            <pc:docMk/>
            <pc:sldMk cId="3923225915" sldId="282"/>
            <ac:spMk id="11" creationId="{76FFF551-DD31-07FE-153E-0D51133EB6CE}"/>
          </ac:spMkLst>
        </pc:spChg>
        <pc:spChg chg="add mod">
          <ac:chgData name="Guilherme Macario" userId="f7d209c4a899cfcf" providerId="LiveId" clId="{A7E470BD-0BD4-48C9-9D8D-531220FF2F4D}" dt="2024-06-07T19:51:23.538" v="282" actId="20577"/>
          <ac:spMkLst>
            <pc:docMk/>
            <pc:sldMk cId="3923225915" sldId="282"/>
            <ac:spMk id="16" creationId="{271B0DAF-3F9B-07D5-58EE-F8A4293F07FC}"/>
          </ac:spMkLst>
        </pc:spChg>
        <pc:spChg chg="add mod">
          <ac:chgData name="Guilherme Macario" userId="f7d209c4a899cfcf" providerId="LiveId" clId="{A7E470BD-0BD4-48C9-9D8D-531220FF2F4D}" dt="2024-06-07T19:39:51.528" v="217" actId="5793"/>
          <ac:spMkLst>
            <pc:docMk/>
            <pc:sldMk cId="3923225915" sldId="282"/>
            <ac:spMk id="17" creationId="{91CF1BC4-254C-43E1-DB9E-4423ACC6D459}"/>
          </ac:spMkLst>
        </pc:spChg>
        <pc:graphicFrameChg chg="add del mod">
          <ac:chgData name="Guilherme Macario" userId="f7d209c4a899cfcf" providerId="LiveId" clId="{A7E470BD-0BD4-48C9-9D8D-531220FF2F4D}" dt="2024-06-07T19:09:59.392" v="154" actId="478"/>
          <ac:graphicFrameMkLst>
            <pc:docMk/>
            <pc:sldMk cId="3923225915" sldId="282"/>
            <ac:graphicFrameMk id="12" creationId="{238837CF-97C0-DEA6-EECB-820D842E9022}"/>
          </ac:graphicFrameMkLst>
        </pc:graphicFrameChg>
        <pc:graphicFrameChg chg="del mod">
          <ac:chgData name="Guilherme Macario" userId="f7d209c4a899cfcf" providerId="LiveId" clId="{A7E470BD-0BD4-48C9-9D8D-531220FF2F4D}" dt="2024-06-07T19:01:40.473" v="87" actId="478"/>
          <ac:graphicFrameMkLst>
            <pc:docMk/>
            <pc:sldMk cId="3923225915" sldId="282"/>
            <ac:graphicFrameMk id="13" creationId="{82C27806-0E55-E632-8A2C-00DB1AF161BD}"/>
          </ac:graphicFrameMkLst>
        </pc:graphicFrameChg>
        <pc:graphicFrameChg chg="del">
          <ac:chgData name="Guilherme Macario" userId="f7d209c4a899cfcf" providerId="LiveId" clId="{A7E470BD-0BD4-48C9-9D8D-531220FF2F4D}" dt="2024-06-07T18:59:19.725" v="57" actId="478"/>
          <ac:graphicFrameMkLst>
            <pc:docMk/>
            <pc:sldMk cId="3923225915" sldId="282"/>
            <ac:graphicFrameMk id="14" creationId="{361400AC-8C47-7D46-C555-3BEFAAEB52D6}"/>
          </ac:graphicFrameMkLst>
        </pc:graphicFrameChg>
        <pc:picChg chg="add del mod ord">
          <ac:chgData name="Guilherme Macario" userId="f7d209c4a899cfcf" providerId="LiveId" clId="{A7E470BD-0BD4-48C9-9D8D-531220FF2F4D}" dt="2024-06-07T18:59:48.431" v="63" actId="478"/>
          <ac:picMkLst>
            <pc:docMk/>
            <pc:sldMk cId="3923225915" sldId="282"/>
            <ac:picMk id="9" creationId="{3CA46DB1-FB7B-5C81-2A90-560F84A8A879}"/>
          </ac:picMkLst>
        </pc:picChg>
        <pc:picChg chg="add del mod">
          <ac:chgData name="Guilherme Macario" userId="f7d209c4a899cfcf" providerId="LiveId" clId="{A7E470BD-0BD4-48C9-9D8D-531220FF2F4D}" dt="2024-06-07T19:46:57.428" v="244"/>
          <ac:picMkLst>
            <pc:docMk/>
            <pc:sldMk cId="3923225915" sldId="282"/>
            <ac:picMk id="25" creationId="{250CE7E8-E097-D56B-EA19-3CD1E1B932CC}"/>
          </ac:picMkLst>
        </pc:picChg>
        <pc:picChg chg="add del mod">
          <ac:chgData name="Guilherme Macario" userId="f7d209c4a899cfcf" providerId="LiveId" clId="{A7E470BD-0BD4-48C9-9D8D-531220FF2F4D}" dt="2024-06-07T19:47:37.653" v="246"/>
          <ac:picMkLst>
            <pc:docMk/>
            <pc:sldMk cId="3923225915" sldId="282"/>
            <ac:picMk id="26" creationId="{73A599E2-8359-CCAA-68E9-E33C7D99542F}"/>
          </ac:picMkLst>
        </pc:picChg>
        <pc:picChg chg="add del mod ord">
          <ac:chgData name="Guilherme Macario" userId="f7d209c4a899cfcf" providerId="LiveId" clId="{A7E470BD-0BD4-48C9-9D8D-531220FF2F4D}" dt="2024-06-07T19:49:14.882" v="247"/>
          <ac:picMkLst>
            <pc:docMk/>
            <pc:sldMk cId="3923225915" sldId="282"/>
            <ac:picMk id="29" creationId="{8D1387EE-C5A3-DBBF-46D6-E0DC20B2FCE4}"/>
          </ac:picMkLst>
        </pc:picChg>
        <pc:picChg chg="add mod">
          <ac:chgData name="Guilherme Macario" userId="f7d209c4a899cfcf" providerId="LiveId" clId="{A7E470BD-0BD4-48C9-9D8D-531220FF2F4D}" dt="2024-06-07T19:49:14.882" v="247"/>
          <ac:picMkLst>
            <pc:docMk/>
            <pc:sldMk cId="3923225915" sldId="282"/>
            <ac:picMk id="30" creationId="{690622EA-55F0-DD15-7ED3-810E9334C10D}"/>
          </ac:picMkLst>
        </pc:picChg>
      </pc:sldChg>
      <pc:sldChg chg="addSp delSp modSp mod ord modTransition">
        <pc:chgData name="Guilherme Macario" userId="f7d209c4a899cfcf" providerId="LiveId" clId="{A7E470BD-0BD4-48C9-9D8D-531220FF2F4D}" dt="2024-06-07T20:13:10.850" v="444"/>
        <pc:sldMkLst>
          <pc:docMk/>
          <pc:sldMk cId="4194041164" sldId="286"/>
        </pc:sldMkLst>
        <pc:spChg chg="mod">
          <ac:chgData name="Guilherme Macario" userId="f7d209c4a899cfcf" providerId="LiveId" clId="{A7E470BD-0BD4-48C9-9D8D-531220FF2F4D}" dt="2024-06-07T19:55:16.047" v="381" actId="20577"/>
          <ac:spMkLst>
            <pc:docMk/>
            <pc:sldMk cId="4194041164" sldId="286"/>
            <ac:spMk id="15" creationId="{8A029CF2-7BC6-95ED-5891-2FBE45156FD9}"/>
          </ac:spMkLst>
        </pc:spChg>
        <pc:graphicFrameChg chg="add mod">
          <ac:chgData name="Guilherme Macario" userId="f7d209c4a899cfcf" providerId="LiveId" clId="{A7E470BD-0BD4-48C9-9D8D-531220FF2F4D}" dt="2024-06-07T20:07:25.177" v="440" actId="1076"/>
          <ac:graphicFrameMkLst>
            <pc:docMk/>
            <pc:sldMk cId="4194041164" sldId="286"/>
            <ac:graphicFrameMk id="6" creationId="{8788CC84-69E0-E560-04C1-FB515B472669}"/>
          </ac:graphicFrameMkLst>
        </pc:graphicFrameChg>
        <pc:graphicFrameChg chg="mod">
          <ac:chgData name="Guilherme Macario" userId="f7d209c4a899cfcf" providerId="LiveId" clId="{A7E470BD-0BD4-48C9-9D8D-531220FF2F4D}" dt="2024-06-07T20:07:32.952" v="441"/>
          <ac:graphicFrameMkLst>
            <pc:docMk/>
            <pc:sldMk cId="4194041164" sldId="286"/>
            <ac:graphicFrameMk id="24" creationId="{1D469B93-0DF9-F699-81E1-C80E40C4126A}"/>
          </ac:graphicFrameMkLst>
        </pc:graphicFrameChg>
        <pc:picChg chg="add del mod">
          <ac:chgData name="Guilherme Macario" userId="f7d209c4a899cfcf" providerId="LiveId" clId="{A7E470BD-0BD4-48C9-9D8D-531220FF2F4D}" dt="2024-06-07T20:13:10.850" v="444"/>
          <ac:picMkLst>
            <pc:docMk/>
            <pc:sldMk cId="4194041164" sldId="286"/>
            <ac:picMk id="12" creationId="{A5068ADF-027E-3978-88B2-7E97A33AFCC9}"/>
          </ac:picMkLst>
        </pc:picChg>
        <pc:picChg chg="add mod">
          <ac:chgData name="Guilherme Macario" userId="f7d209c4a899cfcf" providerId="LiveId" clId="{A7E470BD-0BD4-48C9-9D8D-531220FF2F4D}" dt="2024-06-07T20:13:10.850" v="444"/>
          <ac:picMkLst>
            <pc:docMk/>
            <pc:sldMk cId="4194041164" sldId="286"/>
            <ac:picMk id="13" creationId="{790114D9-C9AF-2A95-60F7-18E9BD30065E}"/>
          </ac:picMkLst>
        </pc:picChg>
        <pc:picChg chg="del">
          <ac:chgData name="Guilherme Macario" userId="f7d209c4a899cfcf" providerId="LiveId" clId="{A7E470BD-0BD4-48C9-9D8D-531220FF2F4D}" dt="2024-06-07T19:53:16.013" v="287" actId="478"/>
          <ac:picMkLst>
            <pc:docMk/>
            <pc:sldMk cId="4194041164" sldId="286"/>
            <ac:picMk id="21" creationId="{058E9084-2386-6D4F-89D6-BED969EE1563}"/>
          </ac:picMkLst>
        </pc:picChg>
        <pc:picChg chg="del">
          <ac:chgData name="Guilherme Macario" userId="f7d209c4a899cfcf" providerId="LiveId" clId="{A7E470BD-0BD4-48C9-9D8D-531220FF2F4D}" dt="2024-06-07T19:53:16.657" v="288" actId="478"/>
          <ac:picMkLst>
            <pc:docMk/>
            <pc:sldMk cId="4194041164" sldId="286"/>
            <ac:picMk id="23" creationId="{5D4E4230-454A-7F50-CF23-F6945FDBECC3}"/>
          </ac:picMkLst>
        </pc:picChg>
      </pc:sldChg>
      <pc:sldChg chg="addSp delSp modSp mod modTransition modAnim">
        <pc:chgData name="Guilherme Macario" userId="f7d209c4a899cfcf" providerId="LiveId" clId="{A7E470BD-0BD4-48C9-9D8D-531220FF2F4D}" dt="2024-06-07T20:33:36.995" v="672"/>
        <pc:sldMkLst>
          <pc:docMk/>
          <pc:sldMk cId="114280100" sldId="287"/>
        </pc:sldMkLst>
        <pc:spChg chg="del mod">
          <ac:chgData name="Guilherme Macario" userId="f7d209c4a899cfcf" providerId="LiveId" clId="{A7E470BD-0BD4-48C9-9D8D-531220FF2F4D}" dt="2024-06-07T20:23:53.476" v="499" actId="478"/>
          <ac:spMkLst>
            <pc:docMk/>
            <pc:sldMk cId="114280100" sldId="287"/>
            <ac:spMk id="4" creationId="{1137BF44-9A01-6FBF-0B27-A9ABF66CB73D}"/>
          </ac:spMkLst>
        </pc:spChg>
        <pc:spChg chg="del mod">
          <ac:chgData name="Guilherme Macario" userId="f7d209c4a899cfcf" providerId="LiveId" clId="{A7E470BD-0BD4-48C9-9D8D-531220FF2F4D}" dt="2024-06-07T20:23:57.337" v="500" actId="478"/>
          <ac:spMkLst>
            <pc:docMk/>
            <pc:sldMk cId="114280100" sldId="287"/>
            <ac:spMk id="6" creationId="{D4FC2C15-564E-5E37-DAE8-D0CDA5D170D8}"/>
          </ac:spMkLst>
        </pc:spChg>
        <pc:spChg chg="del mod">
          <ac:chgData name="Guilherme Macario" userId="f7d209c4a899cfcf" providerId="LiveId" clId="{A7E470BD-0BD4-48C9-9D8D-531220FF2F4D}" dt="2024-06-07T20:22:30.210" v="495"/>
          <ac:spMkLst>
            <pc:docMk/>
            <pc:sldMk cId="114280100" sldId="287"/>
            <ac:spMk id="7" creationId="{D2604D71-E964-B18A-1038-841AC73C689C}"/>
          </ac:spMkLst>
        </pc:spChg>
        <pc:graphicFrameChg chg="add mod modGraphic">
          <ac:chgData name="Guilherme Macario" userId="f7d209c4a899cfcf" providerId="LiveId" clId="{A7E470BD-0BD4-48C9-9D8D-531220FF2F4D}" dt="2024-06-07T20:32:29.065" v="669" actId="20577"/>
          <ac:graphicFrameMkLst>
            <pc:docMk/>
            <pc:sldMk cId="114280100" sldId="287"/>
            <ac:graphicFrameMk id="5" creationId="{D5E4C100-2586-931C-250C-5A2EDE0AA1D3}"/>
          </ac:graphicFrameMkLst>
        </pc:graphicFrameChg>
        <pc:graphicFrameChg chg="add mod">
          <ac:chgData name="Guilherme Macario" userId="f7d209c4a899cfcf" providerId="LiveId" clId="{A7E470BD-0BD4-48C9-9D8D-531220FF2F4D}" dt="2024-06-07T20:30:21.112" v="620" actId="14100"/>
          <ac:graphicFrameMkLst>
            <pc:docMk/>
            <pc:sldMk cId="114280100" sldId="287"/>
            <ac:graphicFrameMk id="8" creationId="{830F5DBD-0A65-A1EB-F061-8888A10BD165}"/>
          </ac:graphicFrameMkLst>
        </pc:graphicFrameChg>
        <pc:picChg chg="add del mod">
          <ac:chgData name="Guilherme Macario" userId="f7d209c4a899cfcf" providerId="LiveId" clId="{A7E470BD-0BD4-48C9-9D8D-531220FF2F4D}" dt="2024-06-07T20:31:29.657" v="623"/>
          <ac:picMkLst>
            <pc:docMk/>
            <pc:sldMk cId="114280100" sldId="287"/>
            <ac:picMk id="10" creationId="{241D13C2-A05C-F946-37FB-94B5FCE68F2F}"/>
          </ac:picMkLst>
        </pc:picChg>
        <pc:picChg chg="add del mod">
          <ac:chgData name="Guilherme Macario" userId="f7d209c4a899cfcf" providerId="LiveId" clId="{A7E470BD-0BD4-48C9-9D8D-531220FF2F4D}" dt="2024-06-07T20:32:02.026" v="661"/>
          <ac:picMkLst>
            <pc:docMk/>
            <pc:sldMk cId="114280100" sldId="287"/>
            <ac:picMk id="11" creationId="{374DE7C4-7108-577C-ABA1-BF5E23AF2D21}"/>
          </ac:picMkLst>
        </pc:picChg>
        <pc:picChg chg="add del mod ord">
          <ac:chgData name="Guilherme Macario" userId="f7d209c4a899cfcf" providerId="LiveId" clId="{A7E470BD-0BD4-48C9-9D8D-531220FF2F4D}" dt="2024-06-07T20:32:17.920" v="662"/>
          <ac:picMkLst>
            <pc:docMk/>
            <pc:sldMk cId="114280100" sldId="287"/>
            <ac:picMk id="15" creationId="{A5BC957E-FB4E-7BEE-275A-4E0572D0CC96}"/>
          </ac:picMkLst>
        </pc:picChg>
        <pc:picChg chg="add del mod">
          <ac:chgData name="Guilherme Macario" userId="f7d209c4a899cfcf" providerId="LiveId" clId="{A7E470BD-0BD4-48C9-9D8D-531220FF2F4D}" dt="2024-06-07T20:32:20.271" v="664"/>
          <ac:picMkLst>
            <pc:docMk/>
            <pc:sldMk cId="114280100" sldId="287"/>
            <ac:picMk id="16" creationId="{29BBAD82-1AB1-5911-EE0D-116C81B2802E}"/>
          </ac:picMkLst>
        </pc:picChg>
        <pc:picChg chg="add del mod ord">
          <ac:chgData name="Guilherme Macario" userId="f7d209c4a899cfcf" providerId="LiveId" clId="{A7E470BD-0BD4-48C9-9D8D-531220FF2F4D}" dt="2024-06-07T20:32:26.306" v="665"/>
          <ac:picMkLst>
            <pc:docMk/>
            <pc:sldMk cId="114280100" sldId="287"/>
            <ac:picMk id="19" creationId="{B8796187-3FDA-9082-D622-320542FB7F5B}"/>
          </ac:picMkLst>
        </pc:picChg>
        <pc:picChg chg="add del mod">
          <ac:chgData name="Guilherme Macario" userId="f7d209c4a899cfcf" providerId="LiveId" clId="{A7E470BD-0BD4-48C9-9D8D-531220FF2F4D}" dt="2024-06-07T20:32:34.178" v="671"/>
          <ac:picMkLst>
            <pc:docMk/>
            <pc:sldMk cId="114280100" sldId="287"/>
            <ac:picMk id="20" creationId="{91F5703C-C332-AB06-0FDC-BCA6E0B130C0}"/>
          </ac:picMkLst>
        </pc:picChg>
        <pc:picChg chg="add del mod ord">
          <ac:chgData name="Guilherme Macario" userId="f7d209c4a899cfcf" providerId="LiveId" clId="{A7E470BD-0BD4-48C9-9D8D-531220FF2F4D}" dt="2024-06-07T20:33:36.995" v="672"/>
          <ac:picMkLst>
            <pc:docMk/>
            <pc:sldMk cId="114280100" sldId="287"/>
            <ac:picMk id="24" creationId="{ADCF58A5-F441-8017-5F12-F0B1BC3E875F}"/>
          </ac:picMkLst>
        </pc:picChg>
        <pc:picChg chg="add mod">
          <ac:chgData name="Guilherme Macario" userId="f7d209c4a899cfcf" providerId="LiveId" clId="{A7E470BD-0BD4-48C9-9D8D-531220FF2F4D}" dt="2024-06-07T20:33:36.995" v="672"/>
          <ac:picMkLst>
            <pc:docMk/>
            <pc:sldMk cId="114280100" sldId="287"/>
            <ac:picMk id="25" creationId="{6D317592-04BF-15C9-0409-55179D46F2CA}"/>
          </ac:picMkLst>
        </pc:picChg>
      </pc:sldChg>
      <pc:sldChg chg="delSp modSp mod">
        <pc:chgData name="Guilherme Macario" userId="f7d209c4a899cfcf" providerId="LiveId" clId="{A7E470BD-0BD4-48C9-9D8D-531220FF2F4D}" dt="2024-06-07T20:34:32.413" v="701"/>
        <pc:sldMkLst>
          <pc:docMk/>
          <pc:sldMk cId="439215134" sldId="288"/>
        </pc:sldMkLst>
        <pc:spChg chg="mod">
          <ac:chgData name="Guilherme Macario" userId="f7d209c4a899cfcf" providerId="LiveId" clId="{A7E470BD-0BD4-48C9-9D8D-531220FF2F4D}" dt="2024-06-07T20:34:32.413" v="701"/>
          <ac:spMkLst>
            <pc:docMk/>
            <pc:sldMk cId="439215134" sldId="288"/>
            <ac:spMk id="2" creationId="{7A18C451-32ED-C14E-9820-857E457A1A59}"/>
          </ac:spMkLst>
        </pc:spChg>
        <pc:picChg chg="del">
          <ac:chgData name="Guilherme Macario" userId="f7d209c4a899cfcf" providerId="LiveId" clId="{A7E470BD-0BD4-48C9-9D8D-531220FF2F4D}" dt="2024-06-07T20:33:51.979" v="676" actId="478"/>
          <ac:picMkLst>
            <pc:docMk/>
            <pc:sldMk cId="439215134" sldId="288"/>
            <ac:picMk id="5" creationId="{0F3D04DA-3706-3DC0-2786-D9A373553DBD}"/>
          </ac:picMkLst>
        </pc:picChg>
        <pc:picChg chg="del">
          <ac:chgData name="Guilherme Macario" userId="f7d209c4a899cfcf" providerId="LiveId" clId="{A7E470BD-0BD4-48C9-9D8D-531220FF2F4D}" dt="2024-06-07T20:33:51.543" v="675" actId="478"/>
          <ac:picMkLst>
            <pc:docMk/>
            <pc:sldMk cId="439215134" sldId="288"/>
            <ac:picMk id="7" creationId="{5DD7D7D9-2EB9-CFC0-4DD5-190CE311CF12}"/>
          </ac:picMkLst>
        </pc:picChg>
        <pc:picChg chg="del">
          <ac:chgData name="Guilherme Macario" userId="f7d209c4a899cfcf" providerId="LiveId" clId="{A7E470BD-0BD4-48C9-9D8D-531220FF2F4D}" dt="2024-06-07T20:33:50.855" v="674" actId="478"/>
          <ac:picMkLst>
            <pc:docMk/>
            <pc:sldMk cId="439215134" sldId="288"/>
            <ac:picMk id="9" creationId="{BEFEE9CA-E582-5516-6CAC-9557F478CA39}"/>
          </ac:picMkLst>
        </pc:picChg>
      </pc:sldChg>
      <pc:sldChg chg="addSp delSp modSp add mod ord modTransition modAnim">
        <pc:chgData name="Guilherme Macario" userId="f7d209c4a899cfcf" providerId="LiveId" clId="{A7E470BD-0BD4-48C9-9D8D-531220FF2F4D}" dt="2024-06-07T20:06:23.998" v="431"/>
        <pc:sldMkLst>
          <pc:docMk/>
          <pc:sldMk cId="373337588" sldId="289"/>
        </pc:sldMkLst>
        <pc:spChg chg="mod">
          <ac:chgData name="Guilherme Macario" userId="f7d209c4a899cfcf" providerId="LiveId" clId="{A7E470BD-0BD4-48C9-9D8D-531220FF2F4D}" dt="2024-06-07T19:52:05.967" v="284" actId="20577"/>
          <ac:spMkLst>
            <pc:docMk/>
            <pc:sldMk cId="373337588" sldId="289"/>
            <ac:spMk id="2" creationId="{AA865B38-235C-4251-2C6C-709C6B381787}"/>
          </ac:spMkLst>
        </pc:spChg>
        <pc:spChg chg="add mod">
          <ac:chgData name="Guilherme Macario" userId="f7d209c4a899cfcf" providerId="LiveId" clId="{A7E470BD-0BD4-48C9-9D8D-531220FF2F4D}" dt="2024-06-07T19:50:37.470" v="251" actId="6549"/>
          <ac:spMkLst>
            <pc:docMk/>
            <pc:sldMk cId="373337588" sldId="289"/>
            <ac:spMk id="3" creationId="{576A2C98-8840-F527-C7CF-2F9BF8D8F021}"/>
          </ac:spMkLst>
        </pc:spChg>
        <pc:picChg chg="add mod">
          <ac:chgData name="Guilherme Macario" userId="f7d209c4a899cfcf" providerId="LiveId" clId="{A7E470BD-0BD4-48C9-9D8D-531220FF2F4D}" dt="2024-06-07T19:50:50.454" v="255" actId="14100"/>
          <ac:picMkLst>
            <pc:docMk/>
            <pc:sldMk cId="373337588" sldId="289"/>
            <ac:picMk id="19" creationId="{EC799EAC-C274-371A-9FE3-189D7EE19106}"/>
          </ac:picMkLst>
        </pc:picChg>
        <pc:picChg chg="add del mod">
          <ac:chgData name="Guilherme Macario" userId="f7d209c4a899cfcf" providerId="LiveId" clId="{A7E470BD-0BD4-48C9-9D8D-531220FF2F4D}" dt="2024-06-07T20:04:56.739" v="425"/>
          <ac:picMkLst>
            <pc:docMk/>
            <pc:sldMk cId="373337588" sldId="289"/>
            <ac:picMk id="24" creationId="{56BF0C76-95BB-A403-5AC8-FCC2772D6B88}"/>
          </ac:picMkLst>
        </pc:picChg>
        <pc:picChg chg="add del mod">
          <ac:chgData name="Guilherme Macario" userId="f7d209c4a899cfcf" providerId="LiveId" clId="{A7E470BD-0BD4-48C9-9D8D-531220FF2F4D}" dt="2024-06-07T20:05:14.738" v="427"/>
          <ac:picMkLst>
            <pc:docMk/>
            <pc:sldMk cId="373337588" sldId="289"/>
            <ac:picMk id="25" creationId="{7F628F3B-99C4-4711-579A-76B7C7FF525E}"/>
          </ac:picMkLst>
        </pc:picChg>
        <pc:picChg chg="add del mod ord">
          <ac:chgData name="Guilherme Macario" userId="f7d209c4a899cfcf" providerId="LiveId" clId="{A7E470BD-0BD4-48C9-9D8D-531220FF2F4D}" dt="2024-06-07T20:05:50.623" v="428"/>
          <ac:picMkLst>
            <pc:docMk/>
            <pc:sldMk cId="373337588" sldId="289"/>
            <ac:picMk id="28" creationId="{09E27036-CEDD-8911-88EE-B621CD044E2E}"/>
          </ac:picMkLst>
        </pc:picChg>
        <pc:picChg chg="add del mod">
          <ac:chgData name="Guilherme Macario" userId="f7d209c4a899cfcf" providerId="LiveId" clId="{A7E470BD-0BD4-48C9-9D8D-531220FF2F4D}" dt="2024-06-07T20:05:52.525" v="430"/>
          <ac:picMkLst>
            <pc:docMk/>
            <pc:sldMk cId="373337588" sldId="289"/>
            <ac:picMk id="29" creationId="{545DB0AA-D089-6466-E5C6-DD02E0E8382E}"/>
          </ac:picMkLst>
        </pc:picChg>
        <pc:picChg chg="add del mod ord">
          <ac:chgData name="Guilherme Macario" userId="f7d209c4a899cfcf" providerId="LiveId" clId="{A7E470BD-0BD4-48C9-9D8D-531220FF2F4D}" dt="2024-06-07T20:06:23.998" v="431"/>
          <ac:picMkLst>
            <pc:docMk/>
            <pc:sldMk cId="373337588" sldId="289"/>
            <ac:picMk id="32" creationId="{25B6CDCC-E1E2-F486-A5B7-DFDC9167B61E}"/>
          </ac:picMkLst>
        </pc:picChg>
        <pc:picChg chg="add mod">
          <ac:chgData name="Guilherme Macario" userId="f7d209c4a899cfcf" providerId="LiveId" clId="{A7E470BD-0BD4-48C9-9D8D-531220FF2F4D}" dt="2024-06-07T20:06:23.998" v="431"/>
          <ac:picMkLst>
            <pc:docMk/>
            <pc:sldMk cId="373337588" sldId="289"/>
            <ac:picMk id="33" creationId="{DE47B13B-19F4-8F95-4A80-50A227607F19}"/>
          </ac:picMkLst>
        </pc:picChg>
      </pc:sldChg>
      <pc:sldChg chg="addSp delSp modSp add mod modTransition modAnim">
        <pc:chgData name="Guilherme Macario" userId="f7d209c4a899cfcf" providerId="LiveId" clId="{A7E470BD-0BD4-48C9-9D8D-531220FF2F4D}" dt="2024-06-07T20:21:40.695" v="487"/>
        <pc:sldMkLst>
          <pc:docMk/>
          <pc:sldMk cId="765254804" sldId="290"/>
        </pc:sldMkLst>
        <pc:graphicFrameChg chg="add mod">
          <ac:chgData name="Guilherme Macario" userId="f7d209c4a899cfcf" providerId="LiveId" clId="{A7E470BD-0BD4-48C9-9D8D-531220FF2F4D}" dt="2024-06-07T20:15:30.940" v="475" actId="20577"/>
          <ac:graphicFrameMkLst>
            <pc:docMk/>
            <pc:sldMk cId="765254804" sldId="290"/>
            <ac:graphicFrameMk id="2" creationId="{AC1E6E87-20FA-4A8C-19EA-6C90F7C18A96}"/>
          </ac:graphicFrameMkLst>
        </pc:graphicFrameChg>
        <pc:picChg chg="add del mod ord">
          <ac:chgData name="Guilherme Macario" userId="f7d209c4a899cfcf" providerId="LiveId" clId="{A7E470BD-0BD4-48C9-9D8D-531220FF2F4D}" dt="2024-06-07T20:18:59.370" v="478"/>
          <ac:picMkLst>
            <pc:docMk/>
            <pc:sldMk cId="765254804" sldId="290"/>
            <ac:picMk id="4" creationId="{E723E0B7-7361-32A5-35CF-5546ED78CB42}"/>
          </ac:picMkLst>
        </pc:picChg>
        <pc:picChg chg="add del mod">
          <ac:chgData name="Guilherme Macario" userId="f7d209c4a899cfcf" providerId="LiveId" clId="{A7E470BD-0BD4-48C9-9D8D-531220FF2F4D}" dt="2024-06-07T20:19:00.848" v="480"/>
          <ac:picMkLst>
            <pc:docMk/>
            <pc:sldMk cId="765254804" sldId="290"/>
            <ac:picMk id="5" creationId="{ECBF28FD-2010-A70E-8637-67EE4385312B}"/>
          </ac:picMkLst>
        </pc:picChg>
        <pc:picChg chg="add del mod ord">
          <ac:chgData name="Guilherme Macario" userId="f7d209c4a899cfcf" providerId="LiveId" clId="{A7E470BD-0BD4-48C9-9D8D-531220FF2F4D}" dt="2024-06-07T20:19:14.369" v="481"/>
          <ac:picMkLst>
            <pc:docMk/>
            <pc:sldMk cId="765254804" sldId="290"/>
            <ac:picMk id="9" creationId="{B32B3688-9F81-6548-72C7-4D191F113D67}"/>
          </ac:picMkLst>
        </pc:picChg>
        <pc:picChg chg="add del mod">
          <ac:chgData name="Guilherme Macario" userId="f7d209c4a899cfcf" providerId="LiveId" clId="{A7E470BD-0BD4-48C9-9D8D-531220FF2F4D}" dt="2024-06-07T20:19:16.109" v="483"/>
          <ac:picMkLst>
            <pc:docMk/>
            <pc:sldMk cId="765254804" sldId="290"/>
            <ac:picMk id="10" creationId="{601F7E08-4CB8-FF50-05FE-33F6E4DB7BC1}"/>
          </ac:picMkLst>
        </pc:picChg>
        <pc:picChg chg="del">
          <ac:chgData name="Guilherme Macario" userId="f7d209c4a899cfcf" providerId="LiveId" clId="{A7E470BD-0BD4-48C9-9D8D-531220FF2F4D}" dt="2024-06-07T20:18:50.834" v="477"/>
          <ac:picMkLst>
            <pc:docMk/>
            <pc:sldMk cId="765254804" sldId="290"/>
            <ac:picMk id="13" creationId="{790114D9-C9AF-2A95-60F7-18E9BD30065E}"/>
          </ac:picMkLst>
        </pc:picChg>
        <pc:picChg chg="add del mod ord">
          <ac:chgData name="Guilherme Macario" userId="f7d209c4a899cfcf" providerId="LiveId" clId="{A7E470BD-0BD4-48C9-9D8D-531220FF2F4D}" dt="2024-06-07T20:19:42.979" v="484"/>
          <ac:picMkLst>
            <pc:docMk/>
            <pc:sldMk cId="765254804" sldId="290"/>
            <ac:picMk id="14" creationId="{8AADE051-CBF3-E06A-EF14-C50960297031}"/>
          </ac:picMkLst>
        </pc:picChg>
        <pc:picChg chg="add del mod">
          <ac:chgData name="Guilherme Macario" userId="f7d209c4a899cfcf" providerId="LiveId" clId="{A7E470BD-0BD4-48C9-9D8D-531220FF2F4D}" dt="2024-06-07T20:19:50.829" v="486"/>
          <ac:picMkLst>
            <pc:docMk/>
            <pc:sldMk cId="765254804" sldId="290"/>
            <ac:picMk id="16" creationId="{BDDD0CE7-DDEF-6232-DEE6-727EF9EC2F8D}"/>
          </ac:picMkLst>
        </pc:picChg>
        <pc:picChg chg="add del mod ord">
          <ac:chgData name="Guilherme Macario" userId="f7d209c4a899cfcf" providerId="LiveId" clId="{A7E470BD-0BD4-48C9-9D8D-531220FF2F4D}" dt="2024-06-07T20:21:40.695" v="487"/>
          <ac:picMkLst>
            <pc:docMk/>
            <pc:sldMk cId="765254804" sldId="290"/>
            <ac:picMk id="19" creationId="{EFCD8B09-275C-E7ED-F31A-9B0B7485FB48}"/>
          </ac:picMkLst>
        </pc:picChg>
        <pc:picChg chg="add mod">
          <ac:chgData name="Guilherme Macario" userId="f7d209c4a899cfcf" providerId="LiveId" clId="{A7E470BD-0BD4-48C9-9D8D-531220FF2F4D}" dt="2024-06-07T20:21:40.695" v="487"/>
          <ac:picMkLst>
            <pc:docMk/>
            <pc:sldMk cId="765254804" sldId="290"/>
            <ac:picMk id="20" creationId="{921A6B4D-67C3-94EE-CD82-E499A8EFD9F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25E225-A2F8-4047-89C1-743D0EF465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C387189-4C45-444A-BE11-1EB66EBA5CD3}">
      <dgm:prSet phldrT="[Texto]"/>
      <dgm:spPr/>
      <dgm:t>
        <a:bodyPr/>
        <a:lstStyle/>
        <a:p>
          <a:endParaRPr lang="pt-BR" dirty="0"/>
        </a:p>
      </dgm:t>
    </dgm:pt>
    <dgm:pt modelId="{123B4677-3011-42D0-923C-E166818AD836}" type="parTrans" cxnId="{749285CE-85FE-453D-A441-9B96514A495C}">
      <dgm:prSet/>
      <dgm:spPr/>
      <dgm:t>
        <a:bodyPr/>
        <a:lstStyle/>
        <a:p>
          <a:endParaRPr lang="pt-BR"/>
        </a:p>
      </dgm:t>
    </dgm:pt>
    <dgm:pt modelId="{2D24348D-ABBF-4ADF-8C0F-006D3D18EA30}" type="sibTrans" cxnId="{749285CE-85FE-453D-A441-9B96514A495C}">
      <dgm:prSet/>
      <dgm:spPr/>
      <dgm:t>
        <a:bodyPr/>
        <a:lstStyle/>
        <a:p>
          <a:endParaRPr lang="pt-BR"/>
        </a:p>
      </dgm:t>
    </dgm:pt>
    <dgm:pt modelId="{9A2BEDF1-28DC-455C-B731-E7B17E801522}" type="pres">
      <dgm:prSet presAssocID="{BD25E225-A2F8-4047-89C1-743D0EF46503}" presName="vert0" presStyleCnt="0">
        <dgm:presLayoutVars>
          <dgm:dir/>
          <dgm:animOne val="branch"/>
          <dgm:animLvl val="lvl"/>
        </dgm:presLayoutVars>
      </dgm:prSet>
      <dgm:spPr/>
    </dgm:pt>
    <dgm:pt modelId="{BC03A3CC-88A4-4B7E-B973-418071879D67}" type="pres">
      <dgm:prSet presAssocID="{BC387189-4C45-444A-BE11-1EB66EBA5CD3}" presName="thickLine" presStyleLbl="alignNode1" presStyleIdx="0" presStyleCnt="1"/>
      <dgm:spPr/>
    </dgm:pt>
    <dgm:pt modelId="{EC5C3DF2-5AAC-4A52-97E6-1DE959481DFB}" type="pres">
      <dgm:prSet presAssocID="{BC387189-4C45-444A-BE11-1EB66EBA5CD3}" presName="horz1" presStyleCnt="0"/>
      <dgm:spPr/>
    </dgm:pt>
    <dgm:pt modelId="{2DA56A86-5DF7-45BA-B011-3C6E89D8633F}" type="pres">
      <dgm:prSet presAssocID="{BC387189-4C45-444A-BE11-1EB66EBA5CD3}" presName="tx1" presStyleLbl="revTx" presStyleIdx="0" presStyleCnt="1"/>
      <dgm:spPr/>
    </dgm:pt>
    <dgm:pt modelId="{B7CB8CBB-9CA1-4961-9209-1FCCE8D6FA03}" type="pres">
      <dgm:prSet presAssocID="{BC387189-4C45-444A-BE11-1EB66EBA5CD3}" presName="vert1" presStyleCnt="0"/>
      <dgm:spPr/>
    </dgm:pt>
  </dgm:ptLst>
  <dgm:cxnLst>
    <dgm:cxn modelId="{FF4BDAB1-45F4-4118-B962-595499713E1B}" type="presOf" srcId="{BD25E225-A2F8-4047-89C1-743D0EF46503}" destId="{9A2BEDF1-28DC-455C-B731-E7B17E801522}" srcOrd="0" destOrd="0" presId="urn:microsoft.com/office/officeart/2008/layout/LinedList"/>
    <dgm:cxn modelId="{749285CE-85FE-453D-A441-9B96514A495C}" srcId="{BD25E225-A2F8-4047-89C1-743D0EF46503}" destId="{BC387189-4C45-444A-BE11-1EB66EBA5CD3}" srcOrd="0" destOrd="0" parTransId="{123B4677-3011-42D0-923C-E166818AD836}" sibTransId="{2D24348D-ABBF-4ADF-8C0F-006D3D18EA30}"/>
    <dgm:cxn modelId="{5052E5E5-243E-472B-91C2-F725689D2D71}" type="presOf" srcId="{BC387189-4C45-444A-BE11-1EB66EBA5CD3}" destId="{2DA56A86-5DF7-45BA-B011-3C6E89D8633F}" srcOrd="0" destOrd="0" presId="urn:microsoft.com/office/officeart/2008/layout/LinedList"/>
    <dgm:cxn modelId="{F4A70D67-D84B-4F75-9A6A-4BEF391E3B2F}" type="presParOf" srcId="{9A2BEDF1-28DC-455C-B731-E7B17E801522}" destId="{BC03A3CC-88A4-4B7E-B973-418071879D67}" srcOrd="0" destOrd="0" presId="urn:microsoft.com/office/officeart/2008/layout/LinedList"/>
    <dgm:cxn modelId="{46FD712A-A5C8-4438-AD40-6D112FF0639F}" type="presParOf" srcId="{9A2BEDF1-28DC-455C-B731-E7B17E801522}" destId="{EC5C3DF2-5AAC-4A52-97E6-1DE959481DFB}" srcOrd="1" destOrd="0" presId="urn:microsoft.com/office/officeart/2008/layout/LinedList"/>
    <dgm:cxn modelId="{9FA5FBAC-BBA8-4C6C-8436-45C77C00CD76}" type="presParOf" srcId="{EC5C3DF2-5AAC-4A52-97E6-1DE959481DFB}" destId="{2DA56A86-5DF7-45BA-B011-3C6E89D8633F}" srcOrd="0" destOrd="0" presId="urn:microsoft.com/office/officeart/2008/layout/LinedList"/>
    <dgm:cxn modelId="{0E2B0897-3256-47E5-9D9B-A410A75A97D5}" type="presParOf" srcId="{EC5C3DF2-5AAC-4A52-97E6-1DE959481DFB}" destId="{B7CB8CBB-9CA1-4961-9209-1FCCE8D6FA03}" srcOrd="1" destOrd="0" presId="urn:microsoft.com/office/officeart/2008/layout/LinedList"/>
  </dgm:cxnLst>
  <dgm:bg>
    <a:blipFill>
      <a:blip xmlns:r="http://schemas.openxmlformats.org/officeDocument/2006/relationships" r:embed="rId1"/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25E225-A2F8-4047-89C1-743D0EF465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C387189-4C45-444A-BE11-1EB66EBA5CD3}">
      <dgm:prSet phldrT="[Texto]"/>
      <dgm:spPr/>
      <dgm:t>
        <a:bodyPr/>
        <a:lstStyle/>
        <a:p>
          <a:endParaRPr lang="pt-BR" dirty="0"/>
        </a:p>
      </dgm:t>
    </dgm:pt>
    <dgm:pt modelId="{123B4677-3011-42D0-923C-E166818AD836}" type="parTrans" cxnId="{749285CE-85FE-453D-A441-9B96514A495C}">
      <dgm:prSet/>
      <dgm:spPr/>
      <dgm:t>
        <a:bodyPr/>
        <a:lstStyle/>
        <a:p>
          <a:endParaRPr lang="pt-BR"/>
        </a:p>
      </dgm:t>
    </dgm:pt>
    <dgm:pt modelId="{2D24348D-ABBF-4ADF-8C0F-006D3D18EA30}" type="sibTrans" cxnId="{749285CE-85FE-453D-A441-9B96514A495C}">
      <dgm:prSet/>
      <dgm:spPr/>
      <dgm:t>
        <a:bodyPr/>
        <a:lstStyle/>
        <a:p>
          <a:endParaRPr lang="pt-BR"/>
        </a:p>
      </dgm:t>
    </dgm:pt>
    <dgm:pt modelId="{9A2BEDF1-28DC-455C-B731-E7B17E801522}" type="pres">
      <dgm:prSet presAssocID="{BD25E225-A2F8-4047-89C1-743D0EF46503}" presName="vert0" presStyleCnt="0">
        <dgm:presLayoutVars>
          <dgm:dir/>
          <dgm:animOne val="branch"/>
          <dgm:animLvl val="lvl"/>
        </dgm:presLayoutVars>
      </dgm:prSet>
      <dgm:spPr/>
    </dgm:pt>
    <dgm:pt modelId="{BC03A3CC-88A4-4B7E-B973-418071879D67}" type="pres">
      <dgm:prSet presAssocID="{BC387189-4C45-444A-BE11-1EB66EBA5CD3}" presName="thickLine" presStyleLbl="alignNode1" presStyleIdx="0" presStyleCnt="1"/>
      <dgm:spPr/>
    </dgm:pt>
    <dgm:pt modelId="{EC5C3DF2-5AAC-4A52-97E6-1DE959481DFB}" type="pres">
      <dgm:prSet presAssocID="{BC387189-4C45-444A-BE11-1EB66EBA5CD3}" presName="horz1" presStyleCnt="0"/>
      <dgm:spPr/>
    </dgm:pt>
    <dgm:pt modelId="{2DA56A86-5DF7-45BA-B011-3C6E89D8633F}" type="pres">
      <dgm:prSet presAssocID="{BC387189-4C45-444A-BE11-1EB66EBA5CD3}" presName="tx1" presStyleLbl="revTx" presStyleIdx="0" presStyleCnt="1"/>
      <dgm:spPr/>
    </dgm:pt>
    <dgm:pt modelId="{B7CB8CBB-9CA1-4961-9209-1FCCE8D6FA03}" type="pres">
      <dgm:prSet presAssocID="{BC387189-4C45-444A-BE11-1EB66EBA5CD3}" presName="vert1" presStyleCnt="0"/>
      <dgm:spPr/>
    </dgm:pt>
  </dgm:ptLst>
  <dgm:cxnLst>
    <dgm:cxn modelId="{FF4BDAB1-45F4-4118-B962-595499713E1B}" type="presOf" srcId="{BD25E225-A2F8-4047-89C1-743D0EF46503}" destId="{9A2BEDF1-28DC-455C-B731-E7B17E801522}" srcOrd="0" destOrd="0" presId="urn:microsoft.com/office/officeart/2008/layout/LinedList"/>
    <dgm:cxn modelId="{749285CE-85FE-453D-A441-9B96514A495C}" srcId="{BD25E225-A2F8-4047-89C1-743D0EF46503}" destId="{BC387189-4C45-444A-BE11-1EB66EBA5CD3}" srcOrd="0" destOrd="0" parTransId="{123B4677-3011-42D0-923C-E166818AD836}" sibTransId="{2D24348D-ABBF-4ADF-8C0F-006D3D18EA30}"/>
    <dgm:cxn modelId="{5052E5E5-243E-472B-91C2-F725689D2D71}" type="presOf" srcId="{BC387189-4C45-444A-BE11-1EB66EBA5CD3}" destId="{2DA56A86-5DF7-45BA-B011-3C6E89D8633F}" srcOrd="0" destOrd="0" presId="urn:microsoft.com/office/officeart/2008/layout/LinedList"/>
    <dgm:cxn modelId="{F4A70D67-D84B-4F75-9A6A-4BEF391E3B2F}" type="presParOf" srcId="{9A2BEDF1-28DC-455C-B731-E7B17E801522}" destId="{BC03A3CC-88A4-4B7E-B973-418071879D67}" srcOrd="0" destOrd="0" presId="urn:microsoft.com/office/officeart/2008/layout/LinedList"/>
    <dgm:cxn modelId="{46FD712A-A5C8-4438-AD40-6D112FF0639F}" type="presParOf" srcId="{9A2BEDF1-28DC-455C-B731-E7B17E801522}" destId="{EC5C3DF2-5AAC-4A52-97E6-1DE959481DFB}" srcOrd="1" destOrd="0" presId="urn:microsoft.com/office/officeart/2008/layout/LinedList"/>
    <dgm:cxn modelId="{9FA5FBAC-BBA8-4C6C-8436-45C77C00CD76}" type="presParOf" srcId="{EC5C3DF2-5AAC-4A52-97E6-1DE959481DFB}" destId="{2DA56A86-5DF7-45BA-B011-3C6E89D8633F}" srcOrd="0" destOrd="0" presId="urn:microsoft.com/office/officeart/2008/layout/LinedList"/>
    <dgm:cxn modelId="{0E2B0897-3256-47E5-9D9B-A410A75A97D5}" type="presParOf" srcId="{EC5C3DF2-5AAC-4A52-97E6-1DE959481DFB}" destId="{B7CB8CBB-9CA1-4961-9209-1FCCE8D6FA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801AA65-3B98-4B92-90A9-78B1CC247EC8}">
      <dgm:prSet phldrT="[Texto]"/>
      <dgm:spPr/>
      <dgm:t>
        <a:bodyPr/>
        <a:lstStyle/>
        <a:p>
          <a:r>
            <a:rPr lang="pt-BR" dirty="0"/>
            <a:t>Funcionais</a:t>
          </a:r>
        </a:p>
      </dgm:t>
    </dgm:pt>
    <dgm:pt modelId="{0DEF99EC-E13E-49F1-96F5-16B3802C90B0}" type="parTrans" cxnId="{24636491-217E-45A3-B1AB-FF87D308146D}">
      <dgm:prSet/>
      <dgm:spPr/>
      <dgm:t>
        <a:bodyPr/>
        <a:lstStyle/>
        <a:p>
          <a:endParaRPr lang="pt-BR"/>
        </a:p>
      </dgm:t>
    </dgm:pt>
    <dgm:pt modelId="{2F956419-17EA-4847-852B-416AB533EAD4}" type="sibTrans" cxnId="{24636491-217E-45A3-B1AB-FF87D308146D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3F5B4B6A-E8D7-4B58-8261-7A40B1FE0292}" type="pres">
      <dgm:prSet presAssocID="{4801AA65-3B98-4B92-90A9-78B1CC247EC8}" presName="linNode" presStyleCnt="0"/>
      <dgm:spPr/>
    </dgm:pt>
    <dgm:pt modelId="{F380D7BE-E620-48E4-BD09-541938BF72AE}" type="pres">
      <dgm:prSet presAssocID="{4801AA65-3B98-4B92-90A9-78B1CC247EC8}" presName="parentText" presStyleLbl="node1" presStyleIdx="0" presStyleCnt="1" custLinFactNeighborX="87158" custLinFactNeighborY="418">
        <dgm:presLayoutVars>
          <dgm:chMax val="1"/>
          <dgm:bulletEnabled val="1"/>
        </dgm:presLayoutVars>
      </dgm:prSet>
      <dgm:spPr/>
    </dgm:pt>
  </dgm:ptLst>
  <dgm:cxnLst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24636491-217E-45A3-B1AB-FF87D308146D}" srcId="{CB94BD28-1993-4917-831D-B1DED4A0BE57}" destId="{4801AA65-3B98-4B92-90A9-78B1CC247EC8}" srcOrd="0" destOrd="0" parTransId="{0DEF99EC-E13E-49F1-96F5-16B3802C90B0}" sibTransId="{2F956419-17EA-4847-852B-416AB533EAD4}"/>
    <dgm:cxn modelId="{ADDC24E6-E3DD-41A7-89D4-1E3F492126E2}" type="presOf" srcId="{4801AA65-3B98-4B92-90A9-78B1CC247EC8}" destId="{F380D7BE-E620-48E4-BD09-541938BF72AE}" srcOrd="0" destOrd="0" presId="urn:microsoft.com/office/officeart/2005/8/layout/vList5"/>
    <dgm:cxn modelId="{C29348A5-6786-4EFC-B68B-01381B87651B}" type="presParOf" srcId="{BFF6C1FB-681F-4296-986B-798FDA78DAA0}" destId="{3F5B4B6A-E8D7-4B58-8261-7A40B1FE0292}" srcOrd="0" destOrd="0" presId="urn:microsoft.com/office/officeart/2005/8/layout/vList5"/>
    <dgm:cxn modelId="{3A90946F-2C35-49AF-B3DD-E309F3522E64}" type="presParOf" srcId="{3F5B4B6A-E8D7-4B58-8261-7A40B1FE0292}" destId="{F380D7BE-E620-48E4-BD09-541938BF72A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801AA65-3B98-4B92-90A9-78B1CC247EC8}">
      <dgm:prSet phldrT="[Texto]"/>
      <dgm:spPr/>
      <dgm:t>
        <a:bodyPr/>
        <a:lstStyle/>
        <a:p>
          <a:r>
            <a:rPr lang="pt-BR" dirty="0"/>
            <a:t>Não funcionais</a:t>
          </a:r>
        </a:p>
      </dgm:t>
    </dgm:pt>
    <dgm:pt modelId="{0DEF99EC-E13E-49F1-96F5-16B3802C90B0}" type="parTrans" cxnId="{24636491-217E-45A3-B1AB-FF87D308146D}">
      <dgm:prSet/>
      <dgm:spPr/>
      <dgm:t>
        <a:bodyPr/>
        <a:lstStyle/>
        <a:p>
          <a:endParaRPr lang="pt-BR"/>
        </a:p>
      </dgm:t>
    </dgm:pt>
    <dgm:pt modelId="{2F956419-17EA-4847-852B-416AB533EAD4}" type="sibTrans" cxnId="{24636491-217E-45A3-B1AB-FF87D308146D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3F5B4B6A-E8D7-4B58-8261-7A40B1FE0292}" type="pres">
      <dgm:prSet presAssocID="{4801AA65-3B98-4B92-90A9-78B1CC247EC8}" presName="linNode" presStyleCnt="0"/>
      <dgm:spPr/>
    </dgm:pt>
    <dgm:pt modelId="{F380D7BE-E620-48E4-BD09-541938BF72AE}" type="pres">
      <dgm:prSet presAssocID="{4801AA65-3B98-4B92-90A9-78B1CC247EC8}" presName="parentText" presStyleLbl="node1" presStyleIdx="0" presStyleCnt="1" custLinFactX="-40131" custLinFactNeighborX="-100000" custLinFactNeighborY="8211">
        <dgm:presLayoutVars>
          <dgm:chMax val="1"/>
          <dgm:bulletEnabled val="1"/>
        </dgm:presLayoutVars>
      </dgm:prSet>
      <dgm:spPr/>
    </dgm:pt>
  </dgm:ptLst>
  <dgm:cxnLst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24636491-217E-45A3-B1AB-FF87D308146D}" srcId="{CB94BD28-1993-4917-831D-B1DED4A0BE57}" destId="{4801AA65-3B98-4B92-90A9-78B1CC247EC8}" srcOrd="0" destOrd="0" parTransId="{0DEF99EC-E13E-49F1-96F5-16B3802C90B0}" sibTransId="{2F956419-17EA-4847-852B-416AB533EAD4}"/>
    <dgm:cxn modelId="{ADDC24E6-E3DD-41A7-89D4-1E3F492126E2}" type="presOf" srcId="{4801AA65-3B98-4B92-90A9-78B1CC247EC8}" destId="{F380D7BE-E620-48E4-BD09-541938BF72AE}" srcOrd="0" destOrd="0" presId="urn:microsoft.com/office/officeart/2005/8/layout/vList5"/>
    <dgm:cxn modelId="{C29348A5-6786-4EFC-B68B-01381B87651B}" type="presParOf" srcId="{BFF6C1FB-681F-4296-986B-798FDA78DAA0}" destId="{3F5B4B6A-E8D7-4B58-8261-7A40B1FE0292}" srcOrd="0" destOrd="0" presId="urn:microsoft.com/office/officeart/2005/8/layout/vList5"/>
    <dgm:cxn modelId="{3A90946F-2C35-49AF-B3DD-E309F3522E64}" type="presParOf" srcId="{3F5B4B6A-E8D7-4B58-8261-7A40B1FE0292}" destId="{F380D7BE-E620-48E4-BD09-541938BF72A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801AA65-3B98-4B92-90A9-78B1CC247EC8}">
      <dgm:prSet phldrT="[Texto]"/>
      <dgm:spPr/>
      <dgm:t>
        <a:bodyPr/>
        <a:lstStyle/>
        <a:p>
          <a:r>
            <a:rPr lang="pt-BR" dirty="0"/>
            <a:t>Funcionais</a:t>
          </a:r>
        </a:p>
      </dgm:t>
    </dgm:pt>
    <dgm:pt modelId="{0DEF99EC-E13E-49F1-96F5-16B3802C90B0}" type="parTrans" cxnId="{24636491-217E-45A3-B1AB-FF87D308146D}">
      <dgm:prSet/>
      <dgm:spPr/>
      <dgm:t>
        <a:bodyPr/>
        <a:lstStyle/>
        <a:p>
          <a:endParaRPr lang="pt-BR"/>
        </a:p>
      </dgm:t>
    </dgm:pt>
    <dgm:pt modelId="{2F956419-17EA-4847-852B-416AB533EAD4}" type="sibTrans" cxnId="{24636491-217E-45A3-B1AB-FF87D308146D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3F5B4B6A-E8D7-4B58-8261-7A40B1FE0292}" type="pres">
      <dgm:prSet presAssocID="{4801AA65-3B98-4B92-90A9-78B1CC247EC8}" presName="linNode" presStyleCnt="0"/>
      <dgm:spPr/>
    </dgm:pt>
    <dgm:pt modelId="{F380D7BE-E620-48E4-BD09-541938BF72AE}" type="pres">
      <dgm:prSet presAssocID="{4801AA65-3B98-4B92-90A9-78B1CC247EC8}" presName="parentText" presStyleLbl="node1" presStyleIdx="0" presStyleCnt="1" custLinFactNeighborX="87158" custLinFactNeighborY="418">
        <dgm:presLayoutVars>
          <dgm:chMax val="1"/>
          <dgm:bulletEnabled val="1"/>
        </dgm:presLayoutVars>
      </dgm:prSet>
      <dgm:spPr/>
    </dgm:pt>
  </dgm:ptLst>
  <dgm:cxnLst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24636491-217E-45A3-B1AB-FF87D308146D}" srcId="{CB94BD28-1993-4917-831D-B1DED4A0BE57}" destId="{4801AA65-3B98-4B92-90A9-78B1CC247EC8}" srcOrd="0" destOrd="0" parTransId="{0DEF99EC-E13E-49F1-96F5-16B3802C90B0}" sibTransId="{2F956419-17EA-4847-852B-416AB533EAD4}"/>
    <dgm:cxn modelId="{ADDC24E6-E3DD-41A7-89D4-1E3F492126E2}" type="presOf" srcId="{4801AA65-3B98-4B92-90A9-78B1CC247EC8}" destId="{F380D7BE-E620-48E4-BD09-541938BF72AE}" srcOrd="0" destOrd="0" presId="urn:microsoft.com/office/officeart/2005/8/layout/vList5"/>
    <dgm:cxn modelId="{C29348A5-6786-4EFC-B68B-01381B87651B}" type="presParOf" srcId="{BFF6C1FB-681F-4296-986B-798FDA78DAA0}" destId="{3F5B4B6A-E8D7-4B58-8261-7A40B1FE0292}" srcOrd="0" destOrd="0" presId="urn:microsoft.com/office/officeart/2005/8/layout/vList5"/>
    <dgm:cxn modelId="{3A90946F-2C35-49AF-B3DD-E309F3522E64}" type="presParOf" srcId="{3F5B4B6A-E8D7-4B58-8261-7A40B1FE0292}" destId="{F380D7BE-E620-48E4-BD09-541938BF72A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801AA65-3B98-4B92-90A9-78B1CC247EC8}">
      <dgm:prSet phldrT="[Texto]"/>
      <dgm:spPr/>
      <dgm:t>
        <a:bodyPr/>
        <a:lstStyle/>
        <a:p>
          <a:r>
            <a:rPr lang="pt-BR" dirty="0"/>
            <a:t>Não funcionais</a:t>
          </a:r>
        </a:p>
      </dgm:t>
    </dgm:pt>
    <dgm:pt modelId="{0DEF99EC-E13E-49F1-96F5-16B3802C90B0}" type="parTrans" cxnId="{24636491-217E-45A3-B1AB-FF87D308146D}">
      <dgm:prSet/>
      <dgm:spPr/>
      <dgm:t>
        <a:bodyPr/>
        <a:lstStyle/>
        <a:p>
          <a:endParaRPr lang="pt-BR"/>
        </a:p>
      </dgm:t>
    </dgm:pt>
    <dgm:pt modelId="{2F956419-17EA-4847-852B-416AB533EAD4}" type="sibTrans" cxnId="{24636491-217E-45A3-B1AB-FF87D308146D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3F5B4B6A-E8D7-4B58-8261-7A40B1FE0292}" type="pres">
      <dgm:prSet presAssocID="{4801AA65-3B98-4B92-90A9-78B1CC247EC8}" presName="linNode" presStyleCnt="0"/>
      <dgm:spPr/>
    </dgm:pt>
    <dgm:pt modelId="{F380D7BE-E620-48E4-BD09-541938BF72AE}" type="pres">
      <dgm:prSet presAssocID="{4801AA65-3B98-4B92-90A9-78B1CC247EC8}" presName="parentText" presStyleLbl="node1" presStyleIdx="0" presStyleCnt="1" custLinFactX="-40131" custLinFactNeighborX="-100000" custLinFactNeighborY="8211">
        <dgm:presLayoutVars>
          <dgm:chMax val="1"/>
          <dgm:bulletEnabled val="1"/>
        </dgm:presLayoutVars>
      </dgm:prSet>
      <dgm:spPr/>
    </dgm:pt>
  </dgm:ptLst>
  <dgm:cxnLst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24636491-217E-45A3-B1AB-FF87D308146D}" srcId="{CB94BD28-1993-4917-831D-B1DED4A0BE57}" destId="{4801AA65-3B98-4B92-90A9-78B1CC247EC8}" srcOrd="0" destOrd="0" parTransId="{0DEF99EC-E13E-49F1-96F5-16B3802C90B0}" sibTransId="{2F956419-17EA-4847-852B-416AB533EAD4}"/>
    <dgm:cxn modelId="{ADDC24E6-E3DD-41A7-89D4-1E3F492126E2}" type="presOf" srcId="{4801AA65-3B98-4B92-90A9-78B1CC247EC8}" destId="{F380D7BE-E620-48E4-BD09-541938BF72AE}" srcOrd="0" destOrd="0" presId="urn:microsoft.com/office/officeart/2005/8/layout/vList5"/>
    <dgm:cxn modelId="{C29348A5-6786-4EFC-B68B-01381B87651B}" type="presParOf" srcId="{BFF6C1FB-681F-4296-986B-798FDA78DAA0}" destId="{3F5B4B6A-E8D7-4B58-8261-7A40B1FE0292}" srcOrd="0" destOrd="0" presId="urn:microsoft.com/office/officeart/2005/8/layout/vList5"/>
    <dgm:cxn modelId="{3A90946F-2C35-49AF-B3DD-E309F3522E64}" type="presParOf" srcId="{3F5B4B6A-E8D7-4B58-8261-7A40B1FE0292}" destId="{F380D7BE-E620-48E4-BD09-541938BF72A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801AA65-3B98-4B92-90A9-78B1CC247EC8}">
      <dgm:prSet phldrT="[Texto]"/>
      <dgm:spPr/>
      <dgm:t>
        <a:bodyPr/>
        <a:lstStyle/>
        <a:p>
          <a:r>
            <a:rPr lang="pt-BR" dirty="0"/>
            <a:t>Regras de negócio</a:t>
          </a:r>
        </a:p>
      </dgm:t>
    </dgm:pt>
    <dgm:pt modelId="{0DEF99EC-E13E-49F1-96F5-16B3802C90B0}" type="parTrans" cxnId="{24636491-217E-45A3-B1AB-FF87D308146D}">
      <dgm:prSet/>
      <dgm:spPr/>
      <dgm:t>
        <a:bodyPr/>
        <a:lstStyle/>
        <a:p>
          <a:endParaRPr lang="pt-BR"/>
        </a:p>
      </dgm:t>
    </dgm:pt>
    <dgm:pt modelId="{2F956419-17EA-4847-852B-416AB533EAD4}" type="sibTrans" cxnId="{24636491-217E-45A3-B1AB-FF87D308146D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3F5B4B6A-E8D7-4B58-8261-7A40B1FE0292}" type="pres">
      <dgm:prSet presAssocID="{4801AA65-3B98-4B92-90A9-78B1CC247EC8}" presName="linNode" presStyleCnt="0"/>
      <dgm:spPr/>
    </dgm:pt>
    <dgm:pt modelId="{F380D7BE-E620-48E4-BD09-541938BF72AE}" type="pres">
      <dgm:prSet presAssocID="{4801AA65-3B98-4B92-90A9-78B1CC247EC8}" presName="parentText" presStyleLbl="node1" presStyleIdx="0" presStyleCnt="1" custLinFactNeighborX="93390">
        <dgm:presLayoutVars>
          <dgm:chMax val="1"/>
          <dgm:bulletEnabled val="1"/>
        </dgm:presLayoutVars>
      </dgm:prSet>
      <dgm:spPr/>
    </dgm:pt>
  </dgm:ptLst>
  <dgm:cxnLst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24636491-217E-45A3-B1AB-FF87D308146D}" srcId="{CB94BD28-1993-4917-831D-B1DED4A0BE57}" destId="{4801AA65-3B98-4B92-90A9-78B1CC247EC8}" srcOrd="0" destOrd="0" parTransId="{0DEF99EC-E13E-49F1-96F5-16B3802C90B0}" sibTransId="{2F956419-17EA-4847-852B-416AB533EAD4}"/>
    <dgm:cxn modelId="{ADDC24E6-E3DD-41A7-89D4-1E3F492126E2}" type="presOf" srcId="{4801AA65-3B98-4B92-90A9-78B1CC247EC8}" destId="{F380D7BE-E620-48E4-BD09-541938BF72AE}" srcOrd="0" destOrd="0" presId="urn:microsoft.com/office/officeart/2005/8/layout/vList5"/>
    <dgm:cxn modelId="{C29348A5-6786-4EFC-B68B-01381B87651B}" type="presParOf" srcId="{BFF6C1FB-681F-4296-986B-798FDA78DAA0}" destId="{3F5B4B6A-E8D7-4B58-8261-7A40B1FE0292}" srcOrd="0" destOrd="0" presId="urn:microsoft.com/office/officeart/2005/8/layout/vList5"/>
    <dgm:cxn modelId="{3A90946F-2C35-49AF-B3DD-E309F3522E64}" type="presParOf" srcId="{3F5B4B6A-E8D7-4B58-8261-7A40B1FE0292}" destId="{F380D7BE-E620-48E4-BD09-541938BF72A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3B0A20-6DB7-462C-A53B-BFF949F16BE2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BE1EE49-4E3D-4FE6-A9A9-99C5B41EC165}">
      <dgm:prSet phldrT="[Texto]"/>
      <dgm:spPr/>
      <dgm:t>
        <a:bodyPr/>
        <a:lstStyle/>
        <a:p>
          <a:r>
            <a:rPr lang="pt-BR" b="0" i="0" dirty="0"/>
            <a:t>Operador</a:t>
          </a:r>
          <a:endParaRPr lang="pt-BR" dirty="0"/>
        </a:p>
      </dgm:t>
    </dgm:pt>
    <dgm:pt modelId="{19BB035D-483D-4568-9E87-B56FB3EB1B78}" type="parTrans" cxnId="{BC6E57A0-A671-4122-BB4E-F7E4C750CCA7}">
      <dgm:prSet/>
      <dgm:spPr/>
      <dgm:t>
        <a:bodyPr/>
        <a:lstStyle/>
        <a:p>
          <a:endParaRPr lang="pt-BR"/>
        </a:p>
      </dgm:t>
    </dgm:pt>
    <dgm:pt modelId="{9B4878B1-EB0A-413C-81B6-62759D6DD6AE}" type="sibTrans" cxnId="{BC6E57A0-A671-4122-BB4E-F7E4C750CCA7}">
      <dgm:prSet/>
      <dgm:spPr/>
      <dgm:t>
        <a:bodyPr/>
        <a:lstStyle/>
        <a:p>
          <a:endParaRPr lang="pt-BR"/>
        </a:p>
      </dgm:t>
    </dgm:pt>
    <dgm:pt modelId="{787CEC5B-1AB9-4A26-96BA-60D286C21CF7}">
      <dgm:prSet phldrT="[Texto]"/>
      <dgm:spPr/>
      <dgm:t>
        <a:bodyPr/>
        <a:lstStyle/>
        <a:p>
          <a:r>
            <a:rPr lang="pt-BR" b="0" i="0" dirty="0"/>
            <a:t>Iniciar </a:t>
          </a:r>
          <a:endParaRPr lang="pt-BR" dirty="0"/>
        </a:p>
      </dgm:t>
    </dgm:pt>
    <dgm:pt modelId="{E3DB47D6-C62D-4DB8-BB04-7E004F6A1014}" type="parTrans" cxnId="{081FCA68-9D5E-4DA7-8637-34A7B211BBC8}">
      <dgm:prSet/>
      <dgm:spPr/>
      <dgm:t>
        <a:bodyPr/>
        <a:lstStyle/>
        <a:p>
          <a:endParaRPr lang="pt-BR"/>
        </a:p>
      </dgm:t>
    </dgm:pt>
    <dgm:pt modelId="{074CA132-3AB9-46FC-955C-D5AB24389E01}" type="sibTrans" cxnId="{081FCA68-9D5E-4DA7-8637-34A7B211BBC8}">
      <dgm:prSet/>
      <dgm:spPr/>
      <dgm:t>
        <a:bodyPr/>
        <a:lstStyle/>
        <a:p>
          <a:endParaRPr lang="pt-BR"/>
        </a:p>
      </dgm:t>
    </dgm:pt>
    <dgm:pt modelId="{A070CBC4-5FC2-48C7-BE86-0609869EA2FD}">
      <dgm:prSet phldrT="[Texto]"/>
      <dgm:spPr/>
      <dgm:t>
        <a:bodyPr/>
        <a:lstStyle/>
        <a:p>
          <a:r>
            <a:rPr lang="pt-BR" b="0" i="0" dirty="0"/>
            <a:t>Coleta</a:t>
          </a:r>
          <a:endParaRPr lang="pt-BR" dirty="0"/>
        </a:p>
      </dgm:t>
    </dgm:pt>
    <dgm:pt modelId="{403A7641-A8D6-4E77-8691-D023DF996F98}" type="parTrans" cxnId="{0A7082F1-A025-4791-B19A-91E21E5101C3}">
      <dgm:prSet/>
      <dgm:spPr/>
      <dgm:t>
        <a:bodyPr/>
        <a:lstStyle/>
        <a:p>
          <a:endParaRPr lang="pt-BR"/>
        </a:p>
      </dgm:t>
    </dgm:pt>
    <dgm:pt modelId="{C3D4A70C-39F1-47A1-86B0-D4041746DF5E}" type="sibTrans" cxnId="{0A7082F1-A025-4791-B19A-91E21E5101C3}">
      <dgm:prSet/>
      <dgm:spPr/>
      <dgm:t>
        <a:bodyPr/>
        <a:lstStyle/>
        <a:p>
          <a:endParaRPr lang="pt-BR"/>
        </a:p>
      </dgm:t>
    </dgm:pt>
    <dgm:pt modelId="{9F800AD0-B8CB-4F66-8406-43122D118C30}">
      <dgm:prSet phldrT="[Texto]"/>
      <dgm:spPr/>
      <dgm:t>
        <a:bodyPr/>
        <a:lstStyle/>
        <a:p>
          <a:r>
            <a:rPr lang="pt-BR" dirty="0"/>
            <a:t>Fim da coleta</a:t>
          </a:r>
        </a:p>
      </dgm:t>
    </dgm:pt>
    <dgm:pt modelId="{4D7C1D1F-97D5-4832-A908-1E8553AB6495}" type="parTrans" cxnId="{564620EF-D872-455C-846C-7F26E2EACFD9}">
      <dgm:prSet/>
      <dgm:spPr/>
      <dgm:t>
        <a:bodyPr/>
        <a:lstStyle/>
        <a:p>
          <a:endParaRPr lang="pt-BR"/>
        </a:p>
      </dgm:t>
    </dgm:pt>
    <dgm:pt modelId="{ED04F66B-6AFF-4928-9C9E-BC664D3139BA}" type="sibTrans" cxnId="{564620EF-D872-455C-846C-7F26E2EACFD9}">
      <dgm:prSet/>
      <dgm:spPr/>
      <dgm:t>
        <a:bodyPr/>
        <a:lstStyle/>
        <a:p>
          <a:endParaRPr lang="pt-BR"/>
        </a:p>
      </dgm:t>
    </dgm:pt>
    <dgm:pt modelId="{4030338A-D0E3-4AAA-B586-D559F2B5150F}">
      <dgm:prSet phldrT="[Texto]"/>
      <dgm:spPr/>
      <dgm:t>
        <a:bodyPr/>
        <a:lstStyle/>
        <a:p>
          <a:r>
            <a:rPr lang="pt-BR" dirty="0"/>
            <a:t>Tratar os dados</a:t>
          </a:r>
        </a:p>
      </dgm:t>
    </dgm:pt>
    <dgm:pt modelId="{6AA2EDD0-222A-4F38-9EB6-607252723FD0}" type="parTrans" cxnId="{57619BDC-0B16-4A89-AC0D-92184CFBA30F}">
      <dgm:prSet/>
      <dgm:spPr/>
      <dgm:t>
        <a:bodyPr/>
        <a:lstStyle/>
        <a:p>
          <a:endParaRPr lang="pt-BR"/>
        </a:p>
      </dgm:t>
    </dgm:pt>
    <dgm:pt modelId="{08F56E1C-4938-41D8-B219-92A176D7E821}" type="sibTrans" cxnId="{57619BDC-0B16-4A89-AC0D-92184CFBA30F}">
      <dgm:prSet/>
      <dgm:spPr/>
      <dgm:t>
        <a:bodyPr/>
        <a:lstStyle/>
        <a:p>
          <a:endParaRPr lang="pt-BR"/>
        </a:p>
      </dgm:t>
    </dgm:pt>
    <dgm:pt modelId="{F7404AFB-6C44-4460-8764-261D736D706F}" type="pres">
      <dgm:prSet presAssocID="{B93B0A20-6DB7-462C-A53B-BFF949F16BE2}" presName="Name0" presStyleCnt="0">
        <dgm:presLayoutVars>
          <dgm:dir/>
          <dgm:resizeHandles val="exact"/>
        </dgm:presLayoutVars>
      </dgm:prSet>
      <dgm:spPr/>
    </dgm:pt>
    <dgm:pt modelId="{F1AC8ACF-113B-4FAA-9E3F-A88AA5DD4320}" type="pres">
      <dgm:prSet presAssocID="{0BE1EE49-4E3D-4FE6-A9A9-99C5B41EC165}" presName="node" presStyleLbl="node1" presStyleIdx="0" presStyleCnt="5">
        <dgm:presLayoutVars>
          <dgm:bulletEnabled val="1"/>
        </dgm:presLayoutVars>
      </dgm:prSet>
      <dgm:spPr/>
    </dgm:pt>
    <dgm:pt modelId="{E14DC3C3-608E-4C40-94C2-B7A210E678EA}" type="pres">
      <dgm:prSet presAssocID="{9B4878B1-EB0A-413C-81B6-62759D6DD6AE}" presName="sibTrans" presStyleLbl="sibTrans1D1" presStyleIdx="0" presStyleCnt="4"/>
      <dgm:spPr/>
    </dgm:pt>
    <dgm:pt modelId="{D8A80DA7-892B-49E2-8C82-0C6788565413}" type="pres">
      <dgm:prSet presAssocID="{9B4878B1-EB0A-413C-81B6-62759D6DD6AE}" presName="connectorText" presStyleLbl="sibTrans1D1" presStyleIdx="0" presStyleCnt="4"/>
      <dgm:spPr/>
    </dgm:pt>
    <dgm:pt modelId="{43C4EF88-6C76-4CB8-9D49-49C4D64DF954}" type="pres">
      <dgm:prSet presAssocID="{787CEC5B-1AB9-4A26-96BA-60D286C21CF7}" presName="node" presStyleLbl="node1" presStyleIdx="1" presStyleCnt="5" custLinFactNeighborX="1590" custLinFactNeighborY="-1325">
        <dgm:presLayoutVars>
          <dgm:bulletEnabled val="1"/>
        </dgm:presLayoutVars>
      </dgm:prSet>
      <dgm:spPr/>
    </dgm:pt>
    <dgm:pt modelId="{0FE9DEBD-4342-4AE3-9288-31F1FD720B3F}" type="pres">
      <dgm:prSet presAssocID="{074CA132-3AB9-46FC-955C-D5AB24389E01}" presName="sibTrans" presStyleLbl="sibTrans1D1" presStyleIdx="1" presStyleCnt="4"/>
      <dgm:spPr/>
    </dgm:pt>
    <dgm:pt modelId="{E197F6A2-EE4C-499B-9C7E-940DA07D3573}" type="pres">
      <dgm:prSet presAssocID="{074CA132-3AB9-46FC-955C-D5AB24389E01}" presName="connectorText" presStyleLbl="sibTrans1D1" presStyleIdx="1" presStyleCnt="4"/>
      <dgm:spPr/>
    </dgm:pt>
    <dgm:pt modelId="{F2336980-2895-4AF7-B97E-1F9DD0BFF18E}" type="pres">
      <dgm:prSet presAssocID="{A070CBC4-5FC2-48C7-BE86-0609869EA2FD}" presName="node" presStyleLbl="node1" presStyleIdx="2" presStyleCnt="5">
        <dgm:presLayoutVars>
          <dgm:bulletEnabled val="1"/>
        </dgm:presLayoutVars>
      </dgm:prSet>
      <dgm:spPr/>
    </dgm:pt>
    <dgm:pt modelId="{16E0ED8A-D817-4193-B74F-B43B826BEFBB}" type="pres">
      <dgm:prSet presAssocID="{C3D4A70C-39F1-47A1-86B0-D4041746DF5E}" presName="sibTrans" presStyleLbl="sibTrans1D1" presStyleIdx="2" presStyleCnt="4"/>
      <dgm:spPr/>
    </dgm:pt>
    <dgm:pt modelId="{650A8486-0A96-4924-BD39-1D0CD6ABB21D}" type="pres">
      <dgm:prSet presAssocID="{C3D4A70C-39F1-47A1-86B0-D4041746DF5E}" presName="connectorText" presStyleLbl="sibTrans1D1" presStyleIdx="2" presStyleCnt="4"/>
      <dgm:spPr/>
    </dgm:pt>
    <dgm:pt modelId="{02417977-F6FC-4299-B016-DF5B32EDC737}" type="pres">
      <dgm:prSet presAssocID="{9F800AD0-B8CB-4F66-8406-43122D118C30}" presName="node" presStyleLbl="node1" presStyleIdx="3" presStyleCnt="5">
        <dgm:presLayoutVars>
          <dgm:bulletEnabled val="1"/>
        </dgm:presLayoutVars>
      </dgm:prSet>
      <dgm:spPr/>
    </dgm:pt>
    <dgm:pt modelId="{8207A6F1-26CF-44D5-9251-94FA3B171EA0}" type="pres">
      <dgm:prSet presAssocID="{ED04F66B-6AFF-4928-9C9E-BC664D3139BA}" presName="sibTrans" presStyleLbl="sibTrans1D1" presStyleIdx="3" presStyleCnt="4"/>
      <dgm:spPr/>
    </dgm:pt>
    <dgm:pt modelId="{6363D3A2-A8C1-486B-BF58-A0264A9EC0DE}" type="pres">
      <dgm:prSet presAssocID="{ED04F66B-6AFF-4928-9C9E-BC664D3139BA}" presName="connectorText" presStyleLbl="sibTrans1D1" presStyleIdx="3" presStyleCnt="4"/>
      <dgm:spPr/>
    </dgm:pt>
    <dgm:pt modelId="{4F23BBEA-7158-4606-B0E1-CB647D68581D}" type="pres">
      <dgm:prSet presAssocID="{4030338A-D0E3-4AAA-B586-D559F2B5150F}" presName="node" presStyleLbl="node1" presStyleIdx="4" presStyleCnt="5">
        <dgm:presLayoutVars>
          <dgm:bulletEnabled val="1"/>
        </dgm:presLayoutVars>
      </dgm:prSet>
      <dgm:spPr/>
    </dgm:pt>
  </dgm:ptLst>
  <dgm:cxnLst>
    <dgm:cxn modelId="{9F8F761A-CCA8-4036-A4C0-CA5B473FBC42}" type="presOf" srcId="{4030338A-D0E3-4AAA-B586-D559F2B5150F}" destId="{4F23BBEA-7158-4606-B0E1-CB647D68581D}" srcOrd="0" destOrd="0" presId="urn:microsoft.com/office/officeart/2005/8/layout/bProcess3"/>
    <dgm:cxn modelId="{29B5DB26-49E1-47F0-AC9C-1693B6D102E4}" type="presOf" srcId="{ED04F66B-6AFF-4928-9C9E-BC664D3139BA}" destId="{6363D3A2-A8C1-486B-BF58-A0264A9EC0DE}" srcOrd="1" destOrd="0" presId="urn:microsoft.com/office/officeart/2005/8/layout/bProcess3"/>
    <dgm:cxn modelId="{7D77DE29-D92E-4277-9363-AC69B93C65A9}" type="presOf" srcId="{B93B0A20-6DB7-462C-A53B-BFF949F16BE2}" destId="{F7404AFB-6C44-4460-8764-261D736D706F}" srcOrd="0" destOrd="0" presId="urn:microsoft.com/office/officeart/2005/8/layout/bProcess3"/>
    <dgm:cxn modelId="{08243133-9287-4090-A740-4F73C1710ECF}" type="presOf" srcId="{C3D4A70C-39F1-47A1-86B0-D4041746DF5E}" destId="{16E0ED8A-D817-4193-B74F-B43B826BEFBB}" srcOrd="0" destOrd="0" presId="urn:microsoft.com/office/officeart/2005/8/layout/bProcess3"/>
    <dgm:cxn modelId="{5BE9EC35-6759-4891-A358-2CE19711D7A6}" type="presOf" srcId="{9F800AD0-B8CB-4F66-8406-43122D118C30}" destId="{02417977-F6FC-4299-B016-DF5B32EDC737}" srcOrd="0" destOrd="0" presId="urn:microsoft.com/office/officeart/2005/8/layout/bProcess3"/>
    <dgm:cxn modelId="{4A350B3A-AF9D-4D40-BFA2-E0FF3C257AB7}" type="presOf" srcId="{A070CBC4-5FC2-48C7-BE86-0609869EA2FD}" destId="{F2336980-2895-4AF7-B97E-1F9DD0BFF18E}" srcOrd="0" destOrd="0" presId="urn:microsoft.com/office/officeart/2005/8/layout/bProcess3"/>
    <dgm:cxn modelId="{20BADB63-67DC-4380-BB02-C680665EADD2}" type="presOf" srcId="{787CEC5B-1AB9-4A26-96BA-60D286C21CF7}" destId="{43C4EF88-6C76-4CB8-9D49-49C4D64DF954}" srcOrd="0" destOrd="0" presId="urn:microsoft.com/office/officeart/2005/8/layout/bProcess3"/>
    <dgm:cxn modelId="{081FCA68-9D5E-4DA7-8637-34A7B211BBC8}" srcId="{B93B0A20-6DB7-462C-A53B-BFF949F16BE2}" destId="{787CEC5B-1AB9-4A26-96BA-60D286C21CF7}" srcOrd="1" destOrd="0" parTransId="{E3DB47D6-C62D-4DB8-BB04-7E004F6A1014}" sibTransId="{074CA132-3AB9-46FC-955C-D5AB24389E01}"/>
    <dgm:cxn modelId="{80A56174-719C-457B-84F1-B76979634095}" type="presOf" srcId="{074CA132-3AB9-46FC-955C-D5AB24389E01}" destId="{0FE9DEBD-4342-4AE3-9288-31F1FD720B3F}" srcOrd="0" destOrd="0" presId="urn:microsoft.com/office/officeart/2005/8/layout/bProcess3"/>
    <dgm:cxn modelId="{956E9F7B-2C58-471A-A411-061C920135F8}" type="presOf" srcId="{9B4878B1-EB0A-413C-81B6-62759D6DD6AE}" destId="{D8A80DA7-892B-49E2-8C82-0C6788565413}" srcOrd="1" destOrd="0" presId="urn:microsoft.com/office/officeart/2005/8/layout/bProcess3"/>
    <dgm:cxn modelId="{7E769395-4018-4948-A3F5-D6CB91D2473B}" type="presOf" srcId="{074CA132-3AB9-46FC-955C-D5AB24389E01}" destId="{E197F6A2-EE4C-499B-9C7E-940DA07D3573}" srcOrd="1" destOrd="0" presId="urn:microsoft.com/office/officeart/2005/8/layout/bProcess3"/>
    <dgm:cxn modelId="{BC6E57A0-A671-4122-BB4E-F7E4C750CCA7}" srcId="{B93B0A20-6DB7-462C-A53B-BFF949F16BE2}" destId="{0BE1EE49-4E3D-4FE6-A9A9-99C5B41EC165}" srcOrd="0" destOrd="0" parTransId="{19BB035D-483D-4568-9E87-B56FB3EB1B78}" sibTransId="{9B4878B1-EB0A-413C-81B6-62759D6DD6AE}"/>
    <dgm:cxn modelId="{AA3F37B8-F4ED-4AD0-A97D-960FBEB9F483}" type="presOf" srcId="{9B4878B1-EB0A-413C-81B6-62759D6DD6AE}" destId="{E14DC3C3-608E-4C40-94C2-B7A210E678EA}" srcOrd="0" destOrd="0" presId="urn:microsoft.com/office/officeart/2005/8/layout/bProcess3"/>
    <dgm:cxn modelId="{EACB42CC-37BA-40F5-9591-3EA451A2425F}" type="presOf" srcId="{ED04F66B-6AFF-4928-9C9E-BC664D3139BA}" destId="{8207A6F1-26CF-44D5-9251-94FA3B171EA0}" srcOrd="0" destOrd="0" presId="urn:microsoft.com/office/officeart/2005/8/layout/bProcess3"/>
    <dgm:cxn modelId="{C7A28AD0-7555-4476-8A85-2DE0E9D74E5A}" type="presOf" srcId="{C3D4A70C-39F1-47A1-86B0-D4041746DF5E}" destId="{650A8486-0A96-4924-BD39-1D0CD6ABB21D}" srcOrd="1" destOrd="0" presId="urn:microsoft.com/office/officeart/2005/8/layout/bProcess3"/>
    <dgm:cxn modelId="{57619BDC-0B16-4A89-AC0D-92184CFBA30F}" srcId="{B93B0A20-6DB7-462C-A53B-BFF949F16BE2}" destId="{4030338A-D0E3-4AAA-B586-D559F2B5150F}" srcOrd="4" destOrd="0" parTransId="{6AA2EDD0-222A-4F38-9EB6-607252723FD0}" sibTransId="{08F56E1C-4938-41D8-B219-92A176D7E821}"/>
    <dgm:cxn modelId="{564620EF-D872-455C-846C-7F26E2EACFD9}" srcId="{B93B0A20-6DB7-462C-A53B-BFF949F16BE2}" destId="{9F800AD0-B8CB-4F66-8406-43122D118C30}" srcOrd="3" destOrd="0" parTransId="{4D7C1D1F-97D5-4832-A908-1E8553AB6495}" sibTransId="{ED04F66B-6AFF-4928-9C9E-BC664D3139BA}"/>
    <dgm:cxn modelId="{0A7082F1-A025-4791-B19A-91E21E5101C3}" srcId="{B93B0A20-6DB7-462C-A53B-BFF949F16BE2}" destId="{A070CBC4-5FC2-48C7-BE86-0609869EA2FD}" srcOrd="2" destOrd="0" parTransId="{403A7641-A8D6-4E77-8691-D023DF996F98}" sibTransId="{C3D4A70C-39F1-47A1-86B0-D4041746DF5E}"/>
    <dgm:cxn modelId="{866C83FA-5114-4238-85A8-17E8034A6461}" type="presOf" srcId="{0BE1EE49-4E3D-4FE6-A9A9-99C5B41EC165}" destId="{F1AC8ACF-113B-4FAA-9E3F-A88AA5DD4320}" srcOrd="0" destOrd="0" presId="urn:microsoft.com/office/officeart/2005/8/layout/bProcess3"/>
    <dgm:cxn modelId="{758C89E1-FF55-4175-9E2D-FD42DB5108FF}" type="presParOf" srcId="{F7404AFB-6C44-4460-8764-261D736D706F}" destId="{F1AC8ACF-113B-4FAA-9E3F-A88AA5DD4320}" srcOrd="0" destOrd="0" presId="urn:microsoft.com/office/officeart/2005/8/layout/bProcess3"/>
    <dgm:cxn modelId="{416A3388-04F1-404D-97B2-76389B428BE9}" type="presParOf" srcId="{F7404AFB-6C44-4460-8764-261D736D706F}" destId="{E14DC3C3-608E-4C40-94C2-B7A210E678EA}" srcOrd="1" destOrd="0" presId="urn:microsoft.com/office/officeart/2005/8/layout/bProcess3"/>
    <dgm:cxn modelId="{393A7107-8D8C-43B0-87A8-2A60495B0BE5}" type="presParOf" srcId="{E14DC3C3-608E-4C40-94C2-B7A210E678EA}" destId="{D8A80DA7-892B-49E2-8C82-0C6788565413}" srcOrd="0" destOrd="0" presId="urn:microsoft.com/office/officeart/2005/8/layout/bProcess3"/>
    <dgm:cxn modelId="{A97EC981-8552-4E75-9E5B-D018C0002F9F}" type="presParOf" srcId="{F7404AFB-6C44-4460-8764-261D736D706F}" destId="{43C4EF88-6C76-4CB8-9D49-49C4D64DF954}" srcOrd="2" destOrd="0" presId="urn:microsoft.com/office/officeart/2005/8/layout/bProcess3"/>
    <dgm:cxn modelId="{D767E75F-47EE-4CA4-963C-C8CD47C9D8FD}" type="presParOf" srcId="{F7404AFB-6C44-4460-8764-261D736D706F}" destId="{0FE9DEBD-4342-4AE3-9288-31F1FD720B3F}" srcOrd="3" destOrd="0" presId="urn:microsoft.com/office/officeart/2005/8/layout/bProcess3"/>
    <dgm:cxn modelId="{EAFC49ED-FCE6-4C29-B42B-276AD11CB3B6}" type="presParOf" srcId="{0FE9DEBD-4342-4AE3-9288-31F1FD720B3F}" destId="{E197F6A2-EE4C-499B-9C7E-940DA07D3573}" srcOrd="0" destOrd="0" presId="urn:microsoft.com/office/officeart/2005/8/layout/bProcess3"/>
    <dgm:cxn modelId="{FA714753-4133-4F29-AF65-E0284ABB149F}" type="presParOf" srcId="{F7404AFB-6C44-4460-8764-261D736D706F}" destId="{F2336980-2895-4AF7-B97E-1F9DD0BFF18E}" srcOrd="4" destOrd="0" presId="urn:microsoft.com/office/officeart/2005/8/layout/bProcess3"/>
    <dgm:cxn modelId="{DE6D58BE-D5CA-4805-9824-5F625549898E}" type="presParOf" srcId="{F7404AFB-6C44-4460-8764-261D736D706F}" destId="{16E0ED8A-D817-4193-B74F-B43B826BEFBB}" srcOrd="5" destOrd="0" presId="urn:microsoft.com/office/officeart/2005/8/layout/bProcess3"/>
    <dgm:cxn modelId="{604E7220-918F-4EB6-9B8F-3F5FA3D18AF1}" type="presParOf" srcId="{16E0ED8A-D817-4193-B74F-B43B826BEFBB}" destId="{650A8486-0A96-4924-BD39-1D0CD6ABB21D}" srcOrd="0" destOrd="0" presId="urn:microsoft.com/office/officeart/2005/8/layout/bProcess3"/>
    <dgm:cxn modelId="{361F939C-A182-4B43-AE0D-17BCF1ED38AE}" type="presParOf" srcId="{F7404AFB-6C44-4460-8764-261D736D706F}" destId="{02417977-F6FC-4299-B016-DF5B32EDC737}" srcOrd="6" destOrd="0" presId="urn:microsoft.com/office/officeart/2005/8/layout/bProcess3"/>
    <dgm:cxn modelId="{4CB6A2C9-22DE-4E66-9C14-42B53811BB02}" type="presParOf" srcId="{F7404AFB-6C44-4460-8764-261D736D706F}" destId="{8207A6F1-26CF-44D5-9251-94FA3B171EA0}" srcOrd="7" destOrd="0" presId="urn:microsoft.com/office/officeart/2005/8/layout/bProcess3"/>
    <dgm:cxn modelId="{5BDF446A-58A3-45DA-80FD-79790F68E0A7}" type="presParOf" srcId="{8207A6F1-26CF-44D5-9251-94FA3B171EA0}" destId="{6363D3A2-A8C1-486B-BF58-A0264A9EC0DE}" srcOrd="0" destOrd="0" presId="urn:microsoft.com/office/officeart/2005/8/layout/bProcess3"/>
    <dgm:cxn modelId="{25F62075-8A16-4932-95B6-041943A030AE}" type="presParOf" srcId="{F7404AFB-6C44-4460-8764-261D736D706F}" destId="{4F23BBEA-7158-4606-B0E1-CB647D68581D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93B0A20-6DB7-462C-A53B-BFF949F16BE2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BE1EE49-4E3D-4FE6-A9A9-99C5B41EC165}">
      <dgm:prSet phldrT="[Texto]"/>
      <dgm:spPr/>
      <dgm:t>
        <a:bodyPr/>
        <a:lstStyle/>
        <a:p>
          <a:r>
            <a:rPr lang="pt-BR" dirty="0"/>
            <a:t>Dados	</a:t>
          </a:r>
        </a:p>
      </dgm:t>
    </dgm:pt>
    <dgm:pt modelId="{19BB035D-483D-4568-9E87-B56FB3EB1B78}" type="parTrans" cxnId="{BC6E57A0-A671-4122-BB4E-F7E4C750CCA7}">
      <dgm:prSet/>
      <dgm:spPr/>
      <dgm:t>
        <a:bodyPr/>
        <a:lstStyle/>
        <a:p>
          <a:endParaRPr lang="pt-BR"/>
        </a:p>
      </dgm:t>
    </dgm:pt>
    <dgm:pt modelId="{9B4878B1-EB0A-413C-81B6-62759D6DD6AE}" type="sibTrans" cxnId="{BC6E57A0-A671-4122-BB4E-F7E4C750CCA7}">
      <dgm:prSet/>
      <dgm:spPr/>
      <dgm:t>
        <a:bodyPr/>
        <a:lstStyle/>
        <a:p>
          <a:endParaRPr lang="pt-BR"/>
        </a:p>
      </dgm:t>
    </dgm:pt>
    <dgm:pt modelId="{787CEC5B-1AB9-4A26-96BA-60D286C21CF7}">
      <dgm:prSet phldrT="[Texto]"/>
      <dgm:spPr/>
      <dgm:t>
        <a:bodyPr/>
        <a:lstStyle/>
        <a:p>
          <a:r>
            <a:rPr lang="pt-BR" dirty="0"/>
            <a:t>Analise de dados</a:t>
          </a:r>
        </a:p>
      </dgm:t>
    </dgm:pt>
    <dgm:pt modelId="{E3DB47D6-C62D-4DB8-BB04-7E004F6A1014}" type="parTrans" cxnId="{081FCA68-9D5E-4DA7-8637-34A7B211BBC8}">
      <dgm:prSet/>
      <dgm:spPr/>
      <dgm:t>
        <a:bodyPr/>
        <a:lstStyle/>
        <a:p>
          <a:endParaRPr lang="pt-BR"/>
        </a:p>
      </dgm:t>
    </dgm:pt>
    <dgm:pt modelId="{074CA132-3AB9-46FC-955C-D5AB24389E01}" type="sibTrans" cxnId="{081FCA68-9D5E-4DA7-8637-34A7B211BBC8}">
      <dgm:prSet/>
      <dgm:spPr/>
      <dgm:t>
        <a:bodyPr/>
        <a:lstStyle/>
        <a:p>
          <a:endParaRPr lang="pt-BR"/>
        </a:p>
      </dgm:t>
    </dgm:pt>
    <dgm:pt modelId="{A070CBC4-5FC2-48C7-BE86-0609869EA2FD}">
      <dgm:prSet phldrT="[Texto]"/>
      <dgm:spPr/>
      <dgm:t>
        <a:bodyPr/>
        <a:lstStyle/>
        <a:p>
          <a:r>
            <a:rPr lang="pt-BR" dirty="0"/>
            <a:t>Interações</a:t>
          </a:r>
        </a:p>
      </dgm:t>
    </dgm:pt>
    <dgm:pt modelId="{403A7641-A8D6-4E77-8691-D023DF996F98}" type="parTrans" cxnId="{0A7082F1-A025-4791-B19A-91E21E5101C3}">
      <dgm:prSet/>
      <dgm:spPr/>
      <dgm:t>
        <a:bodyPr/>
        <a:lstStyle/>
        <a:p>
          <a:endParaRPr lang="pt-BR"/>
        </a:p>
      </dgm:t>
    </dgm:pt>
    <dgm:pt modelId="{C3D4A70C-39F1-47A1-86B0-D4041746DF5E}" type="sibTrans" cxnId="{0A7082F1-A025-4791-B19A-91E21E5101C3}">
      <dgm:prSet/>
      <dgm:spPr/>
      <dgm:t>
        <a:bodyPr/>
        <a:lstStyle/>
        <a:p>
          <a:endParaRPr lang="pt-BR"/>
        </a:p>
      </dgm:t>
    </dgm:pt>
    <dgm:pt modelId="{9F800AD0-B8CB-4F66-8406-43122D118C30}">
      <dgm:prSet phldrT="[Texto]"/>
      <dgm:spPr/>
      <dgm:t>
        <a:bodyPr/>
        <a:lstStyle/>
        <a:p>
          <a:r>
            <a:rPr lang="pt-BR" dirty="0"/>
            <a:t>Melhorias</a:t>
          </a:r>
        </a:p>
      </dgm:t>
    </dgm:pt>
    <dgm:pt modelId="{4D7C1D1F-97D5-4832-A908-1E8553AB6495}" type="parTrans" cxnId="{564620EF-D872-455C-846C-7F26E2EACFD9}">
      <dgm:prSet/>
      <dgm:spPr/>
      <dgm:t>
        <a:bodyPr/>
        <a:lstStyle/>
        <a:p>
          <a:endParaRPr lang="pt-BR"/>
        </a:p>
      </dgm:t>
    </dgm:pt>
    <dgm:pt modelId="{ED04F66B-6AFF-4928-9C9E-BC664D3139BA}" type="sibTrans" cxnId="{564620EF-D872-455C-846C-7F26E2EACFD9}">
      <dgm:prSet/>
      <dgm:spPr/>
      <dgm:t>
        <a:bodyPr/>
        <a:lstStyle/>
        <a:p>
          <a:endParaRPr lang="pt-BR"/>
        </a:p>
      </dgm:t>
    </dgm:pt>
    <dgm:pt modelId="{4030338A-D0E3-4AAA-B586-D559F2B5150F}">
      <dgm:prSet phldrT="[Texto]"/>
      <dgm:spPr/>
      <dgm:t>
        <a:bodyPr/>
        <a:lstStyle/>
        <a:p>
          <a:r>
            <a:rPr lang="pt-BR" dirty="0"/>
            <a:t>Implementação</a:t>
          </a:r>
        </a:p>
      </dgm:t>
    </dgm:pt>
    <dgm:pt modelId="{6AA2EDD0-222A-4F38-9EB6-607252723FD0}" type="parTrans" cxnId="{57619BDC-0B16-4A89-AC0D-92184CFBA30F}">
      <dgm:prSet/>
      <dgm:spPr/>
      <dgm:t>
        <a:bodyPr/>
        <a:lstStyle/>
        <a:p>
          <a:endParaRPr lang="pt-BR"/>
        </a:p>
      </dgm:t>
    </dgm:pt>
    <dgm:pt modelId="{08F56E1C-4938-41D8-B219-92A176D7E821}" type="sibTrans" cxnId="{57619BDC-0B16-4A89-AC0D-92184CFBA30F}">
      <dgm:prSet/>
      <dgm:spPr/>
      <dgm:t>
        <a:bodyPr/>
        <a:lstStyle/>
        <a:p>
          <a:endParaRPr lang="pt-BR"/>
        </a:p>
      </dgm:t>
    </dgm:pt>
    <dgm:pt modelId="{F7404AFB-6C44-4460-8764-261D736D706F}" type="pres">
      <dgm:prSet presAssocID="{B93B0A20-6DB7-462C-A53B-BFF949F16BE2}" presName="Name0" presStyleCnt="0">
        <dgm:presLayoutVars>
          <dgm:dir/>
          <dgm:resizeHandles val="exact"/>
        </dgm:presLayoutVars>
      </dgm:prSet>
      <dgm:spPr/>
    </dgm:pt>
    <dgm:pt modelId="{F1AC8ACF-113B-4FAA-9E3F-A88AA5DD4320}" type="pres">
      <dgm:prSet presAssocID="{0BE1EE49-4E3D-4FE6-A9A9-99C5B41EC165}" presName="node" presStyleLbl="node1" presStyleIdx="0" presStyleCnt="5">
        <dgm:presLayoutVars>
          <dgm:bulletEnabled val="1"/>
        </dgm:presLayoutVars>
      </dgm:prSet>
      <dgm:spPr/>
    </dgm:pt>
    <dgm:pt modelId="{E14DC3C3-608E-4C40-94C2-B7A210E678EA}" type="pres">
      <dgm:prSet presAssocID="{9B4878B1-EB0A-413C-81B6-62759D6DD6AE}" presName="sibTrans" presStyleLbl="sibTrans1D1" presStyleIdx="0" presStyleCnt="4"/>
      <dgm:spPr/>
    </dgm:pt>
    <dgm:pt modelId="{D8A80DA7-892B-49E2-8C82-0C6788565413}" type="pres">
      <dgm:prSet presAssocID="{9B4878B1-EB0A-413C-81B6-62759D6DD6AE}" presName="connectorText" presStyleLbl="sibTrans1D1" presStyleIdx="0" presStyleCnt="4"/>
      <dgm:spPr/>
    </dgm:pt>
    <dgm:pt modelId="{43C4EF88-6C76-4CB8-9D49-49C4D64DF954}" type="pres">
      <dgm:prSet presAssocID="{787CEC5B-1AB9-4A26-96BA-60D286C21CF7}" presName="node" presStyleLbl="node1" presStyleIdx="1" presStyleCnt="5" custLinFactNeighborX="1590" custLinFactNeighborY="-1325">
        <dgm:presLayoutVars>
          <dgm:bulletEnabled val="1"/>
        </dgm:presLayoutVars>
      </dgm:prSet>
      <dgm:spPr/>
    </dgm:pt>
    <dgm:pt modelId="{0FE9DEBD-4342-4AE3-9288-31F1FD720B3F}" type="pres">
      <dgm:prSet presAssocID="{074CA132-3AB9-46FC-955C-D5AB24389E01}" presName="sibTrans" presStyleLbl="sibTrans1D1" presStyleIdx="1" presStyleCnt="4"/>
      <dgm:spPr/>
    </dgm:pt>
    <dgm:pt modelId="{E197F6A2-EE4C-499B-9C7E-940DA07D3573}" type="pres">
      <dgm:prSet presAssocID="{074CA132-3AB9-46FC-955C-D5AB24389E01}" presName="connectorText" presStyleLbl="sibTrans1D1" presStyleIdx="1" presStyleCnt="4"/>
      <dgm:spPr/>
    </dgm:pt>
    <dgm:pt modelId="{F2336980-2895-4AF7-B97E-1F9DD0BFF18E}" type="pres">
      <dgm:prSet presAssocID="{A070CBC4-5FC2-48C7-BE86-0609869EA2FD}" presName="node" presStyleLbl="node1" presStyleIdx="2" presStyleCnt="5">
        <dgm:presLayoutVars>
          <dgm:bulletEnabled val="1"/>
        </dgm:presLayoutVars>
      </dgm:prSet>
      <dgm:spPr/>
    </dgm:pt>
    <dgm:pt modelId="{16E0ED8A-D817-4193-B74F-B43B826BEFBB}" type="pres">
      <dgm:prSet presAssocID="{C3D4A70C-39F1-47A1-86B0-D4041746DF5E}" presName="sibTrans" presStyleLbl="sibTrans1D1" presStyleIdx="2" presStyleCnt="4"/>
      <dgm:spPr/>
    </dgm:pt>
    <dgm:pt modelId="{650A8486-0A96-4924-BD39-1D0CD6ABB21D}" type="pres">
      <dgm:prSet presAssocID="{C3D4A70C-39F1-47A1-86B0-D4041746DF5E}" presName="connectorText" presStyleLbl="sibTrans1D1" presStyleIdx="2" presStyleCnt="4"/>
      <dgm:spPr/>
    </dgm:pt>
    <dgm:pt modelId="{02417977-F6FC-4299-B016-DF5B32EDC737}" type="pres">
      <dgm:prSet presAssocID="{9F800AD0-B8CB-4F66-8406-43122D118C30}" presName="node" presStyleLbl="node1" presStyleIdx="3" presStyleCnt="5">
        <dgm:presLayoutVars>
          <dgm:bulletEnabled val="1"/>
        </dgm:presLayoutVars>
      </dgm:prSet>
      <dgm:spPr/>
    </dgm:pt>
    <dgm:pt modelId="{8207A6F1-26CF-44D5-9251-94FA3B171EA0}" type="pres">
      <dgm:prSet presAssocID="{ED04F66B-6AFF-4928-9C9E-BC664D3139BA}" presName="sibTrans" presStyleLbl="sibTrans1D1" presStyleIdx="3" presStyleCnt="4"/>
      <dgm:spPr/>
    </dgm:pt>
    <dgm:pt modelId="{6363D3A2-A8C1-486B-BF58-A0264A9EC0DE}" type="pres">
      <dgm:prSet presAssocID="{ED04F66B-6AFF-4928-9C9E-BC664D3139BA}" presName="connectorText" presStyleLbl="sibTrans1D1" presStyleIdx="3" presStyleCnt="4"/>
      <dgm:spPr/>
    </dgm:pt>
    <dgm:pt modelId="{4F23BBEA-7158-4606-B0E1-CB647D68581D}" type="pres">
      <dgm:prSet presAssocID="{4030338A-D0E3-4AAA-B586-D559F2B5150F}" presName="node" presStyleLbl="node1" presStyleIdx="4" presStyleCnt="5">
        <dgm:presLayoutVars>
          <dgm:bulletEnabled val="1"/>
        </dgm:presLayoutVars>
      </dgm:prSet>
      <dgm:spPr/>
    </dgm:pt>
  </dgm:ptLst>
  <dgm:cxnLst>
    <dgm:cxn modelId="{9F8F761A-CCA8-4036-A4C0-CA5B473FBC42}" type="presOf" srcId="{4030338A-D0E3-4AAA-B586-D559F2B5150F}" destId="{4F23BBEA-7158-4606-B0E1-CB647D68581D}" srcOrd="0" destOrd="0" presId="urn:microsoft.com/office/officeart/2005/8/layout/bProcess3"/>
    <dgm:cxn modelId="{29B5DB26-49E1-47F0-AC9C-1693B6D102E4}" type="presOf" srcId="{ED04F66B-6AFF-4928-9C9E-BC664D3139BA}" destId="{6363D3A2-A8C1-486B-BF58-A0264A9EC0DE}" srcOrd="1" destOrd="0" presId="urn:microsoft.com/office/officeart/2005/8/layout/bProcess3"/>
    <dgm:cxn modelId="{7D77DE29-D92E-4277-9363-AC69B93C65A9}" type="presOf" srcId="{B93B0A20-6DB7-462C-A53B-BFF949F16BE2}" destId="{F7404AFB-6C44-4460-8764-261D736D706F}" srcOrd="0" destOrd="0" presId="urn:microsoft.com/office/officeart/2005/8/layout/bProcess3"/>
    <dgm:cxn modelId="{08243133-9287-4090-A740-4F73C1710ECF}" type="presOf" srcId="{C3D4A70C-39F1-47A1-86B0-D4041746DF5E}" destId="{16E0ED8A-D817-4193-B74F-B43B826BEFBB}" srcOrd="0" destOrd="0" presId="urn:microsoft.com/office/officeart/2005/8/layout/bProcess3"/>
    <dgm:cxn modelId="{5BE9EC35-6759-4891-A358-2CE19711D7A6}" type="presOf" srcId="{9F800AD0-B8CB-4F66-8406-43122D118C30}" destId="{02417977-F6FC-4299-B016-DF5B32EDC737}" srcOrd="0" destOrd="0" presId="urn:microsoft.com/office/officeart/2005/8/layout/bProcess3"/>
    <dgm:cxn modelId="{4A350B3A-AF9D-4D40-BFA2-E0FF3C257AB7}" type="presOf" srcId="{A070CBC4-5FC2-48C7-BE86-0609869EA2FD}" destId="{F2336980-2895-4AF7-B97E-1F9DD0BFF18E}" srcOrd="0" destOrd="0" presId="urn:microsoft.com/office/officeart/2005/8/layout/bProcess3"/>
    <dgm:cxn modelId="{20BADB63-67DC-4380-BB02-C680665EADD2}" type="presOf" srcId="{787CEC5B-1AB9-4A26-96BA-60D286C21CF7}" destId="{43C4EF88-6C76-4CB8-9D49-49C4D64DF954}" srcOrd="0" destOrd="0" presId="urn:microsoft.com/office/officeart/2005/8/layout/bProcess3"/>
    <dgm:cxn modelId="{081FCA68-9D5E-4DA7-8637-34A7B211BBC8}" srcId="{B93B0A20-6DB7-462C-A53B-BFF949F16BE2}" destId="{787CEC5B-1AB9-4A26-96BA-60D286C21CF7}" srcOrd="1" destOrd="0" parTransId="{E3DB47D6-C62D-4DB8-BB04-7E004F6A1014}" sibTransId="{074CA132-3AB9-46FC-955C-D5AB24389E01}"/>
    <dgm:cxn modelId="{80A56174-719C-457B-84F1-B76979634095}" type="presOf" srcId="{074CA132-3AB9-46FC-955C-D5AB24389E01}" destId="{0FE9DEBD-4342-4AE3-9288-31F1FD720B3F}" srcOrd="0" destOrd="0" presId="urn:microsoft.com/office/officeart/2005/8/layout/bProcess3"/>
    <dgm:cxn modelId="{956E9F7B-2C58-471A-A411-061C920135F8}" type="presOf" srcId="{9B4878B1-EB0A-413C-81B6-62759D6DD6AE}" destId="{D8A80DA7-892B-49E2-8C82-0C6788565413}" srcOrd="1" destOrd="0" presId="urn:microsoft.com/office/officeart/2005/8/layout/bProcess3"/>
    <dgm:cxn modelId="{7E769395-4018-4948-A3F5-D6CB91D2473B}" type="presOf" srcId="{074CA132-3AB9-46FC-955C-D5AB24389E01}" destId="{E197F6A2-EE4C-499B-9C7E-940DA07D3573}" srcOrd="1" destOrd="0" presId="urn:microsoft.com/office/officeart/2005/8/layout/bProcess3"/>
    <dgm:cxn modelId="{BC6E57A0-A671-4122-BB4E-F7E4C750CCA7}" srcId="{B93B0A20-6DB7-462C-A53B-BFF949F16BE2}" destId="{0BE1EE49-4E3D-4FE6-A9A9-99C5B41EC165}" srcOrd="0" destOrd="0" parTransId="{19BB035D-483D-4568-9E87-B56FB3EB1B78}" sibTransId="{9B4878B1-EB0A-413C-81B6-62759D6DD6AE}"/>
    <dgm:cxn modelId="{AA3F37B8-F4ED-4AD0-A97D-960FBEB9F483}" type="presOf" srcId="{9B4878B1-EB0A-413C-81B6-62759D6DD6AE}" destId="{E14DC3C3-608E-4C40-94C2-B7A210E678EA}" srcOrd="0" destOrd="0" presId="urn:microsoft.com/office/officeart/2005/8/layout/bProcess3"/>
    <dgm:cxn modelId="{EACB42CC-37BA-40F5-9591-3EA451A2425F}" type="presOf" srcId="{ED04F66B-6AFF-4928-9C9E-BC664D3139BA}" destId="{8207A6F1-26CF-44D5-9251-94FA3B171EA0}" srcOrd="0" destOrd="0" presId="urn:microsoft.com/office/officeart/2005/8/layout/bProcess3"/>
    <dgm:cxn modelId="{C7A28AD0-7555-4476-8A85-2DE0E9D74E5A}" type="presOf" srcId="{C3D4A70C-39F1-47A1-86B0-D4041746DF5E}" destId="{650A8486-0A96-4924-BD39-1D0CD6ABB21D}" srcOrd="1" destOrd="0" presId="urn:microsoft.com/office/officeart/2005/8/layout/bProcess3"/>
    <dgm:cxn modelId="{57619BDC-0B16-4A89-AC0D-92184CFBA30F}" srcId="{B93B0A20-6DB7-462C-A53B-BFF949F16BE2}" destId="{4030338A-D0E3-4AAA-B586-D559F2B5150F}" srcOrd="4" destOrd="0" parTransId="{6AA2EDD0-222A-4F38-9EB6-607252723FD0}" sibTransId="{08F56E1C-4938-41D8-B219-92A176D7E821}"/>
    <dgm:cxn modelId="{564620EF-D872-455C-846C-7F26E2EACFD9}" srcId="{B93B0A20-6DB7-462C-A53B-BFF949F16BE2}" destId="{9F800AD0-B8CB-4F66-8406-43122D118C30}" srcOrd="3" destOrd="0" parTransId="{4D7C1D1F-97D5-4832-A908-1E8553AB6495}" sibTransId="{ED04F66B-6AFF-4928-9C9E-BC664D3139BA}"/>
    <dgm:cxn modelId="{0A7082F1-A025-4791-B19A-91E21E5101C3}" srcId="{B93B0A20-6DB7-462C-A53B-BFF949F16BE2}" destId="{A070CBC4-5FC2-48C7-BE86-0609869EA2FD}" srcOrd="2" destOrd="0" parTransId="{403A7641-A8D6-4E77-8691-D023DF996F98}" sibTransId="{C3D4A70C-39F1-47A1-86B0-D4041746DF5E}"/>
    <dgm:cxn modelId="{866C83FA-5114-4238-85A8-17E8034A6461}" type="presOf" srcId="{0BE1EE49-4E3D-4FE6-A9A9-99C5B41EC165}" destId="{F1AC8ACF-113B-4FAA-9E3F-A88AA5DD4320}" srcOrd="0" destOrd="0" presId="urn:microsoft.com/office/officeart/2005/8/layout/bProcess3"/>
    <dgm:cxn modelId="{758C89E1-FF55-4175-9E2D-FD42DB5108FF}" type="presParOf" srcId="{F7404AFB-6C44-4460-8764-261D736D706F}" destId="{F1AC8ACF-113B-4FAA-9E3F-A88AA5DD4320}" srcOrd="0" destOrd="0" presId="urn:microsoft.com/office/officeart/2005/8/layout/bProcess3"/>
    <dgm:cxn modelId="{416A3388-04F1-404D-97B2-76389B428BE9}" type="presParOf" srcId="{F7404AFB-6C44-4460-8764-261D736D706F}" destId="{E14DC3C3-608E-4C40-94C2-B7A210E678EA}" srcOrd="1" destOrd="0" presId="urn:microsoft.com/office/officeart/2005/8/layout/bProcess3"/>
    <dgm:cxn modelId="{393A7107-8D8C-43B0-87A8-2A60495B0BE5}" type="presParOf" srcId="{E14DC3C3-608E-4C40-94C2-B7A210E678EA}" destId="{D8A80DA7-892B-49E2-8C82-0C6788565413}" srcOrd="0" destOrd="0" presId="urn:microsoft.com/office/officeart/2005/8/layout/bProcess3"/>
    <dgm:cxn modelId="{A97EC981-8552-4E75-9E5B-D018C0002F9F}" type="presParOf" srcId="{F7404AFB-6C44-4460-8764-261D736D706F}" destId="{43C4EF88-6C76-4CB8-9D49-49C4D64DF954}" srcOrd="2" destOrd="0" presId="urn:microsoft.com/office/officeart/2005/8/layout/bProcess3"/>
    <dgm:cxn modelId="{D767E75F-47EE-4CA4-963C-C8CD47C9D8FD}" type="presParOf" srcId="{F7404AFB-6C44-4460-8764-261D736D706F}" destId="{0FE9DEBD-4342-4AE3-9288-31F1FD720B3F}" srcOrd="3" destOrd="0" presId="urn:microsoft.com/office/officeart/2005/8/layout/bProcess3"/>
    <dgm:cxn modelId="{EAFC49ED-FCE6-4C29-B42B-276AD11CB3B6}" type="presParOf" srcId="{0FE9DEBD-4342-4AE3-9288-31F1FD720B3F}" destId="{E197F6A2-EE4C-499B-9C7E-940DA07D3573}" srcOrd="0" destOrd="0" presId="urn:microsoft.com/office/officeart/2005/8/layout/bProcess3"/>
    <dgm:cxn modelId="{FA714753-4133-4F29-AF65-E0284ABB149F}" type="presParOf" srcId="{F7404AFB-6C44-4460-8764-261D736D706F}" destId="{F2336980-2895-4AF7-B97E-1F9DD0BFF18E}" srcOrd="4" destOrd="0" presId="urn:microsoft.com/office/officeart/2005/8/layout/bProcess3"/>
    <dgm:cxn modelId="{DE6D58BE-D5CA-4805-9824-5F625549898E}" type="presParOf" srcId="{F7404AFB-6C44-4460-8764-261D736D706F}" destId="{16E0ED8A-D817-4193-B74F-B43B826BEFBB}" srcOrd="5" destOrd="0" presId="urn:microsoft.com/office/officeart/2005/8/layout/bProcess3"/>
    <dgm:cxn modelId="{604E7220-918F-4EB6-9B8F-3F5FA3D18AF1}" type="presParOf" srcId="{16E0ED8A-D817-4193-B74F-B43B826BEFBB}" destId="{650A8486-0A96-4924-BD39-1D0CD6ABB21D}" srcOrd="0" destOrd="0" presId="urn:microsoft.com/office/officeart/2005/8/layout/bProcess3"/>
    <dgm:cxn modelId="{361F939C-A182-4B43-AE0D-17BCF1ED38AE}" type="presParOf" srcId="{F7404AFB-6C44-4460-8764-261D736D706F}" destId="{02417977-F6FC-4299-B016-DF5B32EDC737}" srcOrd="6" destOrd="0" presId="urn:microsoft.com/office/officeart/2005/8/layout/bProcess3"/>
    <dgm:cxn modelId="{4CB6A2C9-22DE-4E66-9C14-42B53811BB02}" type="presParOf" srcId="{F7404AFB-6C44-4460-8764-261D736D706F}" destId="{8207A6F1-26CF-44D5-9251-94FA3B171EA0}" srcOrd="7" destOrd="0" presId="urn:microsoft.com/office/officeart/2005/8/layout/bProcess3"/>
    <dgm:cxn modelId="{5BDF446A-58A3-45DA-80FD-79790F68E0A7}" type="presParOf" srcId="{8207A6F1-26CF-44D5-9251-94FA3B171EA0}" destId="{6363D3A2-A8C1-486B-BF58-A0264A9EC0DE}" srcOrd="0" destOrd="0" presId="urn:microsoft.com/office/officeart/2005/8/layout/bProcess3"/>
    <dgm:cxn modelId="{25F62075-8A16-4932-95B6-041943A030AE}" type="presParOf" srcId="{F7404AFB-6C44-4460-8764-261D736D706F}" destId="{4F23BBEA-7158-4606-B0E1-CB647D68581D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3A3CC-88A4-4B7E-B973-418071879D67}">
      <dsp:nvSpPr>
        <dsp:cNvPr id="0" name=""/>
        <dsp:cNvSpPr/>
      </dsp:nvSpPr>
      <dsp:spPr>
        <a:xfrm>
          <a:off x="0" y="0"/>
          <a:ext cx="4395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6A86-5DF7-45BA-B011-3C6E89D8633F}">
      <dsp:nvSpPr>
        <dsp:cNvPr id="0" name=""/>
        <dsp:cNvSpPr/>
      </dsp:nvSpPr>
      <dsp:spPr>
        <a:xfrm>
          <a:off x="0" y="0"/>
          <a:ext cx="4395787" cy="419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0" y="0"/>
        <a:ext cx="4395787" cy="419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3A3CC-88A4-4B7E-B973-418071879D67}">
      <dsp:nvSpPr>
        <dsp:cNvPr id="0" name=""/>
        <dsp:cNvSpPr/>
      </dsp:nvSpPr>
      <dsp:spPr>
        <a:xfrm>
          <a:off x="0" y="0"/>
          <a:ext cx="4395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6A86-5DF7-45BA-B011-3C6E89D8633F}">
      <dsp:nvSpPr>
        <dsp:cNvPr id="0" name=""/>
        <dsp:cNvSpPr/>
      </dsp:nvSpPr>
      <dsp:spPr>
        <a:xfrm>
          <a:off x="0" y="0"/>
          <a:ext cx="4395787" cy="419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0" y="0"/>
        <a:ext cx="4395787" cy="41957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0D7BE-E620-48E4-BD09-541938BF72AE}">
      <dsp:nvSpPr>
        <dsp:cNvPr id="0" name=""/>
        <dsp:cNvSpPr/>
      </dsp:nvSpPr>
      <dsp:spPr>
        <a:xfrm>
          <a:off x="3228743" y="0"/>
          <a:ext cx="1834024" cy="4330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Funcionais</a:t>
          </a:r>
        </a:p>
      </dsp:txBody>
      <dsp:txXfrm>
        <a:off x="3318273" y="89530"/>
        <a:ext cx="1654964" cy="4151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0D7BE-E620-48E4-BD09-541938BF72AE}">
      <dsp:nvSpPr>
        <dsp:cNvPr id="0" name=""/>
        <dsp:cNvSpPr/>
      </dsp:nvSpPr>
      <dsp:spPr>
        <a:xfrm>
          <a:off x="0" y="0"/>
          <a:ext cx="1834024" cy="4330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Não funcionais</a:t>
          </a:r>
        </a:p>
      </dsp:txBody>
      <dsp:txXfrm>
        <a:off x="89530" y="89530"/>
        <a:ext cx="1654964" cy="41516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0D7BE-E620-48E4-BD09-541938BF72AE}">
      <dsp:nvSpPr>
        <dsp:cNvPr id="0" name=""/>
        <dsp:cNvSpPr/>
      </dsp:nvSpPr>
      <dsp:spPr>
        <a:xfrm>
          <a:off x="3228743" y="0"/>
          <a:ext cx="1834024" cy="4330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Funcionais</a:t>
          </a:r>
        </a:p>
      </dsp:txBody>
      <dsp:txXfrm>
        <a:off x="3318273" y="89530"/>
        <a:ext cx="1654964" cy="41516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0D7BE-E620-48E4-BD09-541938BF72AE}">
      <dsp:nvSpPr>
        <dsp:cNvPr id="0" name=""/>
        <dsp:cNvSpPr/>
      </dsp:nvSpPr>
      <dsp:spPr>
        <a:xfrm>
          <a:off x="0" y="0"/>
          <a:ext cx="1834024" cy="4330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Não funcionais</a:t>
          </a:r>
        </a:p>
      </dsp:txBody>
      <dsp:txXfrm>
        <a:off x="89530" y="89530"/>
        <a:ext cx="1654964" cy="41516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0D7BE-E620-48E4-BD09-541938BF72AE}">
      <dsp:nvSpPr>
        <dsp:cNvPr id="0" name=""/>
        <dsp:cNvSpPr/>
      </dsp:nvSpPr>
      <dsp:spPr>
        <a:xfrm>
          <a:off x="3260488" y="0"/>
          <a:ext cx="1834024" cy="44005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Regras de negócio</a:t>
          </a:r>
        </a:p>
      </dsp:txBody>
      <dsp:txXfrm>
        <a:off x="3350018" y="89530"/>
        <a:ext cx="1654964" cy="42214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DC3C3-608E-4C40-94C2-B7A210E678EA}">
      <dsp:nvSpPr>
        <dsp:cNvPr id="0" name=""/>
        <dsp:cNvSpPr/>
      </dsp:nvSpPr>
      <dsp:spPr>
        <a:xfrm>
          <a:off x="2847829" y="667983"/>
          <a:ext cx="5543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8249"/>
              </a:moveTo>
              <a:lnTo>
                <a:pt x="294299" y="48249"/>
              </a:lnTo>
              <a:lnTo>
                <a:pt x="294299" y="45720"/>
              </a:lnTo>
              <a:lnTo>
                <a:pt x="554399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3110404" y="710967"/>
        <a:ext cx="29250" cy="5471"/>
      </dsp:txXfrm>
    </dsp:sp>
    <dsp:sp modelId="{F1AC8ACF-113B-4FAA-9E3F-A88AA5DD4320}">
      <dsp:nvSpPr>
        <dsp:cNvPr id="0" name=""/>
        <dsp:cNvSpPr/>
      </dsp:nvSpPr>
      <dsp:spPr>
        <a:xfrm>
          <a:off x="470617" y="2529"/>
          <a:ext cx="2379012" cy="1427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b="0" i="0" kern="1200" dirty="0"/>
            <a:t>Operador</a:t>
          </a:r>
          <a:endParaRPr lang="pt-BR" sz="3100" kern="1200" dirty="0"/>
        </a:p>
      </dsp:txBody>
      <dsp:txXfrm>
        <a:off x="470617" y="2529"/>
        <a:ext cx="2379012" cy="1427407"/>
      </dsp:txXfrm>
    </dsp:sp>
    <dsp:sp modelId="{0FE9DEBD-4342-4AE3-9288-31F1FD720B3F}">
      <dsp:nvSpPr>
        <dsp:cNvPr id="0" name=""/>
        <dsp:cNvSpPr/>
      </dsp:nvSpPr>
      <dsp:spPr>
        <a:xfrm>
          <a:off x="1660123" y="1425607"/>
          <a:ext cx="2964011" cy="519102"/>
        </a:xfrm>
        <a:custGeom>
          <a:avLst/>
          <a:gdLst/>
          <a:ahLst/>
          <a:cxnLst/>
          <a:rect l="0" t="0" r="0" b="0"/>
          <a:pathLst>
            <a:path>
              <a:moveTo>
                <a:pt x="2964011" y="0"/>
              </a:moveTo>
              <a:lnTo>
                <a:pt x="2964011" y="276651"/>
              </a:lnTo>
              <a:lnTo>
                <a:pt x="0" y="276651"/>
              </a:lnTo>
              <a:lnTo>
                <a:pt x="0" y="519102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3066765" y="1682422"/>
        <a:ext cx="150727" cy="5471"/>
      </dsp:txXfrm>
    </dsp:sp>
    <dsp:sp modelId="{43C4EF88-6C76-4CB8-9D49-49C4D64DF954}">
      <dsp:nvSpPr>
        <dsp:cNvPr id="0" name=""/>
        <dsp:cNvSpPr/>
      </dsp:nvSpPr>
      <dsp:spPr>
        <a:xfrm>
          <a:off x="3434628" y="0"/>
          <a:ext cx="2379012" cy="1427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b="0" i="0" kern="1200" dirty="0"/>
            <a:t>Iniciar </a:t>
          </a:r>
          <a:endParaRPr lang="pt-BR" sz="3100" kern="1200" dirty="0"/>
        </a:p>
      </dsp:txBody>
      <dsp:txXfrm>
        <a:off x="3434628" y="0"/>
        <a:ext cx="2379012" cy="1427407"/>
      </dsp:txXfrm>
    </dsp:sp>
    <dsp:sp modelId="{16E0ED8A-D817-4193-B74F-B43B826BEFBB}">
      <dsp:nvSpPr>
        <dsp:cNvPr id="0" name=""/>
        <dsp:cNvSpPr/>
      </dsp:nvSpPr>
      <dsp:spPr>
        <a:xfrm>
          <a:off x="2847829" y="2645093"/>
          <a:ext cx="5165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572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3092436" y="2688077"/>
        <a:ext cx="27358" cy="5471"/>
      </dsp:txXfrm>
    </dsp:sp>
    <dsp:sp modelId="{F2336980-2895-4AF7-B97E-1F9DD0BFF18E}">
      <dsp:nvSpPr>
        <dsp:cNvPr id="0" name=""/>
        <dsp:cNvSpPr/>
      </dsp:nvSpPr>
      <dsp:spPr>
        <a:xfrm>
          <a:off x="470617" y="1977109"/>
          <a:ext cx="2379012" cy="1427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b="0" i="0" kern="1200" dirty="0"/>
            <a:t>Coleta</a:t>
          </a:r>
          <a:endParaRPr lang="pt-BR" sz="3100" kern="1200" dirty="0"/>
        </a:p>
      </dsp:txBody>
      <dsp:txXfrm>
        <a:off x="470617" y="1977109"/>
        <a:ext cx="2379012" cy="1427407"/>
      </dsp:txXfrm>
    </dsp:sp>
    <dsp:sp modelId="{8207A6F1-26CF-44D5-9251-94FA3B171EA0}">
      <dsp:nvSpPr>
        <dsp:cNvPr id="0" name=""/>
        <dsp:cNvSpPr/>
      </dsp:nvSpPr>
      <dsp:spPr>
        <a:xfrm>
          <a:off x="1660123" y="3402716"/>
          <a:ext cx="2926184" cy="516572"/>
        </a:xfrm>
        <a:custGeom>
          <a:avLst/>
          <a:gdLst/>
          <a:ahLst/>
          <a:cxnLst/>
          <a:rect l="0" t="0" r="0" b="0"/>
          <a:pathLst>
            <a:path>
              <a:moveTo>
                <a:pt x="2926184" y="0"/>
              </a:moveTo>
              <a:lnTo>
                <a:pt x="2926184" y="275386"/>
              </a:lnTo>
              <a:lnTo>
                <a:pt x="0" y="275386"/>
              </a:lnTo>
              <a:lnTo>
                <a:pt x="0" y="516572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3048793" y="3658267"/>
        <a:ext cx="148845" cy="5471"/>
      </dsp:txXfrm>
    </dsp:sp>
    <dsp:sp modelId="{02417977-F6FC-4299-B016-DF5B32EDC737}">
      <dsp:nvSpPr>
        <dsp:cNvPr id="0" name=""/>
        <dsp:cNvSpPr/>
      </dsp:nvSpPr>
      <dsp:spPr>
        <a:xfrm>
          <a:off x="3396802" y="1977109"/>
          <a:ext cx="2379012" cy="1427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Fim da coleta</a:t>
          </a:r>
        </a:p>
      </dsp:txBody>
      <dsp:txXfrm>
        <a:off x="3396802" y="1977109"/>
        <a:ext cx="2379012" cy="1427407"/>
      </dsp:txXfrm>
    </dsp:sp>
    <dsp:sp modelId="{4F23BBEA-7158-4606-B0E1-CB647D68581D}">
      <dsp:nvSpPr>
        <dsp:cNvPr id="0" name=""/>
        <dsp:cNvSpPr/>
      </dsp:nvSpPr>
      <dsp:spPr>
        <a:xfrm>
          <a:off x="470617" y="3951689"/>
          <a:ext cx="2379012" cy="1427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Tratar os dados</a:t>
          </a:r>
        </a:p>
      </dsp:txBody>
      <dsp:txXfrm>
        <a:off x="470617" y="3951689"/>
        <a:ext cx="2379012" cy="14274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DC3C3-608E-4C40-94C2-B7A210E678EA}">
      <dsp:nvSpPr>
        <dsp:cNvPr id="0" name=""/>
        <dsp:cNvSpPr/>
      </dsp:nvSpPr>
      <dsp:spPr>
        <a:xfrm>
          <a:off x="2799783" y="667799"/>
          <a:ext cx="5542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8944"/>
              </a:moveTo>
              <a:lnTo>
                <a:pt x="294223" y="48944"/>
              </a:lnTo>
              <a:lnTo>
                <a:pt x="294223" y="45720"/>
              </a:lnTo>
              <a:lnTo>
                <a:pt x="554247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3062286" y="710784"/>
        <a:ext cx="29242" cy="5470"/>
      </dsp:txXfrm>
    </dsp:sp>
    <dsp:sp modelId="{F1AC8ACF-113B-4FAA-9E3F-A88AA5DD4320}">
      <dsp:nvSpPr>
        <dsp:cNvPr id="0" name=""/>
        <dsp:cNvSpPr/>
      </dsp:nvSpPr>
      <dsp:spPr>
        <a:xfrm>
          <a:off x="423186" y="3224"/>
          <a:ext cx="2378397" cy="1427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Dados	</a:t>
          </a:r>
        </a:p>
      </dsp:txBody>
      <dsp:txXfrm>
        <a:off x="423186" y="3224"/>
        <a:ext cx="2378397" cy="1427038"/>
      </dsp:txXfrm>
    </dsp:sp>
    <dsp:sp modelId="{0FE9DEBD-4342-4AE3-9288-31F1FD720B3F}">
      <dsp:nvSpPr>
        <dsp:cNvPr id="0" name=""/>
        <dsp:cNvSpPr/>
      </dsp:nvSpPr>
      <dsp:spPr>
        <a:xfrm>
          <a:off x="1612385" y="1425238"/>
          <a:ext cx="2963245" cy="519655"/>
        </a:xfrm>
        <a:custGeom>
          <a:avLst/>
          <a:gdLst/>
          <a:ahLst/>
          <a:cxnLst/>
          <a:rect l="0" t="0" r="0" b="0"/>
          <a:pathLst>
            <a:path>
              <a:moveTo>
                <a:pt x="2963245" y="0"/>
              </a:moveTo>
              <a:lnTo>
                <a:pt x="2963245" y="276927"/>
              </a:lnTo>
              <a:lnTo>
                <a:pt x="0" y="276927"/>
              </a:lnTo>
              <a:lnTo>
                <a:pt x="0" y="519655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3018660" y="1682330"/>
        <a:ext cx="150695" cy="5470"/>
      </dsp:txXfrm>
    </dsp:sp>
    <dsp:sp modelId="{43C4EF88-6C76-4CB8-9D49-49C4D64DF954}">
      <dsp:nvSpPr>
        <dsp:cNvPr id="0" name=""/>
        <dsp:cNvSpPr/>
      </dsp:nvSpPr>
      <dsp:spPr>
        <a:xfrm>
          <a:off x="3386431" y="0"/>
          <a:ext cx="2378397" cy="1427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Analise de dados</a:t>
          </a:r>
        </a:p>
      </dsp:txBody>
      <dsp:txXfrm>
        <a:off x="3386431" y="0"/>
        <a:ext cx="2378397" cy="1427038"/>
      </dsp:txXfrm>
    </dsp:sp>
    <dsp:sp modelId="{16E0ED8A-D817-4193-B74F-B43B826BEFBB}">
      <dsp:nvSpPr>
        <dsp:cNvPr id="0" name=""/>
        <dsp:cNvSpPr/>
      </dsp:nvSpPr>
      <dsp:spPr>
        <a:xfrm>
          <a:off x="2799783" y="2645093"/>
          <a:ext cx="5164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43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3044323" y="2688077"/>
        <a:ext cx="27351" cy="5470"/>
      </dsp:txXfrm>
    </dsp:sp>
    <dsp:sp modelId="{F2336980-2895-4AF7-B97E-1F9DD0BFF18E}">
      <dsp:nvSpPr>
        <dsp:cNvPr id="0" name=""/>
        <dsp:cNvSpPr/>
      </dsp:nvSpPr>
      <dsp:spPr>
        <a:xfrm>
          <a:off x="423186" y="1977293"/>
          <a:ext cx="2378397" cy="1427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Interações</a:t>
          </a:r>
        </a:p>
      </dsp:txBody>
      <dsp:txXfrm>
        <a:off x="423186" y="1977293"/>
        <a:ext cx="2378397" cy="1427038"/>
      </dsp:txXfrm>
    </dsp:sp>
    <dsp:sp modelId="{8207A6F1-26CF-44D5-9251-94FA3B171EA0}">
      <dsp:nvSpPr>
        <dsp:cNvPr id="0" name=""/>
        <dsp:cNvSpPr/>
      </dsp:nvSpPr>
      <dsp:spPr>
        <a:xfrm>
          <a:off x="1612385" y="3402532"/>
          <a:ext cx="2925428" cy="516431"/>
        </a:xfrm>
        <a:custGeom>
          <a:avLst/>
          <a:gdLst/>
          <a:ahLst/>
          <a:cxnLst/>
          <a:rect l="0" t="0" r="0" b="0"/>
          <a:pathLst>
            <a:path>
              <a:moveTo>
                <a:pt x="2925428" y="0"/>
              </a:moveTo>
              <a:lnTo>
                <a:pt x="2925428" y="275315"/>
              </a:lnTo>
              <a:lnTo>
                <a:pt x="0" y="275315"/>
              </a:lnTo>
              <a:lnTo>
                <a:pt x="0" y="516431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3000696" y="3658012"/>
        <a:ext cx="148806" cy="5470"/>
      </dsp:txXfrm>
    </dsp:sp>
    <dsp:sp modelId="{02417977-F6FC-4299-B016-DF5B32EDC737}">
      <dsp:nvSpPr>
        <dsp:cNvPr id="0" name=""/>
        <dsp:cNvSpPr/>
      </dsp:nvSpPr>
      <dsp:spPr>
        <a:xfrm>
          <a:off x="3348615" y="1977293"/>
          <a:ext cx="2378397" cy="1427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Melhorias</a:t>
          </a:r>
        </a:p>
      </dsp:txBody>
      <dsp:txXfrm>
        <a:off x="3348615" y="1977293"/>
        <a:ext cx="2378397" cy="1427038"/>
      </dsp:txXfrm>
    </dsp:sp>
    <dsp:sp modelId="{4F23BBEA-7158-4606-B0E1-CB647D68581D}">
      <dsp:nvSpPr>
        <dsp:cNvPr id="0" name=""/>
        <dsp:cNvSpPr/>
      </dsp:nvSpPr>
      <dsp:spPr>
        <a:xfrm>
          <a:off x="423186" y="3951363"/>
          <a:ext cx="2378397" cy="1427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Implementação</a:t>
          </a:r>
        </a:p>
      </dsp:txBody>
      <dsp:txXfrm>
        <a:off x="423186" y="3951363"/>
        <a:ext cx="2378397" cy="1427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7617C-B373-4523-802F-C83E419317BF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57BB7-C63D-47FC-A750-13C9BFA35B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4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8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61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7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88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55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9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8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0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8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01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9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420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61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53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8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574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85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C3B526-6742-4533-9567-03F0656AE10A}" type="datetimeFigureOut">
              <a:rPr lang="pt-BR" smtClean="0"/>
              <a:t>07/06/2024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239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slideLayout" Target="../slideLayouts/slideLayout4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image" Target="../media/image6.png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3" Type="http://schemas.openxmlformats.org/officeDocument/2006/relationships/slideLayout" Target="../slideLayouts/slideLayout4.xml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18" Type="http://schemas.openxmlformats.org/officeDocument/2006/relationships/diagramColors" Target="../diagrams/colors7.xml"/><Relationship Id="rId3" Type="http://schemas.openxmlformats.org/officeDocument/2006/relationships/slideLayout" Target="../slideLayouts/slideLayout4.xml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17" Type="http://schemas.openxmlformats.org/officeDocument/2006/relationships/diagramQuickStyle" Target="../diagrams/quickStyle7.xml"/><Relationship Id="rId2" Type="http://schemas.openxmlformats.org/officeDocument/2006/relationships/audio" Target="../media/media5.m4a"/><Relationship Id="rId16" Type="http://schemas.openxmlformats.org/officeDocument/2006/relationships/diagramLayout" Target="../diagrams/layout7.xml"/><Relationship Id="rId1" Type="http://schemas.microsoft.com/office/2007/relationships/media" Target="../media/media5.m4a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5" Type="http://schemas.openxmlformats.org/officeDocument/2006/relationships/diagramData" Target="../diagrams/data7.xml"/><Relationship Id="rId10" Type="http://schemas.openxmlformats.org/officeDocument/2006/relationships/diagramLayout" Target="../diagrams/layout6.xml"/><Relationship Id="rId19" Type="http://schemas.microsoft.com/office/2007/relationships/diagramDrawing" Target="../diagrams/drawing7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Relationship Id="rId1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13" Type="http://schemas.microsoft.com/office/2007/relationships/diagramDrawing" Target="../diagrams/drawing9.xml"/><Relationship Id="rId3" Type="http://schemas.openxmlformats.org/officeDocument/2006/relationships/slideLayout" Target="../slideLayouts/slideLayout3.xml"/><Relationship Id="rId7" Type="http://schemas.openxmlformats.org/officeDocument/2006/relationships/diagramColors" Target="../diagrams/colors8.xml"/><Relationship Id="rId12" Type="http://schemas.openxmlformats.org/officeDocument/2006/relationships/diagramColors" Target="../diagrams/colors9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diagramQuickStyle" Target="../diagrams/quickStyle8.xml"/><Relationship Id="rId11" Type="http://schemas.openxmlformats.org/officeDocument/2006/relationships/diagramQuickStyle" Target="../diagrams/quickStyle9.xml"/><Relationship Id="rId5" Type="http://schemas.openxmlformats.org/officeDocument/2006/relationships/diagramLayout" Target="../diagrams/layout8.xml"/><Relationship Id="rId10" Type="http://schemas.openxmlformats.org/officeDocument/2006/relationships/diagramLayout" Target="../diagrams/layout9.xml"/><Relationship Id="rId4" Type="http://schemas.openxmlformats.org/officeDocument/2006/relationships/diagramData" Target="../diagrams/data8.xml"/><Relationship Id="rId9" Type="http://schemas.openxmlformats.org/officeDocument/2006/relationships/diagramData" Target="../diagrams/data9.xml"/><Relationship Id="rId1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iclovivo.com.br/inovacao/tecnologia/aquadrone-detecta-capta-lixo-plastico-rios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 de texto 6">
            <a:extLst>
              <a:ext uri="{FF2B5EF4-FFF2-40B4-BE49-F238E27FC236}">
                <a16:creationId xmlns:a16="http://schemas.microsoft.com/office/drawing/2014/main" id="{D1F62844-03D4-40A4-00AC-9B3FD1BAFC3A}"/>
              </a:ext>
            </a:extLst>
          </p:cNvPr>
          <p:cNvSpPr txBox="1"/>
          <p:nvPr/>
        </p:nvSpPr>
        <p:spPr>
          <a:xfrm>
            <a:off x="2304900" y="2856255"/>
            <a:ext cx="706770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Engenharia de Software </a:t>
            </a:r>
          </a:p>
        </p:txBody>
      </p:sp>
      <p:sp>
        <p:nvSpPr>
          <p:cNvPr id="8" name="Caixa de texto 20">
            <a:extLst>
              <a:ext uri="{FF2B5EF4-FFF2-40B4-BE49-F238E27FC236}">
                <a16:creationId xmlns:a16="http://schemas.microsoft.com/office/drawing/2014/main" id="{1FA507AA-FF07-851D-9982-1622BE6A9D2A}"/>
              </a:ext>
            </a:extLst>
          </p:cNvPr>
          <p:cNvSpPr txBox="1"/>
          <p:nvPr/>
        </p:nvSpPr>
        <p:spPr>
          <a:xfrm>
            <a:off x="2672526" y="4111760"/>
            <a:ext cx="6846945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Guilherme Macário da Silva - RM: 84057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Kaique</a:t>
            </a:r>
            <a:r>
              <a:rPr lang="pt-BR" sz="2000" dirty="0">
                <a:solidFill>
                  <a:schemeClr val="bg1"/>
                </a:solidFill>
              </a:rPr>
              <a:t> Carvalho da Silva - RM: 93040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Julio</a:t>
            </a:r>
            <a:r>
              <a:rPr lang="pt-BR" sz="2000" dirty="0">
                <a:solidFill>
                  <a:schemeClr val="bg1"/>
                </a:solidFill>
              </a:rPr>
              <a:t> Cesar de Andrade Santana – RM 88100</a:t>
            </a:r>
          </a:p>
        </p:txBody>
      </p:sp>
      <p:pic>
        <p:nvPicPr>
          <p:cNvPr id="14" name="Áudio 13">
            <a:hlinkClick r:id="" action="ppaction://media"/>
            <a:extLst>
              <a:ext uri="{FF2B5EF4-FFF2-40B4-BE49-F238E27FC236}">
                <a16:creationId xmlns:a16="http://schemas.microsoft.com/office/drawing/2014/main" id="{8284A530-896A-5557-65B8-2DED1E53C7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5097445"/>
      </p:ext>
    </p:extLst>
  </p:cSld>
  <p:clrMapOvr>
    <a:masterClrMapping/>
  </p:clrMapOvr>
  <p:transition spd="slow" advTm="6906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691" x="5672138" y="57150"/>
          <p14:tracePt t="5693" x="5643563" y="85725"/>
          <p14:tracePt t="5696" x="5580063" y="136525"/>
          <p14:tracePt t="5698" x="5557838" y="165100"/>
          <p14:tracePt t="5699" x="5534025" y="182563"/>
          <p14:tracePt t="5704" x="5494338" y="222250"/>
          <p14:tracePt t="5705" x="5426075" y="290513"/>
          <p14:tracePt t="5707" x="5386388" y="319088"/>
          <p14:tracePt t="5708" x="5364163" y="341313"/>
          <p14:tracePt t="5712" x="5311775" y="393700"/>
          <p14:tracePt t="5713" x="5267325" y="433388"/>
          <p14:tracePt t="5714" x="5243513" y="450850"/>
          <p14:tracePt t="5715" x="5226050" y="466725"/>
          <p14:tracePt t="5717" x="5170488" y="519113"/>
          <p14:tracePt t="5719" x="5146675" y="530225"/>
          <p14:tracePt t="5720" x="5129213" y="552450"/>
          <p14:tracePt t="5721" x="5106988" y="576263"/>
          <p14:tracePt t="5724" x="5056188" y="615950"/>
          <p14:tracePt t="5725" x="5027613" y="638175"/>
          <p14:tracePt t="5726" x="5003800" y="661988"/>
          <p14:tracePt t="5728" x="4987925" y="677863"/>
          <p14:tracePt t="5735" x="4799013" y="838200"/>
          <p14:tracePt t="5742" x="4622800" y="985838"/>
          <p14:tracePt t="5749" x="4497388" y="1093788"/>
          <p14:tracePt t="5763" x="4235450" y="1333500"/>
          <p14:tracePt t="5777" x="3921125" y="1630363"/>
          <p14:tracePt t="5778" x="3859213" y="1693863"/>
          <p14:tracePt t="5779" x="3830638" y="1716088"/>
          <p14:tracePt t="5780" x="3802063" y="1744663"/>
          <p14:tracePt t="5781" x="3778250" y="1766888"/>
          <p14:tracePt t="5782" x="3722688" y="1819275"/>
          <p14:tracePt t="5791" x="3562350" y="1949450"/>
          <p14:tracePt t="5805" x="3111500" y="2332038"/>
          <p14:tracePt t="5806" x="3060700" y="2371725"/>
          <p14:tracePt t="5807" x="3032125" y="2400300"/>
          <p14:tracePt t="5808" x="3003550" y="2417763"/>
          <p14:tracePt t="5808" x="2981325" y="2439988"/>
          <p14:tracePt t="5809" x="2913063" y="2490788"/>
          <p14:tracePt t="5818" x="2776538" y="2616200"/>
          <p14:tracePt t="5820" x="2713038" y="2668588"/>
          <p14:tracePt t="5821" x="2690813" y="2690813"/>
          <p14:tracePt t="5822" x="2667000" y="2701925"/>
          <p14:tracePt t="5823" x="2655888" y="2725738"/>
          <p14:tracePt t="5823" x="2633663" y="2736850"/>
          <p14:tracePt t="5832" x="2541588" y="2827338"/>
          <p14:tracePt t="5846" x="2422525" y="2970213"/>
          <p14:tracePt t="5861" x="2393950" y="3060700"/>
          <p14:tracePt t="5862" x="2393950" y="3078163"/>
          <p14:tracePt t="5863" x="2393950" y="3084513"/>
          <p14:tracePt t="5864" x="2393950" y="3089275"/>
          <p14:tracePt t="5865" x="2393950" y="3101975"/>
          <p14:tracePt t="5865" x="2393950" y="3106738"/>
          <p14:tracePt t="5868" x="2393950" y="3117850"/>
          <p14:tracePt t="5869" x="2393950" y="3135313"/>
          <p14:tracePt t="5870" x="2393950" y="3141663"/>
          <p14:tracePt t="5881" x="2405063" y="3249613"/>
          <p14:tracePt t="5895" x="2451100" y="3432175"/>
          <p14:tracePt t="5909" x="2547938" y="3586163"/>
          <p14:tracePt t="5915" x="2633663" y="3659188"/>
          <p14:tracePt t="5922" x="2701925" y="3683000"/>
          <p14:tracePt t="5929" x="2798763" y="3683000"/>
          <p14:tracePt t="5944" x="2992438" y="3568700"/>
          <p14:tracePt t="5950" x="3157538" y="3421063"/>
          <p14:tracePt t="5957" x="3305175" y="3282950"/>
          <p14:tracePt t="5964" x="3487738" y="3101975"/>
          <p14:tracePt t="5971" x="3676650" y="2873375"/>
          <p14:tracePt t="5978" x="3824288" y="2673350"/>
          <p14:tracePt t="5985" x="3956050" y="2457450"/>
          <p14:tracePt t="5999" x="4167188" y="2041525"/>
          <p14:tracePt t="6006" x="4257675" y="1801813"/>
          <p14:tracePt t="6013" x="4354513" y="1573213"/>
          <p14:tracePt t="6020" x="4462463" y="1339850"/>
          <p14:tracePt t="6027" x="4565650" y="1106488"/>
          <p14:tracePt t="6034" x="4697413" y="831850"/>
          <p14:tracePt t="6040" x="4805363" y="615950"/>
          <p14:tracePt t="6047" x="4895850" y="427038"/>
          <p14:tracePt t="6061" x="5084763" y="103188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6">
            <a:extLst>
              <a:ext uri="{FF2B5EF4-FFF2-40B4-BE49-F238E27FC236}">
                <a16:creationId xmlns:a16="http://schemas.microsoft.com/office/drawing/2014/main" id="{AA865B38-235C-4251-2C6C-709C6B381787}"/>
              </a:ext>
            </a:extLst>
          </p:cNvPr>
          <p:cNvSpPr txBox="1"/>
          <p:nvPr/>
        </p:nvSpPr>
        <p:spPr>
          <a:xfrm>
            <a:off x="1866750" y="814429"/>
            <a:ext cx="706770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Problema e Solução</a:t>
            </a:r>
          </a:p>
        </p:txBody>
      </p:sp>
      <p:sp>
        <p:nvSpPr>
          <p:cNvPr id="16" name="Espaço Reservado para Conteúdo 15">
            <a:extLst>
              <a:ext uri="{FF2B5EF4-FFF2-40B4-BE49-F238E27FC236}">
                <a16:creationId xmlns:a16="http://schemas.microsoft.com/office/drawing/2014/main" id="{271B0DAF-3F9B-07D5-58EE-F8A4293F07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A poluição marinha por plásticos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 coleta manual é ineficiente</a:t>
            </a:r>
          </a:p>
          <a:p>
            <a:endParaRPr lang="pt-BR" dirty="0"/>
          </a:p>
          <a:p>
            <a:r>
              <a:rPr lang="pt-BR" dirty="0"/>
              <a:t>Condições climáticas adversas</a:t>
            </a:r>
          </a:p>
          <a:p>
            <a:endParaRPr lang="pt-BR" dirty="0"/>
          </a:p>
          <a:p>
            <a:r>
              <a:rPr lang="pt-BR" dirty="0"/>
              <a:t>Limitações do ser humano</a:t>
            </a:r>
          </a:p>
        </p:txBody>
      </p:sp>
      <p:sp>
        <p:nvSpPr>
          <p:cNvPr id="17" name="Espaço Reservado para Conteúdo 15">
            <a:extLst>
              <a:ext uri="{FF2B5EF4-FFF2-40B4-BE49-F238E27FC236}">
                <a16:creationId xmlns:a16="http://schemas.microsoft.com/office/drawing/2014/main" id="{91CF1BC4-254C-43E1-DB9E-4423ACC6D459}"/>
              </a:ext>
            </a:extLst>
          </p:cNvPr>
          <p:cNvSpPr txBox="1">
            <a:spLocks/>
          </p:cNvSpPr>
          <p:nvPr/>
        </p:nvSpPr>
        <p:spPr>
          <a:xfrm>
            <a:off x="5827712" y="2060574"/>
            <a:ext cx="4396339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dirty="0"/>
              <a:t>Coleta autônoma de resíduos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Capacidade de armazenamento</a:t>
            </a:r>
          </a:p>
          <a:p>
            <a:endParaRPr lang="pt-BR" dirty="0"/>
          </a:p>
          <a:p>
            <a:r>
              <a:rPr lang="pt-BR" dirty="0"/>
              <a:t>Versatilidade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Sustentabilidade</a:t>
            </a:r>
          </a:p>
        </p:txBody>
      </p:sp>
      <p:pic>
        <p:nvPicPr>
          <p:cNvPr id="30" name="Áudio 29">
            <a:hlinkClick r:id="" action="ppaction://media"/>
            <a:extLst>
              <a:ext uri="{FF2B5EF4-FFF2-40B4-BE49-F238E27FC236}">
                <a16:creationId xmlns:a16="http://schemas.microsoft.com/office/drawing/2014/main" id="{690622EA-55F0-DD15-7ED3-810E9334C1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23225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21"/>
    </mc:Choice>
    <mc:Fallback>
      <p:transition spd="slow" advTm="900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4287" x="5119688" y="6534150"/>
          <p14:tracePt t="34386" x="4781550" y="6681788"/>
          <p14:tracePt t="34388" x="4770438" y="6664325"/>
          <p14:tracePt t="34391" x="4752975" y="6584950"/>
          <p14:tracePt t="34393" x="4737100" y="6543675"/>
          <p14:tracePt t="34395" x="4724400" y="6516688"/>
          <p14:tracePt t="34399" x="4691063" y="6391275"/>
          <p14:tracePt t="34401" x="4679950" y="6345238"/>
          <p14:tracePt t="34402" x="4662488" y="6316663"/>
          <p14:tracePt t="34404" x="4651375" y="6276975"/>
          <p14:tracePt t="34406" x="4640263" y="6237288"/>
          <p14:tracePt t="34408" x="4627563" y="6184900"/>
          <p14:tracePt t="34410" x="4611688" y="6167438"/>
          <p14:tracePt t="34416" x="4530725" y="5962650"/>
          <p14:tracePt t="34422" x="4486275" y="5848350"/>
          <p14:tracePt t="34424" x="4457700" y="5803900"/>
          <p14:tracePt t="34426" x="4433888" y="5757863"/>
          <p14:tracePt t="34431" x="4376738" y="5649913"/>
          <p14:tracePt t="34436" x="4325938" y="5564188"/>
          <p14:tracePt t="34445" x="4183063" y="5359400"/>
          <p14:tracePt t="34454" x="4057650" y="5176838"/>
          <p14:tracePt t="34457" x="3960813" y="5051425"/>
          <p14:tracePt t="34459" x="3927475" y="5005388"/>
          <p14:tracePt t="34461" x="3887788" y="4954588"/>
          <p14:tracePt t="34468" x="3767138" y="4805363"/>
          <p14:tracePt t="34470" x="3733800" y="4765675"/>
          <p14:tracePt t="34471" x="3716338" y="4743450"/>
          <p14:tracePt t="34472" x="3698875" y="4725988"/>
          <p14:tracePt t="34474" x="3670300" y="4686300"/>
          <p14:tracePt t="34476" x="3625850" y="4635500"/>
          <p14:tracePt t="34477" x="3613150" y="4618038"/>
          <p14:tracePt t="34481" x="3551238" y="4549775"/>
          <p14:tracePt t="34488" x="3454400" y="4440238"/>
          <p14:tracePt t="34498" x="3328988" y="4298950"/>
          <p14:tracePt t="34509" x="3197225" y="4149725"/>
          <p14:tracePt t="34519" x="3095625" y="4048125"/>
          <p14:tracePt t="34532" x="2981325" y="3927475"/>
          <p14:tracePt t="34547" x="2889250" y="3830638"/>
          <p14:tracePt t="34557" x="2844800" y="3773488"/>
          <p14:tracePt t="34567" x="2816225" y="3733800"/>
          <p14:tracePt t="34580" x="2792413" y="3687763"/>
          <p14:tracePt t="34581" x="2787650" y="3665538"/>
          <p14:tracePt t="34583" x="2781300" y="3659188"/>
          <p14:tracePt t="34584" x="2781300" y="3648075"/>
          <p14:tracePt t="34586" x="2776538" y="3648075"/>
          <p14:tracePt t="34590" x="2770188" y="3630613"/>
          <p14:tracePt t="34591" x="2763838" y="3619500"/>
          <p14:tracePt t="34594" x="2763838" y="3614738"/>
          <p14:tracePt t="34596" x="2759075" y="3608388"/>
          <p14:tracePt t="34598" x="2752725" y="3603625"/>
          <p14:tracePt t="34604" x="2747963" y="3579813"/>
          <p14:tracePt t="34605" x="2741613" y="3575050"/>
          <p14:tracePt t="34611" x="2730500" y="3562350"/>
          <p14:tracePt t="34617" x="2724150" y="3546475"/>
          <p14:tracePt t="34625" x="2701925" y="3522663"/>
          <p14:tracePt t="34635" x="2673350" y="3489325"/>
          <p14:tracePt t="34644" x="2638425" y="3443288"/>
          <p14:tracePt t="34651" x="2593975" y="3379788"/>
          <p14:tracePt t="34659" x="2547938" y="3295650"/>
          <p14:tracePt t="34667" x="2501900" y="3203575"/>
          <p14:tracePt t="34675" x="2468563" y="3117850"/>
          <p14:tracePt t="34683" x="2439988" y="3044825"/>
          <p14:tracePt t="34692" x="2400300" y="2970213"/>
          <p14:tracePt t="34701" x="2359025" y="2895600"/>
          <p14:tracePt t="34711" x="2325688" y="2844800"/>
          <p14:tracePt t="34720" x="2290763" y="2798763"/>
          <p14:tracePt t="34727" x="2257425" y="2759075"/>
          <p14:tracePt t="34736" x="2217738" y="2719388"/>
          <p14:tracePt t="34747" x="2165350" y="2684463"/>
          <p14:tracePt t="34756" x="2132013" y="2655888"/>
          <p14:tracePt t="34765" x="2103438" y="2655888"/>
          <p14:tracePt t="34772" x="2085975" y="2655888"/>
          <p14:tracePt t="34780" x="2074863" y="2655888"/>
          <p14:tracePt t="34790" x="2052638" y="2655888"/>
          <p14:tracePt t="34797" x="2046288" y="2655888"/>
          <p14:tracePt t="34804" x="2035175" y="2662238"/>
          <p14:tracePt t="34810" x="2017713" y="2679700"/>
          <p14:tracePt t="34816" x="2000250" y="2701925"/>
          <p14:tracePt t="34824" x="1978025" y="2730500"/>
          <p14:tracePt t="34831" x="1949450" y="2765425"/>
          <p14:tracePt t="34838" x="1931988" y="2781300"/>
          <p14:tracePt t="34847" x="1909763" y="2805113"/>
          <p14:tracePt t="34855" x="1881188" y="2827338"/>
          <p14:tracePt t="34861" x="1863725" y="2833688"/>
          <p14:tracePt t="34867" x="1852613" y="2838450"/>
          <p14:tracePt t="34874" x="1846263" y="2844800"/>
          <p14:tracePt t="34880" x="1841500" y="2844800"/>
          <p14:tracePt t="34950" x="1841500" y="2851150"/>
          <p14:tracePt t="34958" x="1841500" y="2855913"/>
          <p14:tracePt t="34965" x="1841500" y="2862263"/>
          <p14:tracePt t="34967" x="1841500" y="2867025"/>
          <p14:tracePt t="34974" x="1841500" y="2873375"/>
          <p14:tracePt t="35090" x="1846263" y="2873375"/>
          <p14:tracePt t="35093" x="1846263" y="2878138"/>
          <p14:tracePt t="35096" x="1857375" y="2878138"/>
          <p14:tracePt t="35101" x="1870075" y="2884488"/>
          <p14:tracePt t="35116" x="1920875" y="2906713"/>
          <p14:tracePt t="35117" x="1931988" y="2913063"/>
          <p14:tracePt t="35122" x="1949450" y="2919413"/>
          <p14:tracePt t="35136" x="2057400" y="2952750"/>
          <p14:tracePt t="35143" x="2154238" y="2970213"/>
          <p14:tracePt t="35149" x="2268538" y="2987675"/>
          <p14:tracePt t="35159" x="2433638" y="3009900"/>
          <p14:tracePt t="35165" x="2616200" y="3027363"/>
          <p14:tracePt t="35172" x="2792413" y="3044825"/>
          <p14:tracePt t="35179" x="2963863" y="3044825"/>
          <p14:tracePt t="35185" x="3078163" y="3049588"/>
          <p14:tracePt t="35192" x="3232150" y="3044825"/>
          <p14:tracePt t="35199" x="3357563" y="3027363"/>
          <p14:tracePt t="35208" x="3516313" y="3009900"/>
          <p14:tracePt t="35214" x="3613150" y="2998788"/>
          <p14:tracePt t="35220" x="3716338" y="2987675"/>
          <p14:tracePt t="35226" x="3795713" y="2970213"/>
          <p14:tracePt t="35233" x="3852863" y="2959100"/>
          <p14:tracePt t="35240" x="3921125" y="2947988"/>
          <p14:tracePt t="35254" x="3995738" y="2935288"/>
          <p14:tracePt t="35262" x="4017963" y="2930525"/>
          <p14:tracePt t="35268" x="4035425" y="2919413"/>
          <p14:tracePt t="35275" x="4046538" y="2919413"/>
          <p14:tracePt t="35281" x="4046538" y="2913063"/>
          <p14:tracePt t="35291" x="4052888" y="2913063"/>
          <p14:tracePt t="35356" x="4057650" y="2913063"/>
          <p14:tracePt t="35359" x="4064000" y="2913063"/>
          <p14:tracePt t="35367" x="4070350" y="2913063"/>
          <p14:tracePt t="35371" x="4081463" y="2913063"/>
          <p14:tracePt t="35379" x="4098925" y="2913063"/>
          <p14:tracePt t="35393" x="4160838" y="2924175"/>
          <p14:tracePt t="35400" x="4206875" y="2930525"/>
          <p14:tracePt t="35414" x="4292600" y="2947988"/>
          <p14:tracePt t="35415" x="4314825" y="2952750"/>
          <p14:tracePt t="35417" x="4321175" y="2952750"/>
          <p14:tracePt t="35418" x="4332288" y="2959100"/>
          <p14:tracePt t="35423" x="4360863" y="2963863"/>
          <p14:tracePt t="35424" x="4360863" y="2970213"/>
          <p14:tracePt t="35425" x="4376738" y="2970213"/>
          <p14:tracePt t="35427" x="4383088" y="2970213"/>
          <p14:tracePt t="35435" x="4429125" y="2987675"/>
          <p14:tracePt t="35442" x="4457700" y="2992438"/>
          <p14:tracePt t="35449" x="4486275" y="3003550"/>
          <p14:tracePt t="35456" x="4508500" y="3009900"/>
          <p14:tracePt t="35463" x="4525963" y="3016250"/>
          <p14:tracePt t="35477" x="4530725" y="3021013"/>
          <p14:tracePt t="35478" x="4537075" y="3021013"/>
          <p14:tracePt t="35526" x="4543425" y="3021013"/>
          <p14:tracePt t="35529" x="4548188" y="3021013"/>
          <p14:tracePt t="35532" x="4548188" y="3027363"/>
          <p14:tracePt t="35538" x="4554538" y="3027363"/>
          <p14:tracePt t="35552" x="4565650" y="3027363"/>
          <p14:tracePt t="35560" x="4572000" y="3027363"/>
          <p14:tracePt t="35573" x="4576763" y="3032125"/>
          <p14:tracePt t="35590" x="4583113" y="3032125"/>
          <p14:tracePt t="38993" x="4583113" y="3038475"/>
          <p14:tracePt t="39001" x="4583113" y="3044825"/>
          <p14:tracePt t="39006" x="4583113" y="3049588"/>
          <p14:tracePt t="39010" x="4583113" y="3055938"/>
          <p14:tracePt t="39025" x="4576763" y="3089275"/>
          <p14:tracePt t="39038" x="4565650" y="3117850"/>
          <p14:tracePt t="39045" x="4559300" y="3135313"/>
          <p14:tracePt t="39052" x="4554538" y="3152775"/>
          <p14:tracePt t="39059" x="4543425" y="3175000"/>
          <p14:tracePt t="39067" x="4519613" y="3209925"/>
          <p14:tracePt t="39073" x="4491038" y="3243263"/>
          <p14:tracePt t="39082" x="4429125" y="3311525"/>
          <p14:tracePt t="39083" x="4418013" y="3317875"/>
          <p14:tracePt t="39084" x="4411663" y="3328988"/>
          <p14:tracePt t="39085" x="4400550" y="3335338"/>
          <p14:tracePt t="39087" x="4389438" y="3346450"/>
          <p14:tracePt t="39094" x="4321175" y="3408363"/>
          <p14:tracePt t="39101" x="4224338" y="3478213"/>
          <p14:tracePt t="39108" x="4098925" y="3568700"/>
          <p14:tracePt t="39115" x="3978275" y="3654425"/>
          <p14:tracePt t="39129" x="3733800" y="3813175"/>
          <p14:tracePt t="39135" x="3625850" y="3881438"/>
          <p14:tracePt t="39144" x="3522663" y="3938588"/>
          <p14:tracePt t="39145" x="3494088" y="3956050"/>
          <p14:tracePt t="39147" x="3476625" y="3967163"/>
          <p14:tracePt t="39148" x="3459163" y="3973513"/>
          <p14:tracePt t="39149" x="3454400" y="3973513"/>
          <p14:tracePt t="39151" x="3430588" y="3984625"/>
          <p14:tracePt t="39152" x="3425825" y="3990975"/>
          <p14:tracePt t="39154" x="3414713" y="3995738"/>
          <p14:tracePt t="39154" x="3408363" y="3995738"/>
          <p14:tracePt t="39155" x="3403600" y="4002088"/>
          <p14:tracePt t="39163" x="3379788" y="4006850"/>
          <p14:tracePt t="39171" x="3368675" y="4006850"/>
          <p14:tracePt t="39332" x="3362325" y="4006850"/>
          <p14:tracePt t="39335" x="3357563" y="4006850"/>
          <p14:tracePt t="39339" x="3346450" y="4006850"/>
          <p14:tracePt t="39344" x="3340100" y="4013200"/>
          <p14:tracePt t="39352" x="3317875" y="4019550"/>
          <p14:tracePt t="39365" x="3265488" y="4035425"/>
          <p14:tracePt t="39372" x="3236913" y="4048125"/>
          <p14:tracePt t="39379" x="3214688" y="4052888"/>
          <p14:tracePt t="39386" x="3192463" y="4059238"/>
          <p14:tracePt t="39393" x="3168650" y="4064000"/>
          <p14:tracePt t="39407" x="3106738" y="4070350"/>
          <p14:tracePt t="39414" x="3067050" y="4070350"/>
          <p14:tracePt t="39420" x="3032125" y="4070350"/>
          <p14:tracePt t="39428" x="2998788" y="4059238"/>
          <p14:tracePt t="39434" x="2970213" y="4052888"/>
          <p14:tracePt t="39441" x="2941638" y="4048125"/>
          <p14:tracePt t="39448" x="2917825" y="4035425"/>
          <p14:tracePt t="39456" x="2895600" y="4030663"/>
          <p14:tracePt t="39465" x="2878138" y="4024313"/>
          <p14:tracePt t="39474" x="2873375" y="4019550"/>
          <p14:tracePt t="39480" x="2860675" y="4019550"/>
          <p14:tracePt t="39489" x="2855913" y="4019550"/>
          <p14:tracePt t="39494" x="2849563" y="4019550"/>
          <p14:tracePt t="39501" x="2849563" y="4013200"/>
          <p14:tracePt t="39508" x="2844800" y="4013200"/>
          <p14:tracePt t="39516" x="2838450" y="4013200"/>
          <p14:tracePt t="39522" x="2832100" y="4006850"/>
          <p14:tracePt t="39529" x="2820988" y="4006850"/>
          <p14:tracePt t="39536" x="2798763" y="4002088"/>
          <p14:tracePt t="39542" x="2781300" y="4002088"/>
          <p14:tracePt t="39549" x="2735263" y="3990975"/>
          <p14:tracePt t="39556" x="2706688" y="3979863"/>
          <p14:tracePt t="39562" x="2662238" y="3967163"/>
          <p14:tracePt t="39570" x="2622550" y="3956050"/>
          <p14:tracePt t="39577" x="2576513" y="3944938"/>
          <p14:tracePt t="39583" x="2541588" y="3933825"/>
          <p14:tracePt t="39590" x="2513013" y="3927475"/>
          <p14:tracePt t="39596" x="2484438" y="3922713"/>
          <p14:tracePt t="39602" x="2462213" y="3916363"/>
          <p14:tracePt t="39615" x="2422525" y="3910013"/>
          <p14:tracePt t="39622" x="2411413" y="3910013"/>
          <p14:tracePt t="39629" x="2400300" y="3910013"/>
          <p14:tracePt t="39636" x="2393950" y="3910013"/>
          <p14:tracePt t="39643" x="2387600" y="3910013"/>
          <p14:tracePt t="39649" x="2382838" y="3910013"/>
          <p14:tracePt t="39656" x="2376488" y="3910013"/>
          <p14:tracePt t="39663" x="2371725" y="3910013"/>
          <p14:tracePt t="39670" x="2371725" y="3916363"/>
          <p14:tracePt t="39678" x="2365375" y="3916363"/>
          <p14:tracePt t="39688" x="2359025" y="3916363"/>
          <p14:tracePt t="44776" x="2365375" y="3910013"/>
          <p14:tracePt t="44778" x="2382838" y="3910013"/>
          <p14:tracePt t="44779" x="2382838" y="3905250"/>
          <p14:tracePt t="44780" x="2393950" y="3905250"/>
          <p14:tracePt t="44781" x="2393950" y="3898900"/>
          <p14:tracePt t="44783" x="2416175" y="3894138"/>
          <p14:tracePt t="44784" x="2428875" y="3894138"/>
          <p14:tracePt t="44789" x="2479675" y="3865563"/>
          <p14:tracePt t="44796" x="2565400" y="3819525"/>
          <p14:tracePt t="44802" x="2684463" y="3744913"/>
          <p14:tracePt t="44817" x="2986088" y="3562350"/>
          <p14:tracePt t="44830" x="3346450" y="3363913"/>
          <p14:tracePt t="44844" x="3716338" y="3146425"/>
          <p14:tracePt t="44851" x="3967163" y="3003550"/>
          <p14:tracePt t="44858" x="4183063" y="2867025"/>
          <p14:tracePt t="44865" x="4429125" y="2719388"/>
          <p14:tracePt t="44872" x="4640263" y="2593975"/>
          <p14:tracePt t="44879" x="4805363" y="2479675"/>
          <p14:tracePt t="44886" x="4953000" y="2371725"/>
          <p14:tracePt t="44893" x="5084763" y="2263775"/>
          <p14:tracePt t="44900" x="5192713" y="2154238"/>
          <p14:tracePt t="44907" x="5272088" y="2070100"/>
          <p14:tracePt t="44914" x="5346700" y="1978025"/>
          <p14:tracePt t="44921" x="5414963" y="1874838"/>
          <p14:tracePt t="44927" x="5465763" y="1790700"/>
          <p14:tracePt t="44934" x="5505450" y="1716088"/>
          <p14:tracePt t="44948" x="5573713" y="1579563"/>
          <p14:tracePt t="44955" x="5602288" y="1516063"/>
          <p14:tracePt t="44962" x="5630863" y="1458913"/>
          <p14:tracePt t="44969" x="5654675" y="1401763"/>
          <p14:tracePt t="44976" x="5676900" y="1350963"/>
          <p14:tracePt t="44983" x="5705475" y="1311275"/>
          <p14:tracePt t="44997" x="5762625" y="1208088"/>
          <p14:tracePt t="45004" x="5791200" y="1168400"/>
          <p14:tracePt t="45011" x="5819775" y="1117600"/>
          <p14:tracePt t="45018" x="5848350" y="1066800"/>
          <p14:tracePt t="45032" x="5927725" y="957263"/>
          <p14:tracePt t="45038" x="5962650" y="912813"/>
          <p14:tracePt t="45046" x="5991225" y="866775"/>
          <p14:tracePt t="45053" x="6024563" y="815975"/>
          <p14:tracePt t="45060" x="6053138" y="769938"/>
          <p14:tracePt t="45067" x="6075363" y="730250"/>
          <p14:tracePt t="45068" x="6088063" y="706438"/>
          <p14:tracePt t="45069" x="6092825" y="701675"/>
          <p14:tracePt t="45070" x="6092825" y="695325"/>
          <p14:tracePt t="45073" x="6103938" y="677863"/>
          <p14:tracePt t="45080" x="6127750" y="627063"/>
          <p14:tracePt t="45088" x="6156325" y="581025"/>
          <p14:tracePt t="45101" x="6207125" y="490538"/>
          <p14:tracePt t="45108" x="6229350" y="444500"/>
          <p14:tracePt t="45115" x="6246813" y="411163"/>
          <p14:tracePt t="45122" x="6275388" y="365125"/>
          <p14:tracePt t="45136" x="6321425" y="285750"/>
          <p14:tracePt t="45143" x="6350000" y="244475"/>
          <p14:tracePt t="45150" x="6378575" y="204788"/>
          <p14:tracePt t="45157" x="6407150" y="160338"/>
          <p14:tracePt t="45164" x="6435725" y="119063"/>
          <p14:tracePt t="45171" x="6464300" y="74613"/>
          <p14:tracePt t="45178" x="6486525" y="28575"/>
          <p14:tracePt t="45915" x="6207125" y="0"/>
          <p14:tracePt t="45915" x="6207125" y="6350"/>
          <p14:tracePt t="45915" x="6207125" y="11113"/>
          <p14:tracePt t="45915" x="6207125" y="6350"/>
          <p14:tracePt t="45915" x="6207125" y="0"/>
          <p14:tracePt t="46123" x="6321425" y="28575"/>
          <p14:tracePt t="46124" x="6315075" y="50800"/>
          <p14:tracePt t="46125" x="6315075" y="63500"/>
          <p14:tracePt t="46125" x="6315075" y="79375"/>
          <p14:tracePt t="46127" x="6315075" y="96838"/>
          <p14:tracePt t="46130" x="6297613" y="147638"/>
          <p14:tracePt t="46131" x="6292850" y="165100"/>
          <p14:tracePt t="46132" x="6292850" y="188913"/>
          <p14:tracePt t="46133" x="6286500" y="211138"/>
          <p14:tracePt t="46134" x="6281738" y="228600"/>
          <p14:tracePt t="46136" x="6275388" y="279400"/>
          <p14:tracePt t="46138" x="6270625" y="296863"/>
          <p14:tracePt t="46138" x="6264275" y="319088"/>
          <p14:tracePt t="46139" x="6257925" y="336550"/>
          <p14:tracePt t="46143" x="6235700" y="411163"/>
          <p14:tracePt t="46144" x="6229350" y="427038"/>
          <p14:tracePt t="46145" x="6218238" y="444500"/>
          <p14:tracePt t="46149" x="6200775" y="508000"/>
          <p14:tracePt t="46155" x="6156325" y="633413"/>
          <p14:tracePt t="46163" x="6099175" y="787400"/>
          <p14:tracePt t="46169" x="6035675" y="935038"/>
          <p14:tracePt t="46176" x="5973763" y="1071563"/>
          <p14:tracePt t="46184" x="5921375" y="1196975"/>
          <p14:tracePt t="46198" x="5837238" y="1430338"/>
          <p14:tracePt t="46204" x="5802313" y="1527175"/>
          <p14:tracePt t="46211" x="5773738" y="1612900"/>
          <p14:tracePt t="46218" x="5756275" y="1687513"/>
          <p14:tracePt t="46226" x="5734050" y="1744663"/>
          <p14:tracePt t="46239" x="5688013" y="1858963"/>
          <p14:tracePt t="46246" x="5665788" y="1903413"/>
          <p14:tracePt t="46253" x="5630863" y="1955800"/>
          <p14:tracePt t="46260" x="5602288" y="1995488"/>
          <p14:tracePt t="46267" x="5557838" y="2035175"/>
          <p14:tracePt t="46274" x="5522913" y="2070100"/>
          <p14:tracePt t="46280" x="5476875" y="2097088"/>
          <p14:tracePt t="46287" x="5437188" y="2132013"/>
          <p14:tracePt t="46296" x="5392738" y="2160588"/>
          <p14:tracePt t="46302" x="5346700" y="2195513"/>
          <p14:tracePt t="46309" x="5307013" y="2211388"/>
          <p14:tracePt t="46322" x="5249863" y="2239963"/>
          <p14:tracePt t="46329" x="5221288" y="2263775"/>
          <p14:tracePt t="46336" x="5199063" y="2268538"/>
          <p14:tracePt t="46345" x="5181600" y="2286000"/>
          <p14:tracePt t="46352" x="5164138" y="2292350"/>
          <p14:tracePt t="46360" x="5146675" y="2308225"/>
          <p14:tracePt t="46367" x="5135563" y="2314575"/>
          <p14:tracePt t="46375" x="5118100" y="2320925"/>
          <p14:tracePt t="46383" x="5106988" y="2332038"/>
          <p14:tracePt t="46390" x="5089525" y="2336800"/>
          <p14:tracePt t="46396" x="5067300" y="2349500"/>
          <p14:tracePt t="46403" x="5045075" y="2365375"/>
          <p14:tracePt t="46410" x="5010150" y="2389188"/>
          <p14:tracePt t="46416" x="4975225" y="2411413"/>
          <p14:tracePt t="46422" x="4941888" y="2433638"/>
          <p14:tracePt t="46429" x="4902200" y="2468563"/>
          <p14:tracePt t="46436" x="4862513" y="2497138"/>
          <p14:tracePt t="46443" x="4816475" y="2530475"/>
          <p14:tracePt t="46449" x="4781550" y="2559050"/>
          <p14:tracePt t="46455" x="4741863" y="2582863"/>
          <p14:tracePt t="46462" x="4697413" y="2627313"/>
          <p14:tracePt t="46476" x="4576763" y="2713038"/>
          <p14:tracePt t="46482" x="4497388" y="2776538"/>
          <p14:tracePt t="46489" x="4422775" y="2827338"/>
          <p14:tracePt t="46496" x="4337050" y="2895600"/>
          <p14:tracePt t="46503" x="4268788" y="2947988"/>
          <p14:tracePt t="46510" x="4167188" y="3044825"/>
          <p14:tracePt t="46518" x="4041775" y="3152775"/>
          <p14:tracePt t="46524" x="3927475" y="3249613"/>
          <p14:tracePt t="46539" x="3687763" y="3449638"/>
          <p14:tracePt t="46545" x="3544888" y="3551238"/>
          <p14:tracePt t="46559" x="3328988" y="3729038"/>
          <p14:tracePt t="46565" x="3243263" y="3797300"/>
          <p14:tracePt t="46573" x="3168650" y="3854450"/>
          <p14:tracePt t="46586" x="3067050" y="3933825"/>
          <p14:tracePt t="46593" x="3049588" y="3951288"/>
          <p14:tracePt t="46600" x="3038475" y="3962400"/>
          <p14:tracePt t="46696" x="3032125" y="3962400"/>
          <p14:tracePt t="46749" x="3032125" y="3956050"/>
          <p14:tracePt t="46759" x="3032125" y="3951288"/>
          <p14:tracePt t="46764" x="3032125" y="3944938"/>
          <p14:tracePt t="46771" x="3027363" y="3938588"/>
          <p14:tracePt t="46774" x="3027363" y="3933825"/>
          <p14:tracePt t="46778" x="3021013" y="3933825"/>
          <p14:tracePt t="46783" x="3021013" y="3927475"/>
          <p14:tracePt t="46789" x="3009900" y="3927475"/>
          <p14:tracePt t="46795" x="3009900" y="3922713"/>
          <p14:tracePt t="46801" x="3003550" y="3922713"/>
          <p14:tracePt t="46808" x="2992438" y="3916363"/>
          <p14:tracePt t="46815" x="2981325" y="3910013"/>
          <p14:tracePt t="46829" x="2963863" y="3905250"/>
          <p14:tracePt t="46836" x="2957513" y="3905250"/>
          <p14:tracePt t="46844" x="2952750" y="3905250"/>
          <p14:tracePt t="46876" x="2946400" y="3905250"/>
          <p14:tracePt t="46880" x="2941638" y="3905250"/>
          <p14:tracePt t="46885" x="2935288" y="3905250"/>
          <p14:tracePt t="46892" x="2917825" y="3905250"/>
          <p14:tracePt t="46899" x="2901950" y="3905250"/>
          <p14:tracePt t="46905" x="2884488" y="3905250"/>
          <p14:tracePt t="46913" x="2860675" y="3905250"/>
          <p14:tracePt t="46919" x="2832100" y="3905250"/>
          <p14:tracePt t="46926" x="2809875" y="3905250"/>
          <p14:tracePt t="46933" x="2781300" y="3905250"/>
          <p14:tracePt t="46941" x="2752725" y="3905250"/>
          <p14:tracePt t="46947" x="2730500" y="3905250"/>
          <p14:tracePt t="46955" x="2695575" y="3905250"/>
          <p14:tracePt t="46968" x="2655888" y="3905250"/>
          <p14:tracePt t="46975" x="2638425" y="3898900"/>
          <p14:tracePt t="46982" x="2622550" y="3898900"/>
          <p14:tracePt t="46989" x="2616200" y="3898900"/>
          <p14:tracePt t="46996" x="2609850" y="3894138"/>
          <p14:tracePt t="47040" x="2605088" y="3894138"/>
          <p14:tracePt t="47042" x="2598738" y="3894138"/>
          <p14:tracePt t="47046" x="2593975" y="3894138"/>
          <p14:tracePt t="47051" x="2581275" y="3894138"/>
          <p14:tracePt t="47059" x="2559050" y="3887788"/>
          <p14:tracePt t="47066" x="2525713" y="3881438"/>
          <p14:tracePt t="47079" x="2473325" y="3876675"/>
          <p14:tracePt t="47086" x="2451100" y="3870325"/>
          <p14:tracePt t="47093" x="2428875" y="3859213"/>
          <p14:tracePt t="47101" x="2411413" y="3848100"/>
          <p14:tracePt t="47102" x="2400300" y="3848100"/>
          <p14:tracePt t="47103" x="2400300" y="3841750"/>
          <p14:tracePt t="47107" x="2393950" y="3841750"/>
          <p14:tracePt t="47114" x="2382838" y="3836988"/>
          <p14:tracePt t="47121" x="2371725" y="3825875"/>
          <p14:tracePt t="47128" x="2359025" y="3819525"/>
          <p14:tracePt t="47135" x="2359025" y="3813175"/>
          <p14:tracePt t="47142" x="2347913" y="3802063"/>
          <p14:tracePt t="47150" x="2343150" y="3802063"/>
          <p14:tracePt t="47155" x="2336800" y="3797300"/>
          <p14:tracePt t="47163" x="2330450" y="3797300"/>
          <p14:tracePt t="47170" x="2325688" y="3790950"/>
          <p14:tracePt t="47184" x="2314575" y="3779838"/>
          <p14:tracePt t="47185" x="2314575" y="3773488"/>
          <p14:tracePt t="47186" x="2308225" y="3773488"/>
          <p14:tracePt t="47192" x="2303463" y="3768725"/>
          <p14:tracePt t="47199" x="2303463" y="3762375"/>
          <p14:tracePt t="47204" x="2297113" y="3762375"/>
          <p14:tracePt t="47212" x="2290763" y="3744913"/>
          <p14:tracePt t="47218" x="2286000" y="3729038"/>
          <p14:tracePt t="47225" x="2286000" y="3711575"/>
          <p14:tracePt t="47232" x="2279650" y="3694113"/>
          <p14:tracePt t="47239" x="2279650" y="3671888"/>
          <p14:tracePt t="47246" x="2279650" y="3654425"/>
          <p14:tracePt t="47255" x="2279650" y="3625850"/>
          <p14:tracePt t="47256" x="2279650" y="3614738"/>
          <p14:tracePt t="47257" x="2286000" y="3614738"/>
          <p14:tracePt t="47258" x="2286000" y="3608388"/>
          <p14:tracePt t="47259" x="2286000" y="3603625"/>
          <p14:tracePt t="47262" x="2290763" y="3590925"/>
          <p14:tracePt t="47274" x="2314575" y="3551238"/>
          <p14:tracePt t="47281" x="2330450" y="3533775"/>
          <p14:tracePt t="47287" x="2359025" y="3505200"/>
          <p14:tracePt t="47294" x="2393950" y="3482975"/>
          <p14:tracePt t="47301" x="2439988" y="3454400"/>
          <p14:tracePt t="47308" x="2513013" y="3421063"/>
          <p14:tracePt t="47315" x="2605088" y="3397250"/>
          <p14:tracePt t="47322" x="2730500" y="3368675"/>
          <p14:tracePt t="47329" x="2895600" y="3346450"/>
          <p14:tracePt t="47336" x="3082925" y="3324225"/>
          <p14:tracePt t="47343" x="3333750" y="3295650"/>
          <p14:tracePt t="47350" x="3562350" y="3278188"/>
          <p14:tracePt t="47364" x="4110038" y="3254375"/>
          <p14:tracePt t="47372" x="4429125" y="3249613"/>
          <p14:tracePt t="47379" x="4741863" y="3249613"/>
          <p14:tracePt t="47386" x="5016500" y="3249613"/>
          <p14:tracePt t="47399" x="5591175" y="3254375"/>
          <p14:tracePt t="47401" x="5705475" y="3254375"/>
          <p14:tracePt t="47402" x="5751513" y="3254375"/>
          <p14:tracePt t="47403" x="5791200" y="3260725"/>
          <p14:tracePt t="47404" x="5830888" y="3260725"/>
          <p14:tracePt t="47408" x="5973763" y="3260725"/>
          <p14:tracePt t="47409" x="6013450" y="3260725"/>
          <p14:tracePt t="47410" x="6053138" y="3267075"/>
          <p14:tracePt t="47411" x="6099175" y="3267075"/>
          <p14:tracePt t="47414" x="6196013" y="3267075"/>
          <p14:tracePt t="47415" x="6242050" y="3267075"/>
          <p14:tracePt t="47416" x="6257925" y="3267075"/>
          <p14:tracePt t="47417" x="6303963" y="3271838"/>
          <p14:tracePt t="47421" x="6389688" y="3271838"/>
          <p14:tracePt t="47422" x="6411913" y="3271838"/>
          <p14:tracePt t="47423" x="6457950" y="3271838"/>
          <p14:tracePt t="47424" x="6480175" y="3271838"/>
          <p14:tracePt t="47426" x="6497638" y="3271838"/>
          <p14:tracePt t="47433" x="6623050" y="3278188"/>
          <p14:tracePt t="47440" x="6715125" y="3278188"/>
          <p14:tracePt t="47447" x="6777038" y="3289300"/>
          <p14:tracePt t="47454" x="6799263" y="3289300"/>
          <p14:tracePt t="47461" x="6805613" y="3295650"/>
          <p14:tracePt t="47491" x="6805613" y="3306763"/>
          <p14:tracePt t="47494" x="6799263" y="3306763"/>
          <p14:tracePt t="47495" x="6799263" y="3311525"/>
          <p14:tracePt t="47503" x="6777038" y="3335338"/>
          <p14:tracePt t="47517" x="6719888" y="3403600"/>
          <p14:tracePt t="47524" x="6697663" y="3436938"/>
          <p14:tracePt t="47532" x="6657975" y="3478213"/>
          <p14:tracePt t="47533" x="6634163" y="3500438"/>
          <p14:tracePt t="47534" x="6634163" y="3505200"/>
          <p14:tracePt t="47535" x="6623050" y="3511550"/>
          <p14:tracePt t="47539" x="6611938" y="3529013"/>
          <p14:tracePt t="47545" x="6589713" y="3546475"/>
          <p14:tracePt t="47551" x="6561138" y="3575050"/>
          <p14:tracePt t="47558" x="6519863" y="3597275"/>
          <p14:tracePt t="47565" x="6486525" y="3630613"/>
          <p14:tracePt t="47574" x="6429375" y="3665538"/>
          <p14:tracePt t="47581" x="6367463" y="3687763"/>
          <p14:tracePt t="47588" x="6310313" y="3716338"/>
          <p14:tracePt t="47595" x="6242050" y="3751263"/>
          <p14:tracePt t="47601" x="6184900" y="3773488"/>
          <p14:tracePt t="47609" x="6103938" y="3802063"/>
          <p14:tracePt t="47616" x="6013450" y="3836988"/>
          <p14:tracePt t="47623" x="5934075" y="3865563"/>
          <p14:tracePt t="47628" x="5853113" y="3881438"/>
          <p14:tracePt t="47635" x="5773738" y="3898900"/>
          <p14:tracePt t="47649" x="5568950" y="3933825"/>
          <p14:tracePt t="47655" x="5461000" y="3944938"/>
          <p14:tracePt t="47662" x="5380038" y="3956050"/>
          <p14:tracePt t="47670" x="5221288" y="3967163"/>
          <p14:tracePt t="47677" x="5038725" y="3979863"/>
          <p14:tracePt t="47685" x="4849813" y="3984625"/>
          <p14:tracePt t="47691" x="4697413" y="3990975"/>
          <p14:tracePt t="47704" x="4297363" y="3990975"/>
          <p14:tracePt t="47712" x="4098925" y="3984625"/>
          <p14:tracePt t="47718" x="3903663" y="3979863"/>
          <p14:tracePt t="47725" x="3762375" y="3973513"/>
          <p14:tracePt t="47732" x="3568700" y="3962400"/>
          <p14:tracePt t="47739" x="3425825" y="3962400"/>
          <p14:tracePt t="47747" x="3282950" y="3962400"/>
          <p14:tracePt t="47748" x="3225800" y="3962400"/>
          <p14:tracePt t="47749" x="3208338" y="3962400"/>
          <p14:tracePt t="47750" x="3186113" y="3962400"/>
          <p14:tracePt t="47751" x="3163888" y="3956050"/>
          <p14:tracePt t="47755" x="3054350" y="3956050"/>
          <p14:tracePt t="47756" x="3032125" y="3956050"/>
          <p14:tracePt t="47757" x="3009900" y="3956050"/>
          <p14:tracePt t="47760" x="2963863" y="3956050"/>
          <p14:tracePt t="47767" x="2832100" y="3956050"/>
          <p14:tracePt t="47774" x="2651125" y="3951288"/>
          <p14:tracePt t="47782" x="2451100" y="3927475"/>
          <p14:tracePt t="47789" x="2274888" y="3905250"/>
          <p14:tracePt t="47796" x="2136775" y="3881438"/>
          <p14:tracePt t="47803" x="2024063" y="3854450"/>
          <p14:tracePt t="47810" x="1914525" y="3825875"/>
          <p14:tracePt t="47817" x="1817688" y="3790950"/>
          <p14:tracePt t="47823" x="1733550" y="3751263"/>
          <p14:tracePt t="47830" x="1658938" y="3716338"/>
          <p14:tracePt t="47836" x="1590675" y="3687763"/>
          <p14:tracePt t="47843" x="1527175" y="3659188"/>
          <p14:tracePt t="47850" x="1482725" y="3630613"/>
          <p14:tracePt t="47858" x="1447800" y="3608388"/>
          <p14:tracePt t="47866" x="1425575" y="3597275"/>
          <p14:tracePt t="47874" x="1419225" y="3590925"/>
          <p14:tracePt t="47882" x="1419225" y="3586163"/>
          <p14:tracePt t="47891" x="1419225" y="3579813"/>
          <p14:tracePt t="47898" x="1419225" y="3575050"/>
          <p14:tracePt t="47905" x="1412875" y="3568700"/>
          <p14:tracePt t="47910" x="1412875" y="3551238"/>
          <p14:tracePt t="47917" x="1412875" y="3540125"/>
          <p14:tracePt t="47924" x="1412875" y="3529013"/>
          <p14:tracePt t="47925" x="1419225" y="3522663"/>
          <p14:tracePt t="47929" x="1419225" y="3511550"/>
          <p14:tracePt t="47935" x="1436688" y="3500438"/>
          <p14:tracePt t="47941" x="1447800" y="3482975"/>
          <p14:tracePt t="47947" x="1458913" y="3471863"/>
          <p14:tracePt t="47954" x="1487488" y="3454400"/>
          <p14:tracePt t="47961" x="1516063" y="3436938"/>
          <p14:tracePt t="47968" x="1555750" y="3421063"/>
          <p14:tracePt t="47975" x="1601788" y="3403600"/>
          <p14:tracePt t="47989" x="1720850" y="3363913"/>
          <p14:tracePt t="47996" x="1795463" y="3340100"/>
          <p14:tracePt t="48004" x="1892300" y="3311525"/>
          <p14:tracePt t="48011" x="1978025" y="3282950"/>
          <p14:tracePt t="48024" x="2136775" y="3227388"/>
          <p14:tracePt t="48031" x="2262188" y="3203575"/>
          <p14:tracePt t="48040" x="2433638" y="3170238"/>
          <p14:tracePt t="48048" x="2638425" y="3146425"/>
          <p14:tracePt t="48057" x="2913063" y="3128963"/>
          <p14:tracePt t="48064" x="3225800" y="3124200"/>
          <p14:tracePt t="48071" x="3465513" y="3124200"/>
          <p14:tracePt t="48077" x="3648075" y="3124200"/>
          <p14:tracePt t="48083" x="3859213" y="3141663"/>
          <p14:tracePt t="48090" x="4086225" y="3163888"/>
          <p14:tracePt t="48096" x="4286250" y="3181350"/>
          <p14:tracePt t="48102" x="4446588" y="3209925"/>
          <p14:tracePt t="48111" x="4640263" y="3249613"/>
          <p14:tracePt t="48118" x="4759325" y="3267075"/>
          <p14:tracePt t="48124" x="4878388" y="3289300"/>
          <p14:tracePt t="48130" x="4959350" y="3306763"/>
          <p14:tracePt t="48136" x="5021263" y="3328988"/>
          <p14:tracePt t="48143" x="5067300" y="3352800"/>
          <p14:tracePt t="48150" x="5089525" y="3363913"/>
          <p14:tracePt t="48156" x="5095875" y="3375025"/>
          <p14:tracePt t="48170" x="5095875" y="3379788"/>
          <p14:tracePt t="48176" x="5095875" y="3397250"/>
          <p14:tracePt t="48183" x="5089525" y="3408363"/>
          <p14:tracePt t="48190" x="5073650" y="3425825"/>
          <p14:tracePt t="48197" x="5067300" y="3449638"/>
          <p14:tracePt t="48204" x="5056188" y="3465513"/>
          <p14:tracePt t="48212" x="5049838" y="3489325"/>
          <p14:tracePt t="48219" x="5045075" y="3505200"/>
          <p14:tracePt t="48232" x="5038725" y="3533775"/>
          <p14:tracePt t="48239" x="5032375" y="3540125"/>
          <p14:tracePt t="48248" x="5032375" y="3557588"/>
          <p14:tracePt t="48258" x="5032375" y="3568700"/>
          <p14:tracePt t="48267" x="5027613" y="3586163"/>
          <p14:tracePt t="48276" x="5021263" y="3614738"/>
          <p14:tracePt t="48284" x="5010150" y="3643313"/>
          <p14:tracePt t="48292" x="4992688" y="3676650"/>
          <p14:tracePt t="48299" x="4975225" y="3705225"/>
          <p14:tracePt t="48311" x="4948238" y="3756025"/>
          <p14:tracePt t="48319" x="4902200" y="3802063"/>
          <p14:tracePt t="48326" x="4867275" y="3836988"/>
          <p14:tracePt t="48333" x="4833938" y="3865563"/>
          <p14:tracePt t="48340" x="4794250" y="3894138"/>
          <p14:tracePt t="48347" x="4752975" y="3922713"/>
          <p14:tracePt t="48354" x="4713288" y="3944938"/>
          <p14:tracePt t="48360" x="4679950" y="3956050"/>
          <p14:tracePt t="48366" x="4651375" y="3973513"/>
          <p14:tracePt t="48373" x="4605338" y="3990975"/>
          <p14:tracePt t="48380" x="4572000" y="4002088"/>
          <p14:tracePt t="48387" x="4525963" y="4019550"/>
          <p14:tracePt t="48393" x="4514850" y="4030663"/>
          <p14:tracePt t="48400" x="4405313" y="4070350"/>
          <p14:tracePt t="48406" x="4354513" y="4087813"/>
          <p14:tracePt t="48413" x="4268788" y="4121150"/>
          <p14:tracePt t="48420" x="4189413" y="4149725"/>
          <p14:tracePt t="48426" x="4075113" y="4189413"/>
          <p14:tracePt t="48434" x="3960813" y="4230688"/>
          <p14:tracePt t="48441" x="3790950" y="4270375"/>
          <p14:tracePt t="48448" x="3641725" y="4298950"/>
          <p14:tracePt t="48461" x="3390900" y="4332288"/>
          <p14:tracePt t="48468" x="3278188" y="4338638"/>
          <p14:tracePt t="48475" x="3175000" y="4338638"/>
          <p14:tracePt t="48482" x="3067050" y="4338638"/>
          <p14:tracePt t="48489" x="2981325" y="4327525"/>
          <p14:tracePt t="48496" x="2895600" y="4314825"/>
          <p14:tracePt t="48503" x="2849563" y="4310063"/>
          <p14:tracePt t="48517" x="2587625" y="4281488"/>
          <p14:tracePt t="48524" x="2473325" y="4275138"/>
          <p14:tracePt t="48530" x="2371725" y="4270375"/>
          <p14:tracePt t="48537" x="2257425" y="4257675"/>
          <p14:tracePt t="48545" x="2097088" y="4241800"/>
          <p14:tracePt t="48559" x="1881188" y="4195763"/>
          <p14:tracePt t="48565" x="1755775" y="4167188"/>
          <p14:tracePt t="48572" x="1658938" y="4138613"/>
          <p14:tracePt t="48586" x="1509713" y="4059238"/>
          <p14:tracePt t="48593" x="1458913" y="4013200"/>
          <p14:tracePt t="48600" x="1425575" y="3979863"/>
          <p14:tracePt t="48607" x="1401763" y="3944938"/>
          <p14:tracePt t="48614" x="1390650" y="3916363"/>
          <p14:tracePt t="48621" x="1390650" y="3894138"/>
          <p14:tracePt t="48628" x="1384300" y="3876675"/>
          <p14:tracePt t="48635" x="1384300" y="3854450"/>
          <p14:tracePt t="48642" x="1384300" y="3836988"/>
          <p14:tracePt t="48649" x="1390650" y="3819525"/>
          <p14:tracePt t="48656" x="1401763" y="3797300"/>
          <p14:tracePt t="48670" x="1408113" y="3773488"/>
          <p14:tracePt t="48676" x="1412875" y="3756025"/>
          <p14:tracePt t="48683" x="1425575" y="3744913"/>
          <p14:tracePt t="48697" x="1454150" y="3705225"/>
          <p14:tracePt t="48704" x="1476375" y="3683000"/>
          <p14:tracePt t="48718" x="1550988" y="3636963"/>
          <p14:tracePt t="48725" x="1612900" y="3608388"/>
          <p14:tracePt t="48739" x="1733550" y="3568700"/>
          <p14:tracePt t="48746" x="1801813" y="3551238"/>
          <p14:tracePt t="48753" x="1892300" y="3533775"/>
          <p14:tracePt t="48760" x="2011363" y="3517900"/>
          <p14:tracePt t="48775" x="2308225" y="3482975"/>
          <p14:tracePt t="48784" x="2541588" y="3471863"/>
          <p14:tracePt t="48794" x="2759075" y="3471863"/>
          <p14:tracePt t="48805" x="3060700" y="3482975"/>
          <p14:tracePt t="48816" x="3368675" y="3517900"/>
          <p14:tracePt t="48826" x="3602038" y="3551238"/>
          <p14:tracePt t="48838" x="3852863" y="3603625"/>
          <p14:tracePt t="48850" x="4070350" y="3654425"/>
          <p14:tracePt t="48861" x="4200525" y="3705225"/>
          <p14:tracePt t="48871" x="4286250" y="3744913"/>
          <p14:tracePt t="48883" x="4325938" y="3768725"/>
          <p14:tracePt t="48894" x="4325938" y="3779838"/>
          <p14:tracePt t="48902" x="4325938" y="3784600"/>
          <p14:tracePt t="48910" x="4325938" y="3790950"/>
          <p14:tracePt t="48918" x="4325938" y="3802063"/>
          <p14:tracePt t="48924" x="4325938" y="3813175"/>
          <p14:tracePt t="48930" x="4325938" y="3819525"/>
          <p14:tracePt t="48937" x="4325938" y="3836988"/>
          <p14:tracePt t="48944" x="4325938" y="3859213"/>
          <p14:tracePt t="48951" x="4308475" y="3876675"/>
          <p14:tracePt t="48959" x="4286250" y="3910013"/>
          <p14:tracePt t="48967" x="4240213" y="3944938"/>
          <p14:tracePt t="48976" x="4183063" y="3984625"/>
          <p14:tracePt t="48985" x="4098925" y="4030663"/>
          <p14:tracePt t="48993" x="4017963" y="4064000"/>
          <p14:tracePt t="49001" x="3938588" y="4098925"/>
          <p14:tracePt t="49009" x="3848100" y="4127500"/>
          <p14:tracePt t="49017" x="3773488" y="4149725"/>
          <p14:tracePt t="49024" x="3716338" y="4167188"/>
          <p14:tracePt t="49031" x="3670300" y="4178300"/>
          <p14:tracePt t="49037" x="3636963" y="4189413"/>
          <p14:tracePt t="49044" x="3602038" y="4195763"/>
          <p14:tracePt t="49050" x="3579813" y="4206875"/>
          <p14:tracePt t="49057" x="3540125" y="4213225"/>
          <p14:tracePt t="49065" x="3482975" y="4230688"/>
          <p14:tracePt t="49072" x="3425825" y="4246563"/>
          <p14:tracePt t="49079" x="3346450" y="4264025"/>
          <p14:tracePt t="49085" x="3271838" y="4275138"/>
          <p14:tracePt t="49093" x="3175000" y="4292600"/>
          <p14:tracePt t="49094" x="3135313" y="4292600"/>
          <p14:tracePt t="49095" x="3124200" y="4292600"/>
          <p14:tracePt t="49098" x="3095625" y="4298950"/>
          <p14:tracePt t="49105" x="2986088" y="4310063"/>
          <p14:tracePt t="49112" x="2889250" y="4310063"/>
          <p14:tracePt t="49119" x="2809875" y="4314825"/>
          <p14:tracePt t="49126" x="2741613" y="4314825"/>
          <p14:tracePt t="49134" x="2690813" y="4314825"/>
          <p14:tracePt t="49141" x="2651125" y="4314825"/>
          <p14:tracePt t="49146" x="2627313" y="4314825"/>
          <p14:tracePt t="49152" x="2609850" y="4314825"/>
          <p14:tracePt t="49158" x="2593975" y="4314825"/>
          <p14:tracePt t="49164" x="2581275" y="4314825"/>
          <p14:tracePt t="49172" x="2559050" y="4314825"/>
          <p14:tracePt t="49179" x="2536825" y="4314825"/>
          <p14:tracePt t="49187" x="2508250" y="4314825"/>
          <p14:tracePt t="49192" x="2473325" y="4314825"/>
          <p14:tracePt t="49198" x="2433638" y="4314825"/>
          <p14:tracePt t="49205" x="2371725" y="4314825"/>
          <p14:tracePt t="49218" x="2222500" y="4314825"/>
          <p14:tracePt t="49226" x="2103438" y="4327525"/>
          <p14:tracePt t="49232" x="2024063" y="4332288"/>
          <p14:tracePt t="49239" x="1920875" y="4343400"/>
          <p14:tracePt t="49246" x="1824038" y="4349750"/>
          <p14:tracePt t="49253" x="1738313" y="4360863"/>
          <p14:tracePt t="49260" x="1687513" y="4367213"/>
          <p14:tracePt t="49267" x="1652588" y="4378325"/>
          <p14:tracePt t="49274" x="1635125" y="4389438"/>
          <p14:tracePt t="49282" x="1619250" y="4400550"/>
          <p14:tracePt t="49288" x="1595438" y="4418013"/>
          <p14:tracePt t="49295" x="1579563" y="4440238"/>
          <p14:tracePt t="49302" x="1550988" y="4475163"/>
          <p14:tracePt t="49309" x="1516063" y="4525963"/>
          <p14:tracePt t="49316" x="1470025" y="4594225"/>
          <p14:tracePt t="49330" x="1390650" y="4719638"/>
          <p14:tracePt t="49331" x="1373188" y="4748213"/>
          <p14:tracePt t="49332" x="1368425" y="4754563"/>
          <p14:tracePt t="49333" x="1362075" y="4765675"/>
          <p14:tracePt t="49336" x="1350963" y="4783138"/>
          <p14:tracePt t="49350" x="1293813" y="4891088"/>
          <p14:tracePt t="49357" x="1271588" y="4941888"/>
          <p14:tracePt t="49365" x="1258888" y="4983163"/>
          <p14:tracePt t="49371" x="1247775" y="5016500"/>
          <p14:tracePt t="49378" x="1243013" y="5038725"/>
          <p14:tracePt t="49387" x="1243013" y="5056188"/>
          <p14:tracePt t="49393" x="1243013" y="5062538"/>
          <p14:tracePt t="49400" x="1243013" y="5073650"/>
          <p14:tracePt t="49407" x="1236663" y="5073650"/>
          <p14:tracePt t="49414" x="1236663" y="5080000"/>
          <p14:tracePt t="49423" x="1236663" y="5084763"/>
          <p14:tracePt t="49428" x="1236663" y="5091113"/>
          <p14:tracePt t="49429" x="1231900" y="5091113"/>
          <p14:tracePt t="49440" x="1225550" y="5102225"/>
          <p14:tracePt t="49447" x="1214438" y="5113338"/>
          <p14:tracePt t="49455" x="1203325" y="5124450"/>
          <p14:tracePt t="49461" x="1190625" y="5130800"/>
          <p14:tracePt t="49469" x="1179513" y="5137150"/>
          <p14:tracePt t="49475" x="1174750" y="5141913"/>
          <p14:tracePt t="49482" x="1162050" y="5148263"/>
          <p14:tracePt t="49491" x="1157288" y="5148263"/>
          <p14:tracePt t="49498" x="1150938" y="5148263"/>
          <p14:tracePt t="49564" x="1150938" y="5141913"/>
          <p14:tracePt t="49566" x="1146175" y="5141913"/>
          <p14:tracePt t="49572" x="1146175" y="5137150"/>
          <p14:tracePt t="49580" x="1135063" y="5130800"/>
          <p14:tracePt t="49581" x="1128713" y="5124450"/>
          <p14:tracePt t="49586" x="1122363" y="5113338"/>
          <p14:tracePt t="49594" x="1111250" y="5102225"/>
          <p14:tracePt t="49607" x="1089025" y="5067300"/>
          <p14:tracePt t="49614" x="1077913" y="5033963"/>
          <p14:tracePt t="49622" x="1060450" y="5005388"/>
          <p14:tracePt t="49629" x="1042988" y="4970463"/>
          <p14:tracePt t="49636" x="1031875" y="4937125"/>
          <p14:tracePt t="49642" x="1020763" y="4908550"/>
          <p14:tracePt t="49649" x="1014413" y="4868863"/>
          <p14:tracePt t="49656" x="1009650" y="4840288"/>
          <p14:tracePt t="49663" x="1009650" y="4805363"/>
          <p14:tracePt t="49670" x="1003300" y="4765675"/>
          <p14:tracePt t="49685" x="1020763" y="4646613"/>
          <p14:tracePt t="49686" x="1020763" y="4629150"/>
          <p14:tracePt t="49687" x="1025525" y="4618038"/>
          <p14:tracePt t="49689" x="1031875" y="4600575"/>
          <p14:tracePt t="49692" x="1042988" y="4578350"/>
          <p14:tracePt t="49693" x="1049338" y="4560888"/>
          <p14:tracePt t="49694" x="1054100" y="4554538"/>
          <p14:tracePt t="49705" x="1100138" y="4468813"/>
          <p14:tracePt t="49719" x="1185863" y="4349750"/>
          <p14:tracePt t="49720" x="1196975" y="4332288"/>
          <p14:tracePt t="49721" x="1208088" y="4327525"/>
          <p14:tracePt t="49722" x="1208088" y="4321175"/>
          <p14:tracePt t="49724" x="1225550" y="4303713"/>
          <p14:tracePt t="49728" x="1243013" y="4281488"/>
          <p14:tracePt t="49729" x="1254125" y="4275138"/>
          <p14:tracePt t="49730" x="1258888" y="4270375"/>
          <p14:tracePt t="49731" x="1265238" y="4264025"/>
          <p14:tracePt t="49734" x="1276350" y="4252913"/>
          <p14:tracePt t="49735" x="1282700" y="4246563"/>
          <p14:tracePt t="49736" x="1293813" y="4241800"/>
          <p14:tracePt t="49739" x="1304925" y="4235450"/>
          <p14:tracePt t="49747" x="1350963" y="4189413"/>
          <p14:tracePt t="49753" x="1397000" y="4156075"/>
          <p14:tracePt t="49760" x="1447800" y="4127500"/>
          <p14:tracePt t="49767" x="1493838" y="4092575"/>
          <p14:tracePt t="49774" x="1533525" y="4070350"/>
          <p14:tracePt t="49783" x="1573213" y="4041775"/>
          <p14:tracePt t="49792" x="1590675" y="4035425"/>
          <p14:tracePt t="49793" x="1601788" y="4024313"/>
          <p14:tracePt t="49800" x="1608138" y="4024313"/>
          <p14:tracePt t="49807" x="1612900" y="4024313"/>
          <p14:tracePt t="49816" x="1619250" y="4024313"/>
          <p14:tracePt t="49823" x="1624013" y="4024313"/>
          <p14:tracePt t="49824" x="1630363" y="4019550"/>
          <p14:tracePt t="49827" x="1635125" y="4019550"/>
          <p14:tracePt t="49833" x="1647825" y="4019550"/>
          <p14:tracePt t="49841" x="1676400" y="4019550"/>
          <p14:tracePt t="49848" x="1716088" y="4019550"/>
          <p14:tracePt t="49854" x="1778000" y="4024313"/>
          <p14:tracePt t="49862" x="1909763" y="4048125"/>
          <p14:tracePt t="49870" x="2046288" y="4076700"/>
          <p14:tracePt t="49872" x="2120900" y="4092575"/>
          <p14:tracePt t="49874" x="2165350" y="4105275"/>
          <p14:tracePt t="49875" x="2193925" y="4110038"/>
          <p14:tracePt t="49878" x="2268538" y="4121150"/>
          <p14:tracePt t="49883" x="2376488" y="4149725"/>
          <p14:tracePt t="49891" x="2570163" y="4189413"/>
          <p14:tracePt t="49892" x="2662238" y="4213225"/>
          <p14:tracePt t="49894" x="2713038" y="4224338"/>
          <p14:tracePt t="49895" x="2741613" y="4235450"/>
          <p14:tracePt t="49899" x="2832100" y="4257675"/>
          <p14:tracePt t="49900" x="2849563" y="4257675"/>
          <p14:tracePt t="49901" x="2873375" y="4270375"/>
          <p14:tracePt t="49903" x="2901950" y="4270375"/>
          <p14:tracePt t="49907" x="2992438" y="4292600"/>
          <p14:tracePt t="49908" x="3009900" y="4298950"/>
          <p14:tracePt t="49909" x="3038475" y="4303713"/>
          <p14:tracePt t="49910" x="3049588" y="4310063"/>
          <p14:tracePt t="49914" x="3124200" y="4332288"/>
          <p14:tracePt t="49915" x="3140075" y="4332288"/>
          <p14:tracePt t="49916" x="3157538" y="4338638"/>
          <p14:tracePt t="49917" x="3175000" y="4338638"/>
          <p14:tracePt t="49922" x="3225800" y="4356100"/>
          <p14:tracePt t="49923" x="3232150" y="4356100"/>
          <p14:tracePt t="49924" x="3265488" y="4367213"/>
          <p14:tracePt t="49925" x="3278188" y="4371975"/>
          <p14:tracePt t="49930" x="3322638" y="4383088"/>
          <p14:tracePt t="49935" x="3340100" y="4389438"/>
          <p14:tracePt t="49943" x="3379788" y="4400550"/>
          <p14:tracePt t="49950" x="3390900" y="4411663"/>
          <p14:tracePt t="49974" x="3390900" y="4418013"/>
          <p14:tracePt t="49979" x="3386138" y="4424363"/>
          <p14:tracePt t="49982" x="3386138" y="4429125"/>
          <p14:tracePt t="49997" x="3346450" y="4481513"/>
          <p14:tracePt t="49998" x="3328988" y="4497388"/>
          <p14:tracePt t="49999" x="3328988" y="4503738"/>
          <p14:tracePt t="50003" x="3305175" y="4521200"/>
          <p14:tracePt t="50010" x="3260725" y="4560888"/>
          <p14:tracePt t="50017" x="3203575" y="4606925"/>
          <p14:tracePt t="50024" x="3135313" y="4651375"/>
          <p14:tracePt t="50038" x="3003550" y="4719638"/>
          <p14:tracePt t="50052" x="2867025" y="4776788"/>
          <p14:tracePt t="50060" x="2809875" y="4800600"/>
          <p14:tracePt t="50066" x="2770188" y="4816475"/>
          <p14:tracePt t="50073" x="2752725" y="4822825"/>
          <p14:tracePt t="50081" x="2735263" y="4822825"/>
          <p14:tracePt t="50090" x="2730500" y="4829175"/>
          <p14:tracePt t="50101" x="2724150" y="4829175"/>
          <p14:tracePt t="50109" x="2724150" y="4833938"/>
          <p14:tracePt t="50129" x="2713038" y="4840288"/>
          <p14:tracePt t="50135" x="2706688" y="4845050"/>
          <p14:tracePt t="50138" x="2690813" y="4857750"/>
          <p14:tracePt t="50145" x="2673350" y="4862513"/>
          <p14:tracePt t="50154" x="2609850" y="4891088"/>
          <p14:tracePt t="50164" x="2547938" y="4913313"/>
          <p14:tracePt t="50167" x="2508250" y="4926013"/>
          <p14:tracePt t="50171" x="2484438" y="4930775"/>
          <p14:tracePt t="50177" x="2433638" y="4941888"/>
          <p14:tracePt t="50179" x="2416175" y="4948238"/>
          <p14:tracePt t="50181" x="2411413" y="4948238"/>
          <p14:tracePt t="50188" x="2382838" y="4954588"/>
          <p14:tracePt t="50190" x="2376488" y="4954588"/>
          <p14:tracePt t="50191" x="2371725" y="4954588"/>
          <p14:tracePt t="50199" x="2359025" y="4954588"/>
          <p14:tracePt t="50212" x="2354263" y="4954588"/>
          <p14:tracePt t="50388" x="2347913" y="4948238"/>
          <p14:tracePt t="50393" x="2343150" y="4948238"/>
          <p14:tracePt t="50399" x="2336800" y="4937125"/>
          <p14:tracePt t="50410" x="2330450" y="4937125"/>
          <p14:tracePt t="50420" x="2314575" y="4930775"/>
          <p14:tracePt t="50430" x="2290763" y="4926013"/>
          <p14:tracePt t="50439" x="2257425" y="4919663"/>
          <p14:tracePt t="50450" x="2222500" y="4908550"/>
          <p14:tracePt t="50460" x="2182813" y="4902200"/>
          <p14:tracePt t="50472" x="2143125" y="4891088"/>
          <p14:tracePt t="50480" x="2114550" y="4886325"/>
          <p14:tracePt t="50487" x="2092325" y="4886325"/>
          <p14:tracePt t="50495" x="2063750" y="4873625"/>
          <p14:tracePt t="50502" x="2028825" y="4873625"/>
          <p14:tracePt t="50509" x="2006600" y="4868863"/>
          <p14:tracePt t="50517" x="1966913" y="4862513"/>
          <p14:tracePt t="50526" x="1938338" y="4857750"/>
          <p14:tracePt t="50534" x="1914525" y="4857750"/>
          <p14:tracePt t="50543" x="1892300" y="4851400"/>
          <p14:tracePt t="50552" x="1863725" y="4851400"/>
          <p14:tracePt t="50564" x="1824038" y="4845050"/>
          <p14:tracePt t="50574" x="1789113" y="4840288"/>
          <p14:tracePt t="50586" x="1733550" y="4833938"/>
          <p14:tracePt t="50598" x="1687513" y="4829175"/>
          <p14:tracePt t="50608" x="1641475" y="4829175"/>
          <p14:tracePt t="50618" x="1608138" y="4822825"/>
          <p14:tracePt t="50626" x="1584325" y="4816475"/>
          <p14:tracePt t="50634" x="1566863" y="4816475"/>
          <p14:tracePt t="50647" x="1550988" y="4811713"/>
          <p14:tracePt t="50660" x="1538288" y="4811713"/>
          <p14:tracePt t="50671" x="1522413" y="4811713"/>
          <p14:tracePt t="50682" x="1504950" y="4805363"/>
          <p14:tracePt t="50693" x="1476375" y="4805363"/>
          <p14:tracePt t="50704" x="1458913" y="4805363"/>
          <p14:tracePt t="50718" x="1425575" y="4800600"/>
          <p14:tracePt t="50725" x="1401763" y="4800600"/>
          <p14:tracePt t="50732" x="1384300" y="4800600"/>
          <p14:tracePt t="50737" x="1368425" y="4800600"/>
          <p14:tracePt t="50744" x="1344613" y="4800600"/>
          <p14:tracePt t="50751" x="1322388" y="4800600"/>
          <p14:tracePt t="50757" x="1300163" y="4800600"/>
          <p14:tracePt t="50763" x="1276350" y="4800600"/>
          <p14:tracePt t="50770" x="1243013" y="4800600"/>
          <p14:tracePt t="50776" x="1219200" y="4800600"/>
          <p14:tracePt t="50783" x="1190625" y="4800600"/>
          <p14:tracePt t="50789" x="1168400" y="4800600"/>
          <p14:tracePt t="50797" x="1150938" y="4800600"/>
          <p14:tracePt t="50804" x="1139825" y="4794250"/>
          <p14:tracePt t="50811" x="1128713" y="4794250"/>
          <p14:tracePt t="50818" x="1117600" y="4787900"/>
          <p14:tracePt t="50825" x="1100138" y="4787900"/>
          <p14:tracePt t="50831" x="1093788" y="4787900"/>
          <p14:tracePt t="50838" x="1082675" y="4787900"/>
          <p14:tracePt t="50845" x="1071563" y="4787900"/>
          <p14:tracePt t="50854" x="1065213" y="4787900"/>
          <p14:tracePt t="50858" x="1060450" y="4787900"/>
          <p14:tracePt t="50864" x="1054100" y="4787900"/>
          <p14:tracePt t="50871" x="1042988" y="4787900"/>
          <p14:tracePt t="50885" x="1020763" y="4794250"/>
          <p14:tracePt t="50899" x="1003300" y="4800600"/>
          <p14:tracePt t="50907" x="992188" y="4800600"/>
          <p14:tracePt t="50920" x="985838" y="4800600"/>
          <p14:tracePt t="51465" x="985838" y="4794250"/>
          <p14:tracePt t="51467" x="992188" y="4787900"/>
          <p14:tracePt t="51470" x="996950" y="4783138"/>
          <p14:tracePt t="51475" x="1003300" y="4776788"/>
          <p14:tracePt t="51482" x="1031875" y="4760913"/>
          <p14:tracePt t="51489" x="1065213" y="4743450"/>
          <p14:tracePt t="51496" x="1117600" y="4719638"/>
          <p14:tracePt t="51503" x="1179513" y="4691063"/>
          <p14:tracePt t="51510" x="1258888" y="4668838"/>
          <p14:tracePt t="51517" x="1357313" y="4640263"/>
          <p14:tracePt t="51525" x="1454150" y="4611688"/>
          <p14:tracePt t="51532" x="1562100" y="4583113"/>
          <p14:tracePt t="51545" x="1773238" y="4537075"/>
          <p14:tracePt t="51551" x="1909763" y="4514850"/>
          <p14:tracePt t="51566" x="2154238" y="4475163"/>
          <p14:tracePt t="51573" x="2268538" y="4452938"/>
          <p14:tracePt t="51588" x="2519363" y="4418013"/>
          <p14:tracePt t="51589" x="2587625" y="4400550"/>
          <p14:tracePt t="51590" x="2598738" y="4400550"/>
          <p14:tracePt t="51591" x="2616200" y="4400550"/>
          <p14:tracePt t="51600" x="2763838" y="4371975"/>
          <p14:tracePt t="51607" x="2901950" y="4349750"/>
          <p14:tracePt t="51619" x="3128963" y="4303713"/>
          <p14:tracePt t="51626" x="3278188" y="4275138"/>
          <p14:tracePt t="51627" x="3351213" y="4264025"/>
          <p14:tracePt t="51628" x="3375025" y="4257675"/>
          <p14:tracePt t="51629" x="3390900" y="4257675"/>
          <p14:tracePt t="51631" x="3414713" y="4246563"/>
          <p14:tracePt t="51633" x="3482975" y="4241800"/>
          <p14:tracePt t="51634" x="3505200" y="4235450"/>
          <p14:tracePt t="51635" x="3527425" y="4230688"/>
          <p14:tracePt t="51636" x="3562350" y="4224338"/>
          <p14:tracePt t="51639" x="3636963" y="4213225"/>
          <p14:tracePt t="51640" x="3659188" y="4206875"/>
          <p14:tracePt t="51641" x="3681413" y="4206875"/>
          <p14:tracePt t="51642" x="3709988" y="4202113"/>
          <p14:tracePt t="51643" x="3727450" y="4202113"/>
          <p14:tracePt t="51646" x="3806825" y="4189413"/>
          <p14:tracePt t="51647" x="3830638" y="4184650"/>
          <p14:tracePt t="51648" x="3863975" y="4178300"/>
          <p14:tracePt t="51650" x="3910013" y="4167188"/>
          <p14:tracePt t="51653" x="4024313" y="4156075"/>
          <p14:tracePt t="51654" x="4052888" y="4149725"/>
          <p14:tracePt t="51656" x="4086225" y="4144963"/>
          <p14:tracePt t="51657" x="4114800" y="4144963"/>
          <p14:tracePt t="51660" x="4138613" y="4138613"/>
          <p14:tracePt t="51661" x="4251325" y="4121150"/>
          <p14:tracePt t="51663" x="4308475" y="4110038"/>
          <p14:tracePt t="51664" x="4337050" y="4105275"/>
          <p14:tracePt t="51667" x="4418013" y="4092575"/>
          <p14:tracePt t="51669" x="4446588" y="4092575"/>
          <p14:tracePt t="51673" x="4508500" y="4081463"/>
          <p14:tracePt t="51679" x="4697413" y="4052888"/>
          <p14:tracePt t="51686" x="4856163" y="4030663"/>
          <p14:tracePt t="51692" x="4992688" y="4013200"/>
          <p14:tracePt t="51699" x="5106988" y="3995738"/>
          <p14:tracePt t="51705" x="5192713" y="3984625"/>
          <p14:tracePt t="51712" x="5272088" y="3973513"/>
          <p14:tracePt t="51726" x="5364163" y="3956050"/>
          <p14:tracePt t="51732" x="5392738" y="3951288"/>
          <p14:tracePt t="51918" x="5386388" y="3951288"/>
          <p14:tracePt t="51925" x="5380038" y="3951288"/>
          <p14:tracePt t="51929" x="5375275" y="3951288"/>
          <p14:tracePt t="51935" x="5368925" y="3951288"/>
          <p14:tracePt t="51936" x="5364163" y="3951288"/>
          <p14:tracePt t="51943" x="5357813" y="3951288"/>
          <p14:tracePt t="51954" x="5335588" y="3951288"/>
          <p14:tracePt t="51963" x="5322888" y="3951288"/>
          <p14:tracePt t="51968" x="5300663" y="3951288"/>
          <p14:tracePt t="51982" x="5267325" y="3951288"/>
          <p14:tracePt t="51989" x="5254625" y="3956050"/>
          <p14:tracePt t="51996" x="5238750" y="3956050"/>
          <p14:tracePt t="52004" x="5221288" y="3956050"/>
          <p14:tracePt t="52010" x="5214938" y="3956050"/>
          <p14:tracePt t="52019" x="5210175" y="3956050"/>
          <p14:tracePt t="52341" x="5210175" y="3951288"/>
          <p14:tracePt t="52343" x="5210175" y="3944938"/>
          <p14:tracePt t="52351" x="5221288" y="3922713"/>
          <p14:tracePt t="52352" x="5226050" y="3905250"/>
          <p14:tracePt t="52353" x="5226050" y="3898900"/>
          <p14:tracePt t="52354" x="5232400" y="3898900"/>
          <p14:tracePt t="52355" x="5232400" y="3887788"/>
          <p14:tracePt t="52356" x="5238750" y="3881438"/>
          <p14:tracePt t="52359" x="5243513" y="3870325"/>
          <p14:tracePt t="52360" x="5243513" y="3865563"/>
          <p14:tracePt t="52361" x="5243513" y="3859213"/>
          <p14:tracePt t="52362" x="5249863" y="3854450"/>
          <p14:tracePt t="52363" x="5249863" y="3848100"/>
          <p14:tracePt t="52371" x="5267325" y="3819525"/>
          <p14:tracePt t="52378" x="5278438" y="3790950"/>
          <p14:tracePt t="52392" x="5295900" y="3740150"/>
          <p14:tracePt t="52399" x="5307013" y="3705225"/>
          <p14:tracePt t="52412" x="5318125" y="3648075"/>
          <p14:tracePt t="52420" x="5318125" y="3614738"/>
          <p14:tracePt t="52434" x="5318125" y="3551238"/>
          <p14:tracePt t="52435" x="5318125" y="3540125"/>
          <p14:tracePt t="52436" x="5318125" y="3533775"/>
          <p14:tracePt t="52437" x="5318125" y="3529013"/>
          <p14:tracePt t="52447" x="5318125" y="3478213"/>
          <p14:tracePt t="52462" x="5311775" y="3375025"/>
          <p14:tracePt t="52468" x="5311775" y="3306763"/>
          <p14:tracePt t="52482" x="5311775" y="3146425"/>
          <p14:tracePt t="52489" x="5322888" y="3049588"/>
          <p14:tracePt t="52496" x="5346700" y="2930525"/>
          <p14:tracePt t="52503" x="5368925" y="2827338"/>
          <p14:tracePt t="52510" x="5397500" y="2730500"/>
          <p14:tracePt t="52525" x="5472113" y="2519363"/>
          <p14:tracePt t="52527" x="5500688" y="2451100"/>
          <p14:tracePt t="52528" x="5500688" y="2446338"/>
          <p14:tracePt t="52529" x="5511800" y="2433638"/>
          <p14:tracePt t="52532" x="5534025" y="2382838"/>
          <p14:tracePt t="52533" x="5540375" y="2371725"/>
          <p14:tracePt t="52534" x="5551488" y="2360613"/>
          <p14:tracePt t="52535" x="5551488" y="2336800"/>
          <p14:tracePt t="52536" x="5562600" y="2325688"/>
          <p14:tracePt t="52540" x="5591175" y="2268538"/>
          <p14:tracePt t="52541" x="5602288" y="2251075"/>
          <p14:tracePt t="52542" x="5608638" y="2239963"/>
          <p14:tracePt t="52543" x="5619750" y="2228850"/>
          <p14:tracePt t="52546" x="5643563" y="2189163"/>
          <p14:tracePt t="52548" x="5659438" y="2160588"/>
          <p14:tracePt t="52549" x="5659438" y="2149475"/>
          <p14:tracePt t="52550" x="5672138" y="2143125"/>
          <p14:tracePt t="52553" x="5694363" y="2109788"/>
          <p14:tracePt t="52554" x="5694363" y="2097088"/>
          <p14:tracePt t="52555" x="5705475" y="2085975"/>
          <p14:tracePt t="52556" x="5722938" y="2070100"/>
          <p14:tracePt t="52557" x="5727700" y="2057400"/>
          <p14:tracePt t="52558" x="5734050" y="2046288"/>
          <p14:tracePt t="52559" x="5745163" y="2035175"/>
          <p14:tracePt t="52562" x="5768975" y="2000250"/>
          <p14:tracePt t="52563" x="5780088" y="1995488"/>
          <p14:tracePt t="52564" x="5780088" y="1984375"/>
          <p14:tracePt t="52567" x="5802313" y="1966913"/>
          <p14:tracePt t="52575" x="5865813" y="1887538"/>
          <p14:tracePt t="52583" x="5945188" y="1812925"/>
          <p14:tracePt t="52593" x="6019800" y="1749425"/>
          <p14:tracePt t="52604" x="6081713" y="1687513"/>
          <p14:tracePt t="52614" x="6121400" y="1652588"/>
          <p14:tracePt t="52621" x="6138863" y="1636713"/>
          <p14:tracePt t="52628" x="6145213" y="1624013"/>
          <p14:tracePt t="52635" x="6156325" y="1612900"/>
          <p14:tracePt t="52649" x="6161088" y="1612900"/>
          <p14:tracePt t="52771" x="6156325" y="1612900"/>
          <p14:tracePt t="52775" x="6149975" y="1619250"/>
          <p14:tracePt t="52778" x="6145213" y="1624013"/>
          <p14:tracePt t="52780" x="6145213" y="1630363"/>
          <p14:tracePt t="52788" x="6127750" y="1652588"/>
          <p14:tracePt t="52796" x="6103938" y="1681163"/>
          <p14:tracePt t="52802" x="6081713" y="1709738"/>
          <p14:tracePt t="52816" x="6019800" y="1778000"/>
          <p14:tracePt t="52822" x="5984875" y="1806575"/>
          <p14:tracePt t="52830" x="5949950" y="1835150"/>
          <p14:tracePt t="52837" x="5916613" y="1863725"/>
          <p14:tracePt t="52843" x="5881688" y="1887538"/>
          <p14:tracePt t="52850" x="5853113" y="1909763"/>
          <p14:tracePt t="52857" x="5830888" y="1927225"/>
          <p14:tracePt t="52864" x="5813425" y="1944688"/>
          <p14:tracePt t="52871" x="5808663" y="1949450"/>
          <p14:tracePt t="52878" x="5802313" y="1955800"/>
          <p14:tracePt t="53103" x="5802313" y="1960563"/>
          <p14:tracePt t="53112" x="5802313" y="1966913"/>
          <p14:tracePt t="53117" x="5802313" y="1971675"/>
          <p14:tracePt t="53122" x="5802313" y="1984375"/>
          <p14:tracePt t="53128" x="5808663" y="1989138"/>
          <p14:tracePt t="53135" x="5808663" y="1995488"/>
          <p14:tracePt t="53142" x="5813425" y="2006600"/>
          <p14:tracePt t="53158" x="5813425" y="2012950"/>
          <p14:tracePt t="53171" x="5813425" y="2017713"/>
          <p14:tracePt t="53178" x="5819775" y="2017713"/>
          <p14:tracePt t="53185" x="5819775" y="2024063"/>
          <p14:tracePt t="53189" x="5819775" y="2028825"/>
          <p14:tracePt t="53192" x="5824538" y="2028825"/>
          <p14:tracePt t="53197" x="5824538" y="2035175"/>
          <p14:tracePt t="53204" x="5824538" y="2041525"/>
          <p14:tracePt t="53212" x="5824538" y="2046288"/>
          <p14:tracePt t="53225" x="5830888" y="2063750"/>
          <p14:tracePt t="53232" x="5830888" y="2070100"/>
          <p14:tracePt t="53239" x="5830888" y="2081213"/>
          <p14:tracePt t="53246" x="5830888" y="2085975"/>
          <p14:tracePt t="53253" x="5830888" y="2092325"/>
          <p14:tracePt t="53260" x="5830888" y="2103438"/>
          <p14:tracePt t="53267" x="5830888" y="2109788"/>
          <p14:tracePt t="53274" x="5830888" y="2114550"/>
          <p14:tracePt t="53281" x="5830888" y="2125663"/>
          <p14:tracePt t="53288" x="5830888" y="2132013"/>
          <p14:tracePt t="53295" x="5830888" y="2138363"/>
          <p14:tracePt t="53301" x="5830888" y="2143125"/>
          <p14:tracePt t="53309" x="5830888" y="2149475"/>
          <p14:tracePt t="53318" x="5830888" y="2154238"/>
          <p14:tracePt t="53326" x="5830888" y="2160588"/>
          <p14:tracePt t="53332" x="5824538" y="2160588"/>
          <p14:tracePt t="53351" x="5824538" y="2166938"/>
          <p14:tracePt t="53539" x="5819775" y="2166938"/>
          <p14:tracePt t="53541" x="5819775" y="2171700"/>
          <p14:tracePt t="53668" x="5819775" y="2178050"/>
          <p14:tracePt t="53678" x="5813425" y="2182813"/>
          <p14:tracePt t="53688" x="5808663" y="2182813"/>
          <p14:tracePt t="54020" x="5808663" y="2189163"/>
          <p14:tracePt t="54339" x="5808663" y="2195513"/>
          <p14:tracePt t="54341" x="5813425" y="2195513"/>
          <p14:tracePt t="54343" x="5819775" y="2195513"/>
          <p14:tracePt t="54351" x="5848350" y="2211388"/>
          <p14:tracePt t="54358" x="5921375" y="2239963"/>
          <p14:tracePt t="54367" x="6013450" y="2279650"/>
          <p14:tracePt t="54374" x="6121400" y="2314575"/>
          <p14:tracePt t="54382" x="6242050" y="2354263"/>
          <p14:tracePt t="54389" x="6321425" y="2371725"/>
          <p14:tracePt t="54396" x="6411913" y="2400300"/>
          <p14:tracePt t="54403" x="6503988" y="2411413"/>
          <p14:tracePt t="54410" x="6577013" y="2422525"/>
          <p14:tracePt t="54417" x="6651625" y="2428875"/>
          <p14:tracePt t="54425" x="6726238" y="2428875"/>
          <p14:tracePt t="54432" x="6777038" y="2422525"/>
          <p14:tracePt t="54439" x="6811963" y="2417763"/>
          <p14:tracePt t="54447" x="6845300" y="2405063"/>
          <p14:tracePt t="54455" x="6856413" y="2400300"/>
          <p14:tracePt t="54462" x="6869113" y="2393950"/>
          <p14:tracePt t="54471" x="6880225" y="2389188"/>
          <p14:tracePt t="54477" x="6891338" y="2382838"/>
          <p14:tracePt t="54483" x="6896100" y="2376488"/>
          <p14:tracePt t="54574" x="6896100" y="2371725"/>
          <p14:tracePt t="54584" x="6896100" y="2365375"/>
          <p14:tracePt t="54588" x="6896100" y="2360613"/>
          <p14:tracePt t="54593" x="6891338" y="2354263"/>
          <p14:tracePt t="54600" x="6884988" y="2349500"/>
          <p14:tracePt t="54607" x="6873875" y="2336800"/>
          <p14:tracePt t="54614" x="6862763" y="2332038"/>
          <p14:tracePt t="54628" x="6834188" y="2320925"/>
          <p14:tracePt t="54635" x="6816725" y="2314575"/>
          <p14:tracePt t="54649" x="6783388" y="2314575"/>
          <p14:tracePt t="54650" x="6777038" y="2314575"/>
          <p14:tracePt t="54656" x="6759575" y="2314575"/>
          <p14:tracePt t="54670" x="6715125" y="2314575"/>
          <p14:tracePt t="54677" x="6691313" y="2314575"/>
          <p14:tracePt t="54685" x="6657975" y="2320925"/>
          <p14:tracePt t="54692" x="6634163" y="2325688"/>
          <p14:tracePt t="54698" x="6600825" y="2325688"/>
          <p14:tracePt t="54705" x="6565900" y="2336800"/>
          <p14:tracePt t="54712" x="6532563" y="2343150"/>
          <p14:tracePt t="54720" x="6497638" y="2354263"/>
          <p14:tracePt t="54732" x="6407150" y="2360613"/>
          <p14:tracePt t="54739" x="6367463" y="2360613"/>
          <p14:tracePt t="54747" x="6332538" y="2360613"/>
          <p14:tracePt t="54760" x="6270625" y="2360613"/>
          <p14:tracePt t="54761" x="6264275" y="2360613"/>
          <p14:tracePt t="54762" x="6257925" y="2360613"/>
          <p14:tracePt t="54767" x="6242050" y="2360613"/>
          <p14:tracePt t="54774" x="6213475" y="2360613"/>
          <p14:tracePt t="54782" x="6189663" y="2360613"/>
          <p14:tracePt t="54783" x="6172200" y="2360613"/>
          <p14:tracePt t="54795" x="6138863" y="2360613"/>
          <p14:tracePt t="54801" x="6116638" y="2354263"/>
          <p14:tracePt t="54809" x="6099175" y="2343150"/>
          <p14:tracePt t="54823" x="6075363" y="2332038"/>
          <p14:tracePt t="54830" x="6064250" y="2320925"/>
          <p14:tracePt t="54844" x="6046788" y="2297113"/>
          <p14:tracePt t="54850" x="6035675" y="2286000"/>
          <p14:tracePt t="54857" x="6030913" y="2274888"/>
          <p14:tracePt t="54864" x="6019800" y="2263775"/>
          <p14:tracePt t="54872" x="6019800" y="2251075"/>
          <p14:tracePt t="54873" x="6013450" y="2246313"/>
          <p14:tracePt t="54878" x="6013450" y="2239963"/>
          <p14:tracePt t="54892" x="6007100" y="2217738"/>
          <p14:tracePt t="54906" x="6007100" y="2200275"/>
          <p14:tracePt t="54913" x="6007100" y="2178050"/>
          <p14:tracePt t="54927" x="6019800" y="2138363"/>
          <p14:tracePt t="54934" x="6030913" y="2114550"/>
          <p14:tracePt t="54940" x="6042025" y="2097088"/>
          <p14:tracePt t="54948" x="6046788" y="2085975"/>
          <p14:tracePt t="54956" x="6064250" y="2070100"/>
          <p14:tracePt t="54965" x="6075363" y="2046288"/>
          <p14:tracePt t="54972" x="6092825" y="2028825"/>
          <p14:tracePt t="54980" x="6103938" y="2012950"/>
          <p14:tracePt t="54988" x="6121400" y="2000250"/>
          <p14:tracePt t="54996" x="6132513" y="1984375"/>
          <p14:tracePt t="55004" x="6149975" y="1971675"/>
          <p14:tracePt t="55012" x="6161088" y="1966913"/>
          <p14:tracePt t="55020" x="6167438" y="1960563"/>
          <p14:tracePt t="55029" x="6172200" y="1955800"/>
          <p14:tracePt t="55037" x="6178550" y="1949450"/>
          <p14:tracePt t="55046" x="6184900" y="1944688"/>
          <p14:tracePt t="60831" x="6184900" y="1949450"/>
          <p14:tracePt t="60834" x="6184900" y="1955800"/>
          <p14:tracePt t="60839" x="6184900" y="1966913"/>
          <p14:tracePt t="60840" x="6184900" y="1971675"/>
          <p14:tracePt t="60844" x="6184900" y="1978025"/>
          <p14:tracePt t="60858" x="6184900" y="2024063"/>
          <p14:tracePt t="60860" x="6184900" y="2041525"/>
          <p14:tracePt t="60862" x="6184900" y="2052638"/>
          <p14:tracePt t="60863" x="6189663" y="2057400"/>
          <p14:tracePt t="60871" x="6196013" y="2097088"/>
          <p14:tracePt t="60886" x="6218238" y="2222500"/>
          <p14:tracePt t="60899" x="6257925" y="2400300"/>
          <p14:tracePt t="60906" x="6281738" y="2497138"/>
          <p14:tracePt t="60913" x="6303963" y="2600325"/>
          <p14:tracePt t="60920" x="6332538" y="2701925"/>
          <p14:tracePt t="60927" x="6354763" y="2798763"/>
          <p14:tracePt t="60934" x="6372225" y="2873375"/>
          <p14:tracePt t="60941" x="6389688" y="2952750"/>
          <p14:tracePt t="60955" x="6407150" y="3084513"/>
          <p14:tracePt t="60962" x="6411913" y="3146425"/>
          <p14:tracePt t="60969" x="6411913" y="3214688"/>
          <p14:tracePt t="60978" x="6411913" y="3267075"/>
          <p14:tracePt t="60984" x="6407150" y="3328988"/>
          <p14:tracePt t="60990" x="6389688" y="3375025"/>
          <p14:tracePt t="61003" x="6361113" y="3454400"/>
          <p14:tracePt t="61011" x="6343650" y="3482975"/>
          <p14:tracePt t="61019" x="6326188" y="3511550"/>
          <p14:tracePt t="61026" x="6315075" y="3533775"/>
          <p14:tracePt t="61032" x="6310313" y="3546475"/>
          <p14:tracePt t="61039" x="6292850" y="3557588"/>
          <p14:tracePt t="61047" x="6286500" y="3557588"/>
          <p14:tracePt t="61055" x="6281738" y="3562350"/>
          <p14:tracePt t="61062" x="6275388" y="3568700"/>
          <p14:tracePt t="61069" x="6270625" y="3575050"/>
          <p14:tracePt t="61077" x="6257925" y="3579813"/>
          <p14:tracePt t="61086" x="6242050" y="3597275"/>
          <p14:tracePt t="61094" x="6207125" y="3614738"/>
          <p14:tracePt t="61102" x="6172200" y="3648075"/>
          <p14:tracePt t="61114" x="6103938" y="3729038"/>
          <p14:tracePt t="61122" x="6064250" y="3773488"/>
          <p14:tracePt t="61129" x="6013450" y="3830638"/>
          <p14:tracePt t="61136" x="5978525" y="3870325"/>
          <p14:tracePt t="61144" x="5949950" y="3910013"/>
          <p14:tracePt t="61150" x="5921375" y="3951288"/>
          <p14:tracePt t="61157" x="5905500" y="3973513"/>
          <p14:tracePt t="61170" x="5888038" y="4019550"/>
          <p14:tracePt t="61178" x="5881688" y="4052888"/>
          <p14:tracePt t="61185" x="5876925" y="4081463"/>
          <p14:tracePt t="61195" x="5876925" y="4138613"/>
          <p14:tracePt t="61202" x="5876925" y="4195763"/>
          <p14:tracePt t="61211" x="5876925" y="4252913"/>
          <p14:tracePt t="61218" x="5876925" y="4327525"/>
          <p14:tracePt t="61225" x="5876925" y="4378325"/>
          <p14:tracePt t="61232" x="5876925" y="4418013"/>
          <p14:tracePt t="61240" x="5876925" y="4464050"/>
          <p14:tracePt t="61248" x="5888038" y="4492625"/>
          <p14:tracePt t="61254" x="5888038" y="4521200"/>
          <p14:tracePt t="61261" x="5899150" y="4543425"/>
          <p14:tracePt t="61275" x="5910263" y="4583113"/>
          <p14:tracePt t="61282" x="5916613" y="4600575"/>
          <p14:tracePt t="61292" x="5927725" y="4622800"/>
          <p14:tracePt t="61299" x="5938838" y="4640263"/>
          <p14:tracePt t="61307" x="5945188" y="4657725"/>
          <p14:tracePt t="61312" x="5956300" y="4668838"/>
          <p14:tracePt t="61319" x="5956300" y="4675188"/>
          <p14:tracePt t="61325" x="5956300" y="4679950"/>
          <p14:tracePt t="61389" x="5962650" y="4679950"/>
          <p14:tracePt t="61399" x="5962650" y="4686300"/>
          <p14:tracePt t="61408" x="5967413" y="4691063"/>
          <p14:tracePt t="61418" x="5973763" y="4691063"/>
          <p14:tracePt t="61425" x="5978525" y="4691063"/>
          <p14:tracePt t="61485" x="5984875" y="4691063"/>
          <p14:tracePt t="61492" x="5991225" y="4691063"/>
          <p14:tracePt t="61495" x="5995988" y="4691063"/>
          <p14:tracePt t="61498" x="6002338" y="4691063"/>
          <p14:tracePt t="61505" x="6013450" y="4686300"/>
          <p14:tracePt t="61514" x="6030913" y="4675188"/>
          <p14:tracePt t="61523" x="6053138" y="4662488"/>
          <p14:tracePt t="61529" x="6075363" y="4640263"/>
          <p14:tracePt t="61536" x="6092825" y="4622800"/>
          <p14:tracePt t="61544" x="6116638" y="4606925"/>
          <p14:tracePt t="61552" x="6145213" y="4578350"/>
          <p14:tracePt t="61559" x="6161088" y="4560888"/>
          <p14:tracePt t="61569" x="6184900" y="4537075"/>
          <p14:tracePt t="61577" x="6200775" y="4521200"/>
          <p14:tracePt t="61585" x="6218238" y="4514850"/>
          <p14:tracePt t="61592" x="6229350" y="4503738"/>
          <p14:tracePt t="61600" x="6242050" y="4497388"/>
          <p14:tracePt t="61608" x="6246813" y="4492625"/>
          <p14:tracePt t="61617" x="6264275" y="4481513"/>
          <p14:tracePt t="61625" x="6281738" y="4468813"/>
          <p14:tracePt t="61633" x="6297613" y="4464050"/>
          <p14:tracePt t="61642" x="6321425" y="4452938"/>
          <p14:tracePt t="61649" x="6354763" y="4440238"/>
          <p14:tracePt t="61658" x="6394450" y="4429125"/>
          <p14:tracePt t="61666" x="6440488" y="4411663"/>
          <p14:tracePt t="61674" x="6486525" y="4400550"/>
          <p14:tracePt t="61682" x="6519863" y="4389438"/>
          <p14:tracePt t="61689" x="6554788" y="4383088"/>
          <p14:tracePt t="61698" x="6577013" y="4378325"/>
          <p14:tracePt t="61706" x="6618288" y="4371975"/>
          <p14:tracePt t="61713" x="6651625" y="4371975"/>
          <p14:tracePt t="61722" x="6708775" y="4367213"/>
          <p14:tracePt t="61729" x="6777038" y="4360863"/>
          <p14:tracePt t="61737" x="6827838" y="4360863"/>
          <p14:tracePt t="61746" x="6913563" y="4343400"/>
          <p14:tracePt t="61753" x="6977063" y="4338638"/>
          <p14:tracePt t="61761" x="7034213" y="4332288"/>
          <p14:tracePt t="61769" x="7091363" y="4332288"/>
          <p14:tracePt t="61777" x="7142163" y="4327525"/>
          <p14:tracePt t="61784" x="7181850" y="4321175"/>
          <p14:tracePt t="61791" x="7221538" y="4321175"/>
          <p14:tracePt t="61801" x="7267575" y="4321175"/>
          <p14:tracePt t="61809" x="7296150" y="4321175"/>
          <p14:tracePt t="61816" x="7324725" y="4327525"/>
          <p14:tracePt t="61823" x="7353300" y="4332288"/>
          <p14:tracePt t="61831" x="7392988" y="4343400"/>
          <p14:tracePt t="61838" x="7432675" y="4356100"/>
          <p14:tracePt t="61847" x="7500938" y="4371975"/>
          <p14:tracePt t="61855" x="7569200" y="4383088"/>
          <p14:tracePt t="61862" x="7632700" y="4400550"/>
          <p14:tracePt t="61869" x="7700963" y="4411663"/>
          <p14:tracePt t="61878" x="7791450" y="4429125"/>
          <p14:tracePt t="61886" x="7870825" y="4440238"/>
          <p14:tracePt t="61894" x="7951788" y="4452938"/>
          <p14:tracePt t="61901" x="8024813" y="4464050"/>
          <p14:tracePt t="61909" x="8081963" y="4475163"/>
          <p14:tracePt t="61918" x="8145463" y="4492625"/>
          <p14:tracePt t="61927" x="8218488" y="4503738"/>
          <p14:tracePt t="61934" x="8259763" y="4514850"/>
          <p14:tracePt t="61942" x="8288338" y="4525963"/>
          <p14:tracePt t="61949" x="8315325" y="4532313"/>
          <p14:tracePt t="61957" x="8343900" y="4549775"/>
          <p14:tracePt t="61964" x="8361363" y="4554538"/>
          <p14:tracePt t="61972" x="8372475" y="4560888"/>
          <p14:tracePt t="61980" x="8385175" y="4565650"/>
          <p14:tracePt t="61988" x="8396288" y="4572000"/>
          <p14:tracePt t="61995" x="8401050" y="4578350"/>
          <p14:tracePt t="62003" x="8413750" y="4589463"/>
          <p14:tracePt t="62010" x="8424863" y="4600575"/>
          <p14:tracePt t="62018" x="8435975" y="4618038"/>
          <p14:tracePt t="62027" x="8453438" y="4629150"/>
          <p14:tracePt t="62035" x="8458200" y="4651375"/>
          <p14:tracePt t="62043" x="8475663" y="4668838"/>
          <p14:tracePt t="62050" x="8493125" y="4691063"/>
          <p14:tracePt t="62057" x="8504238" y="4714875"/>
          <p14:tracePt t="62065" x="8515350" y="4743450"/>
          <p14:tracePt t="62073" x="8532813" y="4760913"/>
          <p14:tracePt t="62081" x="8539163" y="4783138"/>
          <p14:tracePt t="62088" x="8550275" y="4805363"/>
          <p14:tracePt t="62096" x="8561388" y="4833938"/>
          <p14:tracePt t="62104" x="8561388" y="4857750"/>
          <p14:tracePt t="62112" x="8566150" y="4886325"/>
          <p14:tracePt t="62120" x="8566150" y="4908550"/>
          <p14:tracePt t="62128" x="8566150" y="4926013"/>
          <p14:tracePt t="62137" x="8566150" y="4948238"/>
          <p14:tracePt t="62145" x="8561388" y="4965700"/>
          <p14:tracePt t="62153" x="8555038" y="4983163"/>
          <p14:tracePt t="62160" x="8539163" y="4994275"/>
          <p14:tracePt t="62167" x="8521700" y="5011738"/>
          <p14:tracePt t="62175" x="8497888" y="5027613"/>
          <p14:tracePt t="62182" x="8475663" y="5033963"/>
          <p14:tracePt t="62188" x="8453438" y="5038725"/>
          <p14:tracePt t="62196" x="8424863" y="5051425"/>
          <p14:tracePt t="62197" x="8407400" y="5051425"/>
          <p14:tracePt t="62198" x="8401050" y="5051425"/>
          <p14:tracePt t="62199" x="8396288" y="5056188"/>
          <p14:tracePt t="62201" x="8389938" y="5056188"/>
          <p14:tracePt t="62204" x="8372475" y="5056188"/>
          <p14:tracePt t="62205" x="8367713" y="5056188"/>
          <p14:tracePt t="62205" x="8361363" y="5056188"/>
          <p14:tracePt t="62209" x="8356600" y="5056188"/>
          <p14:tracePt t="62216" x="8304213" y="5062538"/>
          <p14:tracePt t="62223" x="8242300" y="5067300"/>
          <p14:tracePt t="62230" x="8185150" y="5073650"/>
          <p14:tracePt t="62237" x="8105775" y="5080000"/>
          <p14:tracePt t="62244" x="8037513" y="5084763"/>
          <p14:tracePt t="62251" x="7974013" y="5091113"/>
          <p14:tracePt t="62258" x="7905750" y="5102225"/>
          <p14:tracePt t="62264" x="7826375" y="5113338"/>
          <p14:tracePt t="62271" x="7773988" y="5124450"/>
          <p14:tracePt t="62278" x="7700963" y="5137150"/>
          <p14:tracePt t="62284" x="7654925" y="5148263"/>
          <p14:tracePt t="62291" x="7564438" y="5164138"/>
          <p14:tracePt t="62298" x="7472363" y="5192713"/>
          <p14:tracePt t="62305" x="7397750" y="5210175"/>
          <p14:tracePt t="62311" x="7296150" y="5238750"/>
          <p14:tracePt t="62318" x="7199313" y="5256213"/>
          <p14:tracePt t="62325" x="7113588" y="5267325"/>
          <p14:tracePt t="62331" x="7021513" y="5284788"/>
          <p14:tracePt t="62338" x="6942138" y="5302250"/>
          <p14:tracePt t="62347" x="6834188" y="5313363"/>
          <p14:tracePt t="62354" x="6754813" y="5318125"/>
          <p14:tracePt t="62361" x="6669088" y="5318125"/>
          <p14:tracePt t="62368" x="6594475" y="5318125"/>
          <p14:tracePt t="62375" x="6519863" y="5318125"/>
          <p14:tracePt t="62382" x="6457950" y="5318125"/>
          <p14:tracePt t="62388" x="6400800" y="5307013"/>
          <p14:tracePt t="62394" x="6361113" y="5302250"/>
          <p14:tracePt t="62401" x="6321425" y="5289550"/>
          <p14:tracePt t="62408" x="6286500" y="5284788"/>
          <p14:tracePt t="62415" x="6257925" y="5273675"/>
          <p14:tracePt t="62422" x="6229350" y="5256213"/>
          <p14:tracePt t="62428" x="6207125" y="5249863"/>
          <p14:tracePt t="62435" x="6172200" y="5233988"/>
          <p14:tracePt t="62441" x="6145213" y="5216525"/>
          <p14:tracePt t="62448" x="6121400" y="5199063"/>
          <p14:tracePt t="62462" x="6059488" y="5164138"/>
          <p14:tracePt t="62470" x="6019800" y="5148263"/>
          <p14:tracePt t="62483" x="5949950" y="5124450"/>
          <p14:tracePt t="62484" x="5934075" y="5119688"/>
          <p14:tracePt t="62490" x="5916613" y="5108575"/>
          <p14:tracePt t="62497" x="5888038" y="5095875"/>
          <p14:tracePt t="62503" x="5842000" y="5080000"/>
          <p14:tracePt t="62511" x="5813425" y="5062538"/>
          <p14:tracePt t="62518" x="5791200" y="5045075"/>
          <p14:tracePt t="62519" x="5784850" y="5045075"/>
          <p14:tracePt t="62525" x="5773738" y="5033963"/>
          <p14:tracePt t="62531" x="5756275" y="5016500"/>
          <p14:tracePt t="62538" x="5740400" y="5005388"/>
          <p14:tracePt t="62545" x="5727700" y="4987925"/>
          <p14:tracePt t="62552" x="5716588" y="4970463"/>
          <p14:tracePt t="62560" x="5711825" y="4954588"/>
          <p14:tracePt t="62566" x="5699125" y="4937125"/>
          <p14:tracePt t="62573" x="5694363" y="4919663"/>
          <p14:tracePt t="62580" x="5688013" y="4891088"/>
          <p14:tracePt t="62587" x="5688013" y="4873625"/>
          <p14:tracePt t="62601" x="5672138" y="4822825"/>
          <p14:tracePt t="62608" x="5659438" y="4794250"/>
          <p14:tracePt t="62614" x="5654675" y="4772025"/>
          <p14:tracePt t="62622" x="5643563" y="4737100"/>
          <p14:tracePt t="62628" x="5637213" y="4708525"/>
          <p14:tracePt t="62635" x="5626100" y="4679950"/>
          <p14:tracePt t="62642" x="5619750" y="4657725"/>
          <p14:tracePt t="62650" x="5614988" y="4635500"/>
          <p14:tracePt t="62657" x="5614988" y="4618038"/>
          <p14:tracePt t="62663" x="5614988" y="4600575"/>
          <p14:tracePt t="62671" x="5614988" y="4583113"/>
          <p14:tracePt t="62678" x="5614988" y="4565650"/>
          <p14:tracePt t="62684" x="5619750" y="4549775"/>
          <p14:tracePt t="62691" x="5626100" y="4532313"/>
          <p14:tracePt t="62698" x="5637213" y="4514850"/>
          <p14:tracePt t="62705" x="5648325" y="4497388"/>
          <p14:tracePt t="62712" x="5659438" y="4481513"/>
          <p14:tracePt t="62719" x="5672138" y="4457700"/>
          <p14:tracePt t="62726" x="5688013" y="4440238"/>
          <p14:tracePt t="62740" x="5745163" y="4395788"/>
          <p14:tracePt t="62747" x="5780088" y="4371975"/>
          <p14:tracePt t="62753" x="5830888" y="4349750"/>
          <p14:tracePt t="62761" x="5888038" y="4321175"/>
          <p14:tracePt t="62767" x="5949950" y="4298950"/>
          <p14:tracePt t="62774" x="6035675" y="4264025"/>
          <p14:tracePt t="62782" x="6138863" y="4235450"/>
          <p14:tracePt t="62783" x="6196013" y="4224338"/>
          <p14:tracePt t="62784" x="6224588" y="4217988"/>
          <p14:tracePt t="62785" x="6242050" y="4206875"/>
          <p14:tracePt t="62787" x="6257925" y="4206875"/>
          <p14:tracePt t="62790" x="6326188" y="4189413"/>
          <p14:tracePt t="62791" x="6343650" y="4189413"/>
          <p14:tracePt t="62792" x="6367463" y="4184650"/>
          <p14:tracePt t="62793" x="6383338" y="4184650"/>
          <p14:tracePt t="62797" x="6457950" y="4167188"/>
          <p14:tracePt t="62798" x="6480175" y="4160838"/>
          <p14:tracePt t="62799" x="6497638" y="4160838"/>
          <p14:tracePt t="62800" x="6519863" y="4156075"/>
          <p14:tracePt t="62809" x="6662738" y="4132263"/>
          <p14:tracePt t="62816" x="6834188" y="4116388"/>
          <p14:tracePt t="62823" x="6970713" y="4105275"/>
          <p14:tracePt t="62830" x="7091363" y="4105275"/>
          <p14:tracePt t="62837" x="7199313" y="4105275"/>
          <p14:tracePt t="62845" x="7313613" y="4105275"/>
          <p14:tracePt t="62854" x="7410450" y="4121150"/>
          <p14:tracePt t="62855" x="7432675" y="4121150"/>
          <p14:tracePt t="62856" x="7450138" y="4127500"/>
          <p14:tracePt t="62857" x="7454900" y="4132263"/>
          <p14:tracePt t="62858" x="7472363" y="4138613"/>
          <p14:tracePt t="62861" x="7489825" y="4138613"/>
          <p14:tracePt t="62862" x="7494588" y="4138613"/>
          <p14:tracePt t="62863" x="7500938" y="4138613"/>
          <p14:tracePt t="62864" x="7512050" y="4144963"/>
          <p14:tracePt t="62868" x="7529513" y="4149725"/>
          <p14:tracePt t="62869" x="7535863" y="4149725"/>
          <p14:tracePt t="62873" x="7540625" y="4156075"/>
          <p14:tracePt t="62879" x="7569200" y="4160838"/>
          <p14:tracePt t="62892" x="7608888" y="4173538"/>
          <p14:tracePt t="62900" x="7626350" y="4184650"/>
          <p14:tracePt t="62906" x="7648575" y="4195763"/>
          <p14:tracePt t="62913" x="7672388" y="4202113"/>
          <p14:tracePt t="62920" x="7712075" y="4213225"/>
          <p14:tracePt t="62934" x="7802563" y="4246563"/>
          <p14:tracePt t="62941" x="7848600" y="4270375"/>
          <p14:tracePt t="62955" x="7951788" y="4303713"/>
          <p14:tracePt t="62962" x="7996238" y="4321175"/>
          <p14:tracePt t="62969" x="8042275" y="4343400"/>
          <p14:tracePt t="62975" x="8088313" y="4367213"/>
          <p14:tracePt t="62983" x="8121650" y="4389438"/>
          <p14:tracePt t="62997" x="8167688" y="4424363"/>
          <p14:tracePt t="63003" x="8189913" y="4446588"/>
          <p14:tracePt t="63010" x="8207375" y="4464050"/>
          <p14:tracePt t="63017" x="8218488" y="4486275"/>
          <p14:tracePt t="63031" x="8247063" y="4525963"/>
          <p14:tracePt t="63038" x="8259763" y="4549775"/>
          <p14:tracePt t="63045" x="8281988" y="4583113"/>
          <p14:tracePt t="63053" x="8304213" y="4618038"/>
          <p14:tracePt t="63059" x="8332788" y="4657725"/>
          <p14:tracePt t="63066" x="8356600" y="4691063"/>
          <p14:tracePt t="63073" x="8378825" y="4725988"/>
          <p14:tracePt t="63087" x="8418513" y="4776788"/>
          <p14:tracePt t="63094" x="8435975" y="4794250"/>
          <p14:tracePt t="63101" x="8447088" y="4816475"/>
          <p14:tracePt t="63109" x="8464550" y="4833938"/>
          <p14:tracePt t="63116" x="8482013" y="4845050"/>
          <p14:tracePt t="63122" x="8493125" y="4851400"/>
          <p14:tracePt t="63128" x="8504238" y="4862513"/>
          <p14:tracePt t="63136" x="8521700" y="4873625"/>
          <p14:tracePt t="63149" x="8543925" y="4891088"/>
          <p14:tracePt t="63156" x="8555038" y="4891088"/>
          <p14:tracePt t="63163" x="8561388" y="4902200"/>
          <p14:tracePt t="63170" x="8572500" y="4902200"/>
          <p14:tracePt t="63177" x="8578850" y="4908550"/>
          <p14:tracePt t="63184" x="8583613" y="4913313"/>
          <p14:tracePt t="63191" x="8583613" y="4919663"/>
          <p14:tracePt t="63216" x="8583613" y="4926013"/>
          <p14:tracePt t="63220" x="8583613" y="4930775"/>
          <p14:tracePt t="63225" x="8578850" y="4930775"/>
          <p14:tracePt t="63233" x="8572500" y="4948238"/>
          <p14:tracePt t="63240" x="8555038" y="4954588"/>
          <p14:tracePt t="63254" x="8521700" y="4970463"/>
          <p14:tracePt t="63260" x="8497888" y="4976813"/>
          <p14:tracePt t="63267" x="8458200" y="4987925"/>
          <p14:tracePt t="63275" x="8407400" y="5005388"/>
          <p14:tracePt t="63281" x="8339138" y="5016500"/>
          <p14:tracePt t="63288" x="8281988" y="5027613"/>
          <p14:tracePt t="63295" x="8185150" y="5045075"/>
          <p14:tracePt t="63302" x="8077200" y="5062538"/>
          <p14:tracePt t="63309" x="7945438" y="5073650"/>
          <p14:tracePt t="63316" x="7797800" y="5091113"/>
          <p14:tracePt t="63330" x="7489825" y="5102225"/>
          <p14:tracePt t="63337" x="7313613" y="5108575"/>
          <p14:tracePt t="63343" x="7159625" y="5108575"/>
          <p14:tracePt t="63350" x="6965950" y="5108575"/>
          <p14:tracePt t="63358" x="6794500" y="5108575"/>
          <p14:tracePt t="63365" x="6623050" y="5108575"/>
          <p14:tracePt t="63371" x="6457950" y="5108575"/>
          <p14:tracePt t="63379" x="6310313" y="5108575"/>
          <p14:tracePt t="63385" x="6149975" y="5102225"/>
          <p14:tracePt t="63392" x="6024563" y="5102225"/>
          <p14:tracePt t="63406" x="5813425" y="5095875"/>
          <p14:tracePt t="63414" x="5734050" y="5091113"/>
          <p14:tracePt t="63422" x="5648325" y="5084763"/>
          <p14:tracePt t="63429" x="5608638" y="5080000"/>
          <p14:tracePt t="63436" x="5586413" y="5073650"/>
          <p14:tracePt t="63442" x="5568950" y="5073650"/>
          <p14:tracePt t="63455" x="5551488" y="5067300"/>
          <p14:tracePt t="63462" x="5546725" y="5062538"/>
          <p14:tracePt t="63468" x="5540375" y="5062538"/>
          <p14:tracePt t="63476" x="5529263" y="5056188"/>
          <p14:tracePt t="63483" x="5518150" y="5051425"/>
          <p14:tracePt t="63489" x="5500688" y="5038725"/>
          <p14:tracePt t="63496" x="5476875" y="5022850"/>
          <p14:tracePt t="63504" x="5448300" y="5005388"/>
          <p14:tracePt t="63510" x="5421313" y="4987925"/>
          <p14:tracePt t="63517" x="5392738" y="4970463"/>
          <p14:tracePt t="63525" x="5368925" y="4954588"/>
          <p14:tracePt t="63531" x="5340350" y="4937125"/>
          <p14:tracePt t="63538" x="5318125" y="4913313"/>
          <p14:tracePt t="63545" x="5295900" y="4891088"/>
          <p14:tracePt t="63552" x="5272088" y="4873625"/>
          <p14:tracePt t="63560" x="5254625" y="4862513"/>
          <p14:tracePt t="63573" x="5238750" y="4829175"/>
          <p14:tracePt t="63580" x="5232400" y="4811713"/>
          <p14:tracePt t="63587" x="5232400" y="4787900"/>
          <p14:tracePt t="63594" x="5232400" y="4760913"/>
          <p14:tracePt t="63601" x="5232400" y="4732338"/>
          <p14:tracePt t="63608" x="5232400" y="4703763"/>
          <p14:tracePt t="63615" x="5232400" y="4668838"/>
          <p14:tracePt t="63622" x="5232400" y="4646613"/>
          <p14:tracePt t="63630" x="5238750" y="4622800"/>
          <p14:tracePt t="63639" x="5249863" y="4600575"/>
          <p14:tracePt t="63646" x="5267325" y="4583113"/>
          <p14:tracePt t="63653" x="5278438" y="4565650"/>
          <p14:tracePt t="63660" x="5307013" y="4543425"/>
          <p14:tracePt t="63668" x="5335588" y="4525963"/>
          <p14:tracePt t="63676" x="5368925" y="4497388"/>
          <p14:tracePt t="63682" x="5403850" y="4481513"/>
          <p14:tracePt t="63688" x="5448300" y="4464050"/>
          <p14:tracePt t="63695" x="5494338" y="4440238"/>
          <p14:tracePt t="63701" x="5534025" y="4424363"/>
          <p14:tracePt t="63708" x="5580063" y="4400550"/>
          <p14:tracePt t="63714" x="5619750" y="4378325"/>
          <p14:tracePt t="63721" x="5672138" y="4356100"/>
          <p14:tracePt t="63728" x="5711825" y="4332288"/>
          <p14:tracePt t="63734" x="5756275" y="4314825"/>
          <p14:tracePt t="63746" x="5848350" y="4281488"/>
          <p14:tracePt t="63754" x="5894388" y="4257675"/>
          <p14:tracePt t="63760" x="5938838" y="4241800"/>
          <p14:tracePt t="63767" x="5984875" y="4224338"/>
          <p14:tracePt t="63774" x="6030913" y="4202113"/>
          <p14:tracePt t="63781" x="6059488" y="4189413"/>
          <p14:tracePt t="63795" x="6121400" y="4167188"/>
          <p14:tracePt t="63802" x="6149975" y="4160838"/>
          <p14:tracePt t="63809" x="6178550" y="4149725"/>
          <p14:tracePt t="63816" x="6200775" y="4149725"/>
          <p14:tracePt t="63823" x="6235700" y="4144963"/>
          <p14:tracePt t="63830" x="6264275" y="4132263"/>
          <p14:tracePt t="63837" x="6292850" y="4132263"/>
          <p14:tracePt t="63843" x="6321425" y="4127500"/>
          <p14:tracePt t="63858" x="6367463" y="4127500"/>
          <p14:tracePt t="63865" x="6383338" y="4127500"/>
          <p14:tracePt t="63878" x="6429375" y="4127500"/>
          <p14:tracePt t="63885" x="6457950" y="4127500"/>
          <p14:tracePt t="63892" x="6486525" y="4127500"/>
          <p14:tracePt t="63900" x="6532563" y="4127500"/>
          <p14:tracePt t="63914" x="6629400" y="4144963"/>
          <p14:tracePt t="63922" x="6708775" y="4156075"/>
          <p14:tracePt t="63931" x="6788150" y="4167188"/>
          <p14:tracePt t="63941" x="6884988" y="4189413"/>
          <p14:tracePt t="63949" x="6970713" y="4206875"/>
          <p14:tracePt t="63959" x="7038975" y="4217988"/>
          <p14:tracePt t="63960" x="7078663" y="4235450"/>
          <p14:tracePt t="63962" x="7091363" y="4235450"/>
          <p14:tracePt t="63963" x="7096125" y="4235450"/>
          <p14:tracePt t="63964" x="7118350" y="4241800"/>
          <p14:tracePt t="63967" x="7135813" y="4241800"/>
          <p14:tracePt t="63968" x="7142163" y="4241800"/>
          <p14:tracePt t="63970" x="7153275" y="4246563"/>
          <p14:tracePt t="63971" x="7159625" y="4252913"/>
          <p14:tracePt t="63972" x="7170738" y="4257675"/>
          <p14:tracePt t="63974" x="7199313" y="4257675"/>
          <p14:tracePt t="63975" x="7204075" y="4257675"/>
          <p14:tracePt t="63977" x="7210425" y="4257675"/>
          <p14:tracePt t="63977" x="7221538" y="4264025"/>
          <p14:tracePt t="63978" x="7227888" y="4270375"/>
          <p14:tracePt t="63982" x="7256463" y="4270375"/>
          <p14:tracePt t="63983" x="7261225" y="4275138"/>
          <p14:tracePt t="63984" x="7272338" y="4275138"/>
          <p14:tracePt t="63986" x="7285038" y="4281488"/>
          <p14:tracePt t="63993" x="7342188" y="4292600"/>
          <p14:tracePt t="63998" x="7392988" y="4298950"/>
          <p14:tracePt t="64005" x="7432675" y="4303713"/>
          <p14:tracePt t="64018" x="7523163" y="4314825"/>
          <p14:tracePt t="64019" x="7546975" y="4321175"/>
          <p14:tracePt t="64025" x="7575550" y="4327525"/>
          <p14:tracePt t="64031" x="7626350" y="4327525"/>
          <p14:tracePt t="64038" x="7672388" y="4332288"/>
          <p14:tracePt t="64045" x="7729538" y="4338638"/>
          <p14:tracePt t="64052" x="7797800" y="4343400"/>
          <p14:tracePt t="64066" x="7940675" y="4356100"/>
          <p14:tracePt t="64073" x="8020050" y="4360863"/>
          <p14:tracePt t="64080" x="8081963" y="4371975"/>
          <p14:tracePt t="64087" x="8145463" y="4383088"/>
          <p14:tracePt t="64094" x="8213725" y="4389438"/>
          <p14:tracePt t="64102" x="8259763" y="4400550"/>
          <p14:tracePt t="64109" x="8315325" y="4411663"/>
          <p14:tracePt t="64116" x="8361363" y="4418013"/>
          <p14:tracePt t="64123" x="8418513" y="4435475"/>
          <p14:tracePt t="64130" x="8464550" y="4446588"/>
          <p14:tracePt t="64137" x="8504238" y="4452938"/>
          <p14:tracePt t="64144" x="8543925" y="4464050"/>
          <p14:tracePt t="64151" x="8572500" y="4475163"/>
          <p14:tracePt t="64159" x="8594725" y="4486275"/>
          <p14:tracePt t="64166" x="8612188" y="4492625"/>
          <p14:tracePt t="64173" x="8623300" y="4508500"/>
          <p14:tracePt t="64181" x="8636000" y="4514850"/>
          <p14:tracePt t="64187" x="8647113" y="4525963"/>
          <p14:tracePt t="64195" x="8658225" y="4537075"/>
          <p14:tracePt t="64202" x="8669338" y="4554538"/>
          <p14:tracePt t="64209" x="8680450" y="4565650"/>
          <p14:tracePt t="64215" x="8686800" y="4578350"/>
          <p14:tracePt t="64223" x="8691563" y="4589463"/>
          <p14:tracePt t="64230" x="8704263" y="4606925"/>
          <p14:tracePt t="64237" x="8715375" y="4622800"/>
          <p14:tracePt t="64244" x="8720138" y="4635500"/>
          <p14:tracePt t="64251" x="8732838" y="4657725"/>
          <p14:tracePt t="64260" x="8748713" y="4686300"/>
          <p14:tracePt t="64269" x="8766175" y="4719638"/>
          <p14:tracePt t="64276" x="8777288" y="4760913"/>
          <p14:tracePt t="64283" x="8788400" y="4794250"/>
          <p14:tracePt t="64290" x="8794750" y="4822825"/>
          <p14:tracePt t="64296" x="8805863" y="4857750"/>
          <p14:tracePt t="64302" x="8805863" y="4879975"/>
          <p14:tracePt t="64309" x="8805863" y="4897438"/>
          <p14:tracePt t="64316" x="8805863" y="4913313"/>
          <p14:tracePt t="64323" x="8805863" y="4926013"/>
          <p14:tracePt t="64330" x="8805863" y="4937125"/>
          <p14:tracePt t="64337" x="8805863" y="4941888"/>
          <p14:tracePt t="64344" x="8801100" y="4948238"/>
          <p14:tracePt t="64351" x="8788400" y="4959350"/>
          <p14:tracePt t="64365" x="8761413" y="4970463"/>
          <p14:tracePt t="64372" x="8737600" y="4983163"/>
          <p14:tracePt t="64386" x="8686800" y="4994275"/>
          <p14:tracePt t="64393" x="8651875" y="5005388"/>
          <p14:tracePt t="64399" x="8618538" y="5016500"/>
          <p14:tracePt t="64406" x="8561388" y="5033963"/>
          <p14:tracePt t="64420" x="8440738" y="5062538"/>
          <p14:tracePt t="64421" x="8389938" y="5067300"/>
          <p14:tracePt t="64422" x="8378825" y="5073650"/>
          <p14:tracePt t="64423" x="8361363" y="5073650"/>
          <p14:tracePt t="64426" x="8332788" y="5084763"/>
          <p14:tracePt t="64429" x="8288338" y="5091113"/>
          <p14:tracePt t="64430" x="8264525" y="5095875"/>
          <p14:tracePt t="64431" x="8247063" y="5095875"/>
          <p14:tracePt t="64434" x="8231188" y="5102225"/>
          <p14:tracePt t="64441" x="8081963" y="5130800"/>
          <p14:tracePt t="64455" x="7786688" y="5181600"/>
          <p14:tracePt t="64462" x="7620000" y="5205413"/>
          <p14:tracePt t="64476" x="7364413" y="5238750"/>
          <p14:tracePt t="64483" x="7239000" y="5249863"/>
          <p14:tracePt t="64489" x="7135813" y="5256213"/>
          <p14:tracePt t="64504" x="6896100" y="5278438"/>
          <p14:tracePt t="64510" x="6805613" y="5278438"/>
          <p14:tracePt t="64517" x="6726238" y="5278438"/>
          <p14:tracePt t="64524" x="6623050" y="5278438"/>
          <p14:tracePt t="64531" x="6554788" y="5278438"/>
          <p14:tracePt t="64545" x="6469063" y="5278438"/>
          <p14:tracePt t="64547" x="6446838" y="5278438"/>
          <p14:tracePt t="64552" x="6435725" y="5278438"/>
          <p14:tracePt t="64559" x="6411913" y="5273675"/>
          <p14:tracePt t="64566" x="6389688" y="5267325"/>
          <p14:tracePt t="64573" x="6367463" y="5256213"/>
          <p14:tracePt t="64587" x="6332538" y="5245100"/>
          <p14:tracePt t="64594" x="6321425" y="5227638"/>
          <p14:tracePt t="64602" x="6297613" y="5221288"/>
          <p14:tracePt t="64610" x="6281738" y="5205413"/>
          <p14:tracePt t="64618" x="6257925" y="5187950"/>
          <p14:tracePt t="64625" x="6235700" y="5170488"/>
          <p14:tracePt t="64631" x="6213475" y="5159375"/>
          <p14:tracePt t="64637" x="6189663" y="5141913"/>
          <p14:tracePt t="64643" x="6167438" y="5124450"/>
          <p14:tracePt t="64656" x="6092825" y="5091113"/>
          <p14:tracePt t="64664" x="6064250" y="5073650"/>
          <p14:tracePt t="64671" x="6035675" y="5062538"/>
          <p14:tracePt t="64684" x="5995988" y="5033963"/>
          <p14:tracePt t="64691" x="5967413" y="5022850"/>
          <p14:tracePt t="64698" x="5956300" y="5005388"/>
          <p14:tracePt t="64705" x="5945188" y="4994275"/>
          <p14:tracePt t="64711" x="5934075" y="4983163"/>
          <p14:tracePt t="64726" x="5910263" y="4959350"/>
          <p14:tracePt t="64733" x="5899150" y="4948238"/>
          <p14:tracePt t="64739" x="5894388" y="4937125"/>
          <p14:tracePt t="64747" x="5881688" y="4930775"/>
          <p14:tracePt t="64754" x="5870575" y="4919663"/>
          <p14:tracePt t="64761" x="5859463" y="4908550"/>
          <p14:tracePt t="64767" x="5848350" y="4902200"/>
          <p14:tracePt t="64775" x="5837238" y="4891088"/>
          <p14:tracePt t="64788" x="5824538" y="4879975"/>
          <p14:tracePt t="64795" x="5819775" y="4868863"/>
          <p14:tracePt t="64803" x="5813425" y="4857750"/>
          <p14:tracePt t="64816" x="5797550" y="4829175"/>
          <p14:tracePt t="64823" x="5784850" y="4816475"/>
          <p14:tracePt t="64830" x="5773738" y="4800600"/>
          <p14:tracePt t="64837" x="5756275" y="4776788"/>
          <p14:tracePt t="64844" x="5751513" y="4754563"/>
          <p14:tracePt t="64858" x="5734050" y="4719638"/>
          <p14:tracePt t="64865" x="5727700" y="4703763"/>
          <p14:tracePt t="64872" x="5722938" y="4691063"/>
          <p14:tracePt t="64886" x="5722938" y="4679950"/>
          <p14:tracePt t="64892" x="5716588" y="4668838"/>
          <p14:tracePt t="64901" x="5716588" y="4662488"/>
          <p14:tracePt t="64906" x="5711825" y="4662488"/>
          <p14:tracePt t="64913" x="5711825" y="4657725"/>
          <p14:tracePt t="64922" x="5711825" y="4651375"/>
          <p14:tracePt t="64929" x="5711825" y="4646613"/>
          <p14:tracePt t="64936" x="5711825" y="4640263"/>
          <p14:tracePt t="64943" x="5711825" y="4635500"/>
          <p14:tracePt t="64948" x="5711825" y="4622800"/>
          <p14:tracePt t="64956" x="5716588" y="4606925"/>
          <p14:tracePt t="64963" x="5716588" y="4589463"/>
          <p14:tracePt t="64970" x="5722938" y="4578350"/>
          <p14:tracePt t="64976" x="5727700" y="4572000"/>
          <p14:tracePt t="64984" x="5734050" y="4560888"/>
          <p14:tracePt t="64990" x="5740400" y="4554538"/>
          <p14:tracePt t="65004" x="5756275" y="4537075"/>
          <p14:tracePt t="65010" x="5768975" y="4525963"/>
          <p14:tracePt t="65017" x="5780088" y="4521200"/>
          <p14:tracePt t="65024" x="5791200" y="4508500"/>
          <p14:tracePt t="65031" x="5802313" y="4503738"/>
          <p14:tracePt t="65046" x="5842000" y="4486275"/>
          <p14:tracePt t="65052" x="5859463" y="4475163"/>
          <p14:tracePt t="65066" x="5916613" y="4457700"/>
          <p14:tracePt t="65073" x="5945188" y="4446588"/>
          <p14:tracePt t="65087" x="6007100" y="4424363"/>
          <p14:tracePt t="65095" x="6059488" y="4411663"/>
          <p14:tracePt t="65103" x="6127750" y="4395788"/>
          <p14:tracePt t="65112" x="6207125" y="4383088"/>
          <p14:tracePt t="65119" x="6275388" y="4371975"/>
          <p14:tracePt t="65129" x="6367463" y="4356100"/>
          <p14:tracePt t="65138" x="6446838" y="4343400"/>
          <p14:tracePt t="65146" x="6526213" y="4332288"/>
          <p14:tracePt t="65156" x="6611938" y="4321175"/>
          <p14:tracePt t="65166" x="6697663" y="4321175"/>
          <p14:tracePt t="65174" x="6748463" y="4310063"/>
          <p14:tracePt t="65183" x="6794500" y="4310063"/>
          <p14:tracePt t="65194" x="6827838" y="4303713"/>
          <p14:tracePt t="65207" x="6880225" y="4303713"/>
          <p14:tracePt t="65217" x="6919913" y="4303713"/>
          <p14:tracePt t="65224" x="6965950" y="4303713"/>
          <p14:tracePt t="65234" x="7021513" y="4303713"/>
          <p14:tracePt t="65236" x="7067550" y="4303713"/>
          <p14:tracePt t="65237" x="7078663" y="4303713"/>
          <p14:tracePt t="65238" x="7096125" y="4303713"/>
          <p14:tracePt t="65243" x="7142163" y="4310063"/>
          <p14:tracePt t="65244" x="7153275" y="4310063"/>
          <p14:tracePt t="65245" x="7159625" y="4310063"/>
          <p14:tracePt t="65246" x="7170738" y="4314825"/>
          <p14:tracePt t="65247" x="7188200" y="4314825"/>
          <p14:tracePt t="65249" x="7204075" y="4314825"/>
          <p14:tracePt t="65255" x="7300913" y="4321175"/>
          <p14:tracePt t="65256" x="7313613" y="4321175"/>
          <p14:tracePt t="65258" x="7324725" y="4321175"/>
          <p14:tracePt t="65259" x="7335838" y="4327525"/>
          <p14:tracePt t="65261" x="7353300" y="4327525"/>
          <p14:tracePt t="65264" x="7404100" y="4332288"/>
          <p14:tracePt t="65266" x="7421563" y="4332288"/>
          <p14:tracePt t="65267" x="7443788" y="4338638"/>
          <p14:tracePt t="65269" x="7454900" y="4338638"/>
          <p14:tracePt t="65272" x="7512050" y="4338638"/>
          <p14:tracePt t="65274" x="7529513" y="4343400"/>
          <p14:tracePt t="65275" x="7535863" y="4343400"/>
          <p14:tracePt t="65276" x="7546975" y="4343400"/>
          <p14:tracePt t="65277" x="7564438" y="4343400"/>
          <p14:tracePt t="65279" x="7586663" y="4349750"/>
          <p14:tracePt t="65280" x="7615238" y="4356100"/>
          <p14:tracePt t="65281" x="7626350" y="4356100"/>
          <p14:tracePt t="65282" x="7637463" y="4356100"/>
          <p14:tracePt t="65287" x="7689850" y="4356100"/>
          <p14:tracePt t="65290" x="7729538" y="4360863"/>
          <p14:tracePt t="65291" x="7740650" y="4360863"/>
          <p14:tracePt t="65294" x="7773988" y="4367213"/>
          <p14:tracePt t="65295" x="7791450" y="4367213"/>
          <p14:tracePt t="65296" x="7802563" y="4367213"/>
          <p14:tracePt t="65299" x="7826375" y="4367213"/>
          <p14:tracePt t="65306" x="7905750" y="4378325"/>
          <p14:tracePt t="65313" x="7962900" y="4383088"/>
          <p14:tracePt t="65314" x="8002588" y="4383088"/>
          <p14:tracePt t="65316" x="8008938" y="4383088"/>
          <p14:tracePt t="65319" x="8020050" y="4383088"/>
          <p14:tracePt t="65326" x="8081963" y="4389438"/>
          <p14:tracePt t="65333" x="8121650" y="4395788"/>
          <p14:tracePt t="65339" x="8150225" y="4395788"/>
          <p14:tracePt t="65347" x="8178800" y="4395788"/>
          <p14:tracePt t="65348" x="8196263" y="4395788"/>
          <p14:tracePt t="65350" x="8202613" y="4395788"/>
          <p14:tracePt t="65354" x="8207375" y="4395788"/>
          <p14:tracePt t="65359" x="8218488" y="4395788"/>
          <p14:tracePt t="65372" x="8242300" y="4395788"/>
          <p14:tracePt t="65378" x="8247063" y="4395788"/>
          <p14:tracePt t="65392" x="8259763" y="4395788"/>
          <p14:tracePt t="65407" x="8270875" y="4400550"/>
          <p14:tracePt t="65413" x="8281988" y="4411663"/>
          <p14:tracePt t="65427" x="8321675" y="4440238"/>
          <p14:tracePt t="65434" x="8350250" y="4468813"/>
          <p14:tracePt t="65448" x="8418513" y="4532313"/>
          <p14:tracePt t="65455" x="8447088" y="4554538"/>
          <p14:tracePt t="65462" x="8469313" y="4578350"/>
          <p14:tracePt t="65476" x="8515350" y="4622800"/>
          <p14:tracePt t="65483" x="8526463" y="4640263"/>
          <p14:tracePt t="65484" x="8532813" y="4646613"/>
          <p14:tracePt t="65497" x="8539163" y="4662488"/>
          <p14:tracePt t="65511" x="8550275" y="4675188"/>
          <p14:tracePt t="65517" x="8550275" y="4679950"/>
          <p14:tracePt t="65532" x="8550275" y="4697413"/>
          <p14:tracePt t="65538" x="8550275" y="4708525"/>
          <p14:tracePt t="65552" x="8550275" y="4737100"/>
          <p14:tracePt t="65559" x="8543925" y="4748213"/>
          <p14:tracePt t="65573" x="8539163" y="4794250"/>
          <p14:tracePt t="65580" x="8526463" y="4816475"/>
          <p14:tracePt t="65594" x="8515350" y="4851400"/>
          <p14:tracePt t="65602" x="8510588" y="4873625"/>
          <p14:tracePt t="65608" x="8497888" y="4886325"/>
          <p14:tracePt t="65622" x="8486775" y="4913313"/>
          <p14:tracePt t="65628" x="8482013" y="4926013"/>
          <p14:tracePt t="65642" x="8469313" y="4948238"/>
          <p14:tracePt t="65649" x="8458200" y="4965700"/>
          <p14:tracePt t="65664" x="8435975" y="4987925"/>
          <p14:tracePt t="65664" x="8429625" y="4994275"/>
          <p14:tracePt t="65671" x="8418513" y="4999038"/>
          <p14:tracePt t="65677" x="8389938" y="5016500"/>
          <p14:tracePt t="65691" x="8315325" y="5062538"/>
          <p14:tracePt t="65698" x="8270875" y="5080000"/>
          <p14:tracePt t="65707" x="8213725" y="5102225"/>
          <p14:tracePt t="65709" x="8189913" y="5108575"/>
          <p14:tracePt t="65710" x="8178800" y="5113338"/>
          <p14:tracePt t="65712" x="8167688" y="5113338"/>
          <p14:tracePt t="65713" x="8162925" y="5119688"/>
          <p14:tracePt t="65717" x="8128000" y="5130800"/>
          <p14:tracePt t="65720" x="8116888" y="5137150"/>
          <p14:tracePt t="65727" x="8053388" y="5153025"/>
          <p14:tracePt t="65734" x="7991475" y="5170488"/>
          <p14:tracePt t="65740" x="7916863" y="5187950"/>
          <p14:tracePt t="65754" x="7762875" y="5216525"/>
          <p14:tracePt t="65767" x="7569200" y="5238750"/>
          <p14:tracePt t="65782" x="7358063" y="5249863"/>
          <p14:tracePt t="65783" x="7324725" y="5249863"/>
          <p14:tracePt t="65784" x="7296150" y="5249863"/>
          <p14:tracePt t="65785" x="7278688" y="5249863"/>
          <p14:tracePt t="65788" x="7243763" y="5249863"/>
          <p14:tracePt t="65802" x="7027863" y="5233988"/>
          <p14:tracePt t="65810" x="6896100" y="5216525"/>
          <p14:tracePt t="65818" x="6731000" y="5181600"/>
          <p14:tracePt t="65824" x="6651625" y="5170488"/>
          <p14:tracePt t="65838" x="6446838" y="5124450"/>
          <p14:tracePt t="65844" x="6367463" y="5108575"/>
          <p14:tracePt t="65858" x="6184900" y="5062538"/>
          <p14:tracePt t="65866" x="6081713" y="5027613"/>
          <p14:tracePt t="65874" x="5991225" y="5005388"/>
          <p14:tracePt t="65882" x="5921375" y="4983163"/>
          <p14:tracePt t="65889" x="5853113" y="4954588"/>
          <p14:tracePt t="65898" x="5756275" y="4926013"/>
          <p14:tracePt t="65906" x="5694363" y="4897438"/>
          <p14:tracePt t="65915" x="5626100" y="4868863"/>
          <p14:tracePt t="65923" x="5568950" y="4845050"/>
          <p14:tracePt t="65931" x="5534025" y="4822825"/>
          <p14:tracePt t="65938" x="5500688" y="4805363"/>
          <p14:tracePt t="65947" x="5465763" y="4783138"/>
          <p14:tracePt t="65956" x="5432425" y="4772025"/>
          <p14:tracePt t="65965" x="5397500" y="4760913"/>
          <p14:tracePt t="65973" x="5375275" y="4754563"/>
          <p14:tracePt t="65980" x="5357813" y="4748213"/>
          <p14:tracePt t="65989" x="5340350" y="4743450"/>
          <p14:tracePt t="65998" x="5322888" y="4737100"/>
          <p14:tracePt t="66008" x="5307013" y="4732338"/>
          <p14:tracePt t="66016" x="5289550" y="4719638"/>
          <p14:tracePt t="66025" x="5267325" y="4708525"/>
          <p14:tracePt t="66034" x="5260975" y="4691063"/>
          <p14:tracePt t="66043" x="5254625" y="4675188"/>
          <p14:tracePt t="66052" x="5249863" y="4651375"/>
          <p14:tracePt t="66062" x="5243513" y="4622800"/>
          <p14:tracePt t="66070" x="5238750" y="4606925"/>
          <p14:tracePt t="66078" x="5238750" y="4583113"/>
          <p14:tracePt t="66089" x="5238750" y="4572000"/>
          <p14:tracePt t="66100" x="5238750" y="4565650"/>
          <p14:tracePt t="66108" x="5243513" y="4565650"/>
          <p14:tracePt t="66112" x="5243513" y="4560888"/>
          <p14:tracePt t="66113" x="5249863" y="4560888"/>
          <p14:tracePt t="66119" x="5249863" y="4554538"/>
          <p14:tracePt t="66121" x="5254625" y="4554538"/>
          <p14:tracePt t="66127" x="5254625" y="4549775"/>
          <p14:tracePt t="66132" x="5272088" y="4543425"/>
          <p14:tracePt t="66140" x="5289550" y="4532313"/>
          <p14:tracePt t="66146" x="5311775" y="4514850"/>
          <p14:tracePt t="66152" x="5329238" y="4508500"/>
          <p14:tracePt t="66159" x="5368925" y="4486275"/>
          <p14:tracePt t="66161" x="5386388" y="4475163"/>
          <p14:tracePt t="66162" x="5397500" y="4475163"/>
          <p14:tracePt t="66163" x="5408613" y="4468813"/>
          <p14:tracePt t="66166" x="5426075" y="4464050"/>
          <p14:tracePt t="66167" x="5432425" y="4457700"/>
          <p14:tracePt t="66168" x="5437188" y="4452938"/>
          <p14:tracePt t="66170" x="5454650" y="4452938"/>
          <p14:tracePt t="66173" x="5472113" y="4440238"/>
          <p14:tracePt t="66174" x="5489575" y="4435475"/>
          <p14:tracePt t="66175" x="5500688" y="4429125"/>
          <p14:tracePt t="66177" x="5505450" y="4429125"/>
          <p14:tracePt t="66181" x="5546725" y="4418013"/>
          <p14:tracePt t="66182" x="5557838" y="4406900"/>
          <p14:tracePt t="66183" x="5562600" y="4400550"/>
          <p14:tracePt t="66184" x="5573713" y="4400550"/>
          <p14:tracePt t="66186" x="5591175" y="4395788"/>
          <p14:tracePt t="66187" x="5597525" y="4389438"/>
          <p14:tracePt t="66192" x="5643563" y="4378325"/>
          <p14:tracePt t="66201" x="5740400" y="4343400"/>
          <p14:tracePt t="66208" x="5830888" y="4321175"/>
          <p14:tracePt t="66217" x="5910263" y="4298950"/>
          <p14:tracePt t="66223" x="5967413" y="4292600"/>
          <p14:tracePt t="66231" x="6019800" y="4281488"/>
          <p14:tracePt t="66232" x="6046788" y="4275138"/>
          <p14:tracePt t="66233" x="6053138" y="4275138"/>
          <p14:tracePt t="66234" x="6059488" y="4275138"/>
          <p14:tracePt t="66238" x="6075363" y="4275138"/>
          <p14:tracePt t="66239" x="6081713" y="4275138"/>
          <p14:tracePt t="66240" x="6099175" y="4275138"/>
          <p14:tracePt t="66244" x="6127750" y="4275138"/>
          <p14:tracePt t="66246" x="6132513" y="4275138"/>
          <p14:tracePt t="66247" x="6138863" y="4270375"/>
          <p14:tracePt t="66249" x="6156325" y="4270375"/>
          <p14:tracePt t="66252" x="6178550" y="4270375"/>
          <p14:tracePt t="66256" x="6200775" y="4270375"/>
          <p14:tracePt t="66262" x="6246813" y="4270375"/>
          <p14:tracePt t="66268" x="6310313" y="4264025"/>
          <p14:tracePt t="66275" x="6367463" y="4264025"/>
          <p14:tracePt t="66282" x="6440488" y="4264025"/>
          <p14:tracePt t="66290" x="6526213" y="4264025"/>
          <p14:tracePt t="66291" x="6561138" y="4270375"/>
          <p14:tracePt t="66292" x="6577013" y="4270375"/>
          <p14:tracePt t="66293" x="6605588" y="4275138"/>
          <p14:tracePt t="66297" x="6640513" y="4281488"/>
          <p14:tracePt t="66298" x="6645275" y="4281488"/>
          <p14:tracePt t="66299" x="6662738" y="4286250"/>
          <p14:tracePt t="66300" x="6673850" y="4286250"/>
          <p14:tracePt t="66304" x="6737350" y="4298950"/>
          <p14:tracePt t="66309" x="6794500" y="4314825"/>
          <p14:tracePt t="66316" x="6902450" y="4343400"/>
          <p14:tracePt t="66323" x="7016750" y="4371975"/>
          <p14:tracePt t="66330" x="7131050" y="4400550"/>
          <p14:tracePt t="66337" x="7221538" y="4429125"/>
          <p14:tracePt t="66344" x="7353300" y="4464050"/>
          <p14:tracePt t="66352" x="7450138" y="4497388"/>
          <p14:tracePt t="66353" x="7489825" y="4514850"/>
          <p14:tracePt t="66354" x="7507288" y="4514850"/>
          <p14:tracePt t="66355" x="7512050" y="4514850"/>
          <p14:tracePt t="66356" x="7523163" y="4514850"/>
          <p14:tracePt t="66358" x="7535863" y="4521200"/>
          <p14:tracePt t="66363" x="7615238" y="4543425"/>
          <p14:tracePt t="66366" x="7637463" y="4543425"/>
          <p14:tracePt t="66372" x="7716838" y="4560888"/>
          <p14:tracePt t="66378" x="7773988" y="4572000"/>
          <p14:tracePt t="66386" x="7842250" y="4578350"/>
          <p14:tracePt t="66392" x="7894638" y="4583113"/>
          <p14:tracePt t="66399" x="7956550" y="4583113"/>
          <p14:tracePt t="66407" x="8002588" y="4583113"/>
          <p14:tracePt t="66413" x="8048625" y="4583113"/>
          <p14:tracePt t="66420" x="8093075" y="4583113"/>
          <p14:tracePt t="66427" x="8139113" y="4583113"/>
          <p14:tracePt t="66434" x="8178800" y="4583113"/>
          <p14:tracePt t="66441" x="8218488" y="4583113"/>
          <p14:tracePt t="66449" x="8259763" y="4583113"/>
          <p14:tracePt t="66455" x="8288338" y="4583113"/>
          <p14:tracePt t="66462" x="8328025" y="4583113"/>
          <p14:tracePt t="66470" x="8372475" y="4594225"/>
          <p14:tracePt t="66476" x="8418513" y="4600575"/>
          <p14:tracePt t="66483" x="8464550" y="4611688"/>
          <p14:tracePt t="66489" x="8539163" y="4629150"/>
          <p14:tracePt t="66497" x="8589963" y="4640263"/>
          <p14:tracePt t="66504" x="8647113" y="4657725"/>
          <p14:tracePt t="66511" x="8704263" y="4686300"/>
          <p14:tracePt t="66513" x="8726488" y="4691063"/>
          <p14:tracePt t="66514" x="8737600" y="4703763"/>
          <p14:tracePt t="66517" x="8755063" y="4708525"/>
          <p14:tracePt t="66525" x="8805863" y="4737100"/>
          <p14:tracePt t="66527" x="8829675" y="4748213"/>
          <p14:tracePt t="66528" x="8834438" y="4748213"/>
          <p14:tracePt t="66529" x="8840788" y="4754563"/>
          <p14:tracePt t="66530" x="8845550" y="4754563"/>
          <p14:tracePt t="66533" x="8858250" y="4760913"/>
          <p14:tracePt t="66534" x="8863013" y="4765675"/>
          <p14:tracePt t="66535" x="8874125" y="4772025"/>
          <p14:tracePt t="66538" x="8880475" y="4776788"/>
          <p14:tracePt t="66545" x="8913813" y="4794250"/>
          <p14:tracePt t="66552" x="8942388" y="4816475"/>
          <p14:tracePt t="66559" x="8959850" y="4833938"/>
          <p14:tracePt t="66566" x="8977313" y="4845050"/>
          <p14:tracePt t="66573" x="8988425" y="4857750"/>
          <p14:tracePt t="66580" x="8999538" y="4868863"/>
          <p14:tracePt t="66588" x="9012238" y="4879975"/>
          <p14:tracePt t="66590" x="9017000" y="4886325"/>
          <p14:tracePt t="66594" x="9023350" y="4891088"/>
          <p14:tracePt t="66601" x="9028113" y="4902200"/>
          <p14:tracePt t="66608" x="9034463" y="4913313"/>
          <p14:tracePt t="66614" x="9039225" y="4926013"/>
          <p14:tracePt t="66621" x="9039225" y="4937125"/>
          <p14:tracePt t="66628" x="9039225" y="4954588"/>
          <p14:tracePt t="66635" x="9039225" y="4965700"/>
          <p14:tracePt t="66642" x="9039225" y="4987925"/>
          <p14:tracePt t="66651" x="9023350" y="5022850"/>
          <p14:tracePt t="66652" x="9017000" y="5022850"/>
          <p14:tracePt t="66653" x="9012238" y="5027613"/>
          <p14:tracePt t="66657" x="9005888" y="5038725"/>
          <p14:tracePt t="66664" x="8970963" y="5067300"/>
          <p14:tracePt t="66670" x="8926513" y="5095875"/>
          <p14:tracePt t="66677" x="8880475" y="5119688"/>
          <p14:tracePt t="66684" x="8816975" y="5148263"/>
          <p14:tracePt t="66691" x="8766175" y="5170488"/>
          <p14:tracePt t="66699" x="8704263" y="5187950"/>
          <p14:tracePt t="66705" x="8647113" y="5199063"/>
          <p14:tracePt t="66712" x="8578850" y="5205413"/>
          <p14:tracePt t="66714" x="8543925" y="5210175"/>
          <p14:tracePt t="66715" x="8539163" y="5210175"/>
          <p14:tracePt t="66716" x="8526463" y="5216525"/>
          <p14:tracePt t="66717" x="8515350" y="5216525"/>
          <p14:tracePt t="66718" x="8504238" y="5216525"/>
          <p14:tracePt t="66722" x="8464550" y="5221288"/>
          <p14:tracePt t="66723" x="8453438" y="5221288"/>
          <p14:tracePt t="66726" x="8429625" y="5221288"/>
          <p14:tracePt t="66733" x="8339138" y="5233988"/>
          <p14:tracePt t="66740" x="8253413" y="5233988"/>
          <p14:tracePt t="66747" x="8116888" y="5245100"/>
          <p14:tracePt t="66754" x="8008938" y="5245100"/>
          <p14:tracePt t="66762" x="7848600" y="5245100"/>
          <p14:tracePt t="66769" x="7740650" y="5245100"/>
          <p14:tracePt t="66776" x="7615238" y="5233988"/>
          <p14:tracePt t="66783" x="7489825" y="5221288"/>
          <p14:tracePt t="66791" x="7381875" y="5205413"/>
          <p14:tracePt t="66799" x="7221538" y="5187950"/>
          <p14:tracePt t="66808" x="7102475" y="5176838"/>
          <p14:tracePt t="66809" x="7034213" y="5170488"/>
          <p14:tracePt t="66811" x="7021513" y="5170488"/>
          <p14:tracePt t="66812" x="7010400" y="5170488"/>
          <p14:tracePt t="66813" x="6988175" y="5164138"/>
          <p14:tracePt t="66816" x="6948488" y="5159375"/>
          <p14:tracePt t="66816" x="6931025" y="5159375"/>
          <p14:tracePt t="66817" x="6913563" y="5159375"/>
          <p14:tracePt t="66818" x="6896100" y="5159375"/>
          <p14:tracePt t="66819" x="6873875" y="5159375"/>
          <p14:tracePt t="66824" x="6805613" y="5153025"/>
          <p14:tracePt t="66825" x="6777038" y="5148263"/>
          <p14:tracePt t="66829" x="6731000" y="5141913"/>
          <p14:tracePt t="66830" x="6708775" y="5141913"/>
          <p14:tracePt t="66831" x="6691313" y="5141913"/>
          <p14:tracePt t="66832" x="6673850" y="5141913"/>
          <p14:tracePt t="66833" x="6662738" y="5141913"/>
          <p14:tracePt t="66836" x="6618288" y="5137150"/>
          <p14:tracePt t="66837" x="6594475" y="5130800"/>
          <p14:tracePt t="66838" x="6577013" y="5130800"/>
          <p14:tracePt t="66840" x="6561138" y="5130800"/>
          <p14:tracePt t="66843" x="6503988" y="5124450"/>
          <p14:tracePt t="66844" x="6475413" y="5119688"/>
          <p14:tracePt t="66845" x="6457950" y="5119688"/>
          <p14:tracePt t="66849" x="6418263" y="5108575"/>
          <p14:tracePt t="66852" x="6372225" y="5108575"/>
          <p14:tracePt t="66858" x="6297613" y="5091113"/>
          <p14:tracePt t="66865" x="6213475" y="5073650"/>
          <p14:tracePt t="66872" x="6121400" y="5051425"/>
          <p14:tracePt t="66879" x="6042025" y="5027613"/>
          <p14:tracePt t="66888" x="5949950" y="4999038"/>
          <p14:tracePt t="66896" x="5881688" y="4983163"/>
          <p14:tracePt t="66906" x="5824538" y="4959350"/>
          <p14:tracePt t="66915" x="5780088" y="4941888"/>
          <p14:tracePt t="66922" x="5740400" y="4930775"/>
          <p14:tracePt t="66930" x="5699125" y="4919663"/>
          <p14:tracePt t="66939" x="5659438" y="4913313"/>
          <p14:tracePt t="66947" x="5626100" y="4902200"/>
          <p14:tracePt t="66957" x="5597525" y="4897438"/>
          <p14:tracePt t="66963" x="5580063" y="4891088"/>
          <p14:tracePt t="66970" x="5568950" y="4886325"/>
          <p14:tracePt t="66976" x="5557838" y="4879975"/>
          <p14:tracePt t="66983" x="5551488" y="4873625"/>
          <p14:tracePt t="66990" x="5540375" y="4868863"/>
          <p14:tracePt t="66997" x="5534025" y="4862513"/>
          <p14:tracePt t="67003" x="5529263" y="4862513"/>
          <p14:tracePt t="67011" x="5529263" y="4851400"/>
          <p14:tracePt t="67018" x="5522913" y="4840288"/>
          <p14:tracePt t="67025" x="5522913" y="4811713"/>
          <p14:tracePt t="67034" x="5518150" y="4765675"/>
          <p14:tracePt t="67042" x="5518150" y="4714875"/>
          <p14:tracePt t="67049" x="5518150" y="4668838"/>
          <p14:tracePt t="67059" x="5518150" y="4629150"/>
          <p14:tracePt t="67067" x="5529263" y="4589463"/>
          <p14:tracePt t="67076" x="5534025" y="4549775"/>
          <p14:tracePt t="67084" x="5551488" y="4521200"/>
          <p14:tracePt t="67086" x="5551488" y="4503738"/>
          <p14:tracePt t="67087" x="5562600" y="4492625"/>
          <p14:tracePt t="67092" x="5562600" y="4481513"/>
          <p14:tracePt t="67093" x="5568950" y="4475163"/>
          <p14:tracePt t="67096" x="5573713" y="4468813"/>
          <p14:tracePt t="67102" x="5586413" y="4446588"/>
          <p14:tracePt t="67110" x="5602288" y="4418013"/>
          <p14:tracePt t="67112" x="5614988" y="4411663"/>
          <p14:tracePt t="67113" x="5614988" y="4406900"/>
          <p14:tracePt t="67116" x="5626100" y="4400550"/>
          <p14:tracePt t="67123" x="5648325" y="4378325"/>
          <p14:tracePt t="67131" x="5688013" y="4356100"/>
          <p14:tracePt t="67138" x="5722938" y="4332288"/>
          <p14:tracePt t="67139" x="5734050" y="4327525"/>
          <p14:tracePt t="67140" x="5745163" y="4321175"/>
          <p14:tracePt t="67142" x="5751513" y="4310063"/>
          <p14:tracePt t="67143" x="5756275" y="4310063"/>
          <p14:tracePt t="67146" x="5780088" y="4298950"/>
          <p14:tracePt t="67147" x="5797550" y="4292600"/>
          <p14:tracePt t="67148" x="5802313" y="4292600"/>
          <p14:tracePt t="67149" x="5813425" y="4286250"/>
          <p14:tracePt t="67152" x="5837238" y="4275138"/>
          <p14:tracePt t="67153" x="5848350" y="4275138"/>
          <p14:tracePt t="67155" x="5853113" y="4264025"/>
          <p14:tracePt t="67156" x="5870575" y="4257675"/>
          <p14:tracePt t="67157" x="5876925" y="4257675"/>
          <p14:tracePt t="67159" x="5899150" y="4252913"/>
          <p14:tracePt t="67168" x="5973763" y="4224338"/>
          <p14:tracePt t="67174" x="6035675" y="4206875"/>
          <p14:tracePt t="67181" x="6121400" y="4184650"/>
          <p14:tracePt t="67188" x="6218238" y="4160838"/>
          <p14:tracePt t="67196" x="6321425" y="4149725"/>
          <p14:tracePt t="67204" x="6440488" y="4132263"/>
          <p14:tracePt t="67214" x="6589713" y="4127500"/>
          <p14:tracePt t="67223" x="6726238" y="4121150"/>
          <p14:tracePt t="67233" x="6845300" y="4121150"/>
          <p14:tracePt t="67242" x="6942138" y="4121150"/>
          <p14:tracePt t="67250" x="6999288" y="4121150"/>
          <p14:tracePt t="67259" x="7062788" y="4132263"/>
          <p14:tracePt t="67268" x="7113588" y="4138613"/>
          <p14:tracePt t="67277" x="7142163" y="4144963"/>
          <p14:tracePt t="67283" x="7164388" y="4144963"/>
          <p14:tracePt t="67290" x="7199313" y="4144963"/>
          <p14:tracePt t="67296" x="7232650" y="4144963"/>
          <p14:tracePt t="67309" x="7296150" y="4149725"/>
          <p14:tracePt t="67316" x="7335838" y="4149725"/>
          <p14:tracePt t="67331" x="7432675" y="4156075"/>
          <p14:tracePt t="67332" x="7454900" y="4160838"/>
          <p14:tracePt t="67333" x="7461250" y="4160838"/>
          <p14:tracePt t="67334" x="7489825" y="4167188"/>
          <p14:tracePt t="67345" x="7558088" y="4173538"/>
          <p14:tracePt t="67358" x="7700963" y="4195763"/>
          <p14:tracePt t="67366" x="7791450" y="4206875"/>
          <p14:tracePt t="67374" x="7894638" y="4230688"/>
          <p14:tracePt t="67382" x="7967663" y="4252913"/>
          <p14:tracePt t="67391" x="8077200" y="4270375"/>
          <p14:tracePt t="67400" x="8167688" y="4298950"/>
          <p14:tracePt t="67407" x="8264525" y="4321175"/>
          <p14:tracePt t="67415" x="8350250" y="4338638"/>
          <p14:tracePt t="67424" x="8453438" y="4360863"/>
          <p14:tracePt t="67433" x="8504238" y="4378325"/>
          <p14:tracePt t="67441" x="8539163" y="4383088"/>
          <p14:tracePt t="67447" x="8561388" y="4389438"/>
          <p14:tracePt t="67455" x="8566150" y="4395788"/>
          <p14:tracePt t="67587" x="8566150" y="4400550"/>
          <p14:tracePt t="67589" x="8566150" y="4406900"/>
          <p14:tracePt t="67594" x="8572500" y="4418013"/>
          <p14:tracePt t="67601" x="8578850" y="4446588"/>
          <p14:tracePt t="67615" x="8607425" y="4532313"/>
          <p14:tracePt t="67622" x="8618538" y="4578350"/>
          <p14:tracePt t="67631" x="8636000" y="4622800"/>
          <p14:tracePt t="67638" x="8640763" y="4657725"/>
          <p14:tracePt t="67645" x="8651875" y="4686300"/>
          <p14:tracePt t="67653" x="8651875" y="4708525"/>
          <p14:tracePt t="67660" x="8651875" y="4737100"/>
          <p14:tracePt t="67668" x="8651875" y="4760913"/>
          <p14:tracePt t="67678" x="8647113" y="4794250"/>
          <p14:tracePt t="67686" x="8640763" y="4822825"/>
          <p14:tracePt t="67693" x="8623300" y="4845050"/>
          <p14:tracePt t="67700" x="8601075" y="4868863"/>
          <p14:tracePt t="67708" x="8572500" y="4897438"/>
          <p14:tracePt t="67715" x="8550275" y="4908550"/>
          <p14:tracePt t="67721" x="8504238" y="4926013"/>
          <p14:tracePt t="67728" x="8475663" y="4941888"/>
          <p14:tracePt t="67734" x="8447088" y="4948238"/>
          <p14:tracePt t="67741" x="8401050" y="4965700"/>
          <p14:tracePt t="67747" x="8343900" y="4976813"/>
          <p14:tracePt t="67761" x="8185150" y="5016500"/>
          <p14:tracePt t="67767" x="8088313" y="5027613"/>
          <p14:tracePt t="67776" x="7934325" y="5045075"/>
          <p14:tracePt t="67783" x="7791450" y="5062538"/>
          <p14:tracePt t="67791" x="7643813" y="5073650"/>
          <p14:tracePt t="67792" x="7586663" y="5073650"/>
          <p14:tracePt t="67793" x="7540625" y="5080000"/>
          <p14:tracePt t="67795" x="7518400" y="5080000"/>
          <p14:tracePt t="67798" x="7450138" y="5080000"/>
          <p14:tracePt t="67800" x="7397750" y="5084763"/>
          <p14:tracePt t="67801" x="7375525" y="5091113"/>
          <p14:tracePt t="67805" x="7261225" y="5095875"/>
          <p14:tracePt t="67806" x="7239000" y="5095875"/>
          <p14:tracePt t="67807" x="7216775" y="5095875"/>
          <p14:tracePt t="67808" x="7192963" y="5095875"/>
          <p14:tracePt t="67811" x="7131050" y="5095875"/>
          <p14:tracePt t="67812" x="7096125" y="5095875"/>
          <p14:tracePt t="67816" x="7016750" y="5095875"/>
          <p14:tracePt t="67823" x="6856413" y="5102225"/>
          <p14:tracePt t="67837" x="6548438" y="5102225"/>
          <p14:tracePt t="67845" x="6372225" y="5095875"/>
          <p14:tracePt t="67853" x="6235700" y="5084763"/>
          <p14:tracePt t="67859" x="6149975" y="5080000"/>
          <p14:tracePt t="67865" x="6059488" y="5067300"/>
          <p14:tracePt t="67872" x="5995988" y="5062538"/>
          <p14:tracePt t="67881" x="5910263" y="5056188"/>
          <p14:tracePt t="67890" x="5837238" y="5038725"/>
          <p14:tracePt t="67898" x="5762625" y="5027613"/>
          <p14:tracePt t="67906" x="5683250" y="5011738"/>
          <p14:tracePt t="67913" x="5608638" y="4994275"/>
          <p14:tracePt t="67920" x="5540375" y="4976813"/>
          <p14:tracePt t="67930" x="5432425" y="4937125"/>
          <p14:tracePt t="67938" x="5340350" y="4908550"/>
          <p14:tracePt t="67946" x="5243513" y="4873625"/>
          <p14:tracePt t="67954" x="5153025" y="4840288"/>
          <p14:tracePt t="67964" x="5038725" y="4805363"/>
          <p14:tracePt t="67973" x="4935538" y="4772025"/>
          <p14:tracePt t="67981" x="4849813" y="4748213"/>
          <p14:tracePt t="67990" x="4770438" y="4725988"/>
          <p14:tracePt t="67999" x="4719638" y="4714875"/>
          <p14:tracePt t="68008" x="4691063" y="4714875"/>
          <p14:tracePt t="68015" x="4673600" y="4708525"/>
          <p14:tracePt t="68023" x="4656138" y="4703763"/>
          <p14:tracePt t="68075" x="4656138" y="4697413"/>
          <p14:tracePt t="68089" x="4656138" y="4691063"/>
          <p14:tracePt t="68090" x="4656138" y="4686300"/>
          <p14:tracePt t="68094" x="4656138" y="4679950"/>
          <p14:tracePt t="68101" x="4651375" y="4657725"/>
          <p14:tracePt t="68108" x="4651375" y="4629150"/>
          <p14:tracePt t="68115" x="4645025" y="4600575"/>
          <p14:tracePt t="68122" x="4645025" y="4572000"/>
          <p14:tracePt t="68123" x="4645025" y="4554538"/>
          <p14:tracePt t="68129" x="4645025" y="4537075"/>
          <p14:tracePt t="68143" x="4651375" y="4486275"/>
          <p14:tracePt t="68144" x="4651375" y="4481513"/>
          <p14:tracePt t="68150" x="4651375" y="4475163"/>
          <p14:tracePt t="68151" x="4656138" y="4468813"/>
          <p14:tracePt t="68157" x="4662488" y="4468813"/>
          <p14:tracePt t="68171" x="4662488" y="4452938"/>
          <p14:tracePt t="68177" x="4668838" y="4452938"/>
          <p14:tracePt t="68192" x="4684713" y="4435475"/>
          <p14:tracePt t="68201" x="4702175" y="4429125"/>
          <p14:tracePt t="68209" x="4724400" y="4418013"/>
          <p14:tracePt t="68218" x="4752975" y="4406900"/>
          <p14:tracePt t="68228" x="4799013" y="4395788"/>
          <p14:tracePt t="68238" x="4849813" y="4378325"/>
          <p14:tracePt t="68246" x="4902200" y="4360863"/>
          <p14:tracePt t="68253" x="4959350" y="4343400"/>
          <p14:tracePt t="68263" x="5032375" y="4327525"/>
          <p14:tracePt t="68270" x="5100638" y="4314825"/>
          <p14:tracePt t="68277" x="5186363" y="4303713"/>
          <p14:tracePt t="68285" x="5278438" y="4292600"/>
          <p14:tracePt t="68296" x="5392738" y="4281488"/>
          <p14:tracePt t="68304" x="5522913" y="4275138"/>
          <p14:tracePt t="68313" x="5648325" y="4270375"/>
          <p14:tracePt t="68321" x="5740400" y="4270375"/>
          <p14:tracePt t="68329" x="5848350" y="4270375"/>
          <p14:tracePt t="68337" x="5949950" y="4270375"/>
          <p14:tracePt t="68345" x="6042025" y="4270375"/>
          <p14:tracePt t="68354" x="6138863" y="4264025"/>
          <p14:tracePt t="68362" x="6229350" y="4264025"/>
          <p14:tracePt t="68370" x="6297613" y="4264025"/>
          <p14:tracePt t="68380" x="6354763" y="4264025"/>
          <p14:tracePt t="68388" x="6407150" y="4264025"/>
          <p14:tracePt t="68397" x="6464300" y="4264025"/>
          <p14:tracePt t="68403" x="6503988" y="4270375"/>
          <p14:tracePt t="68410" x="6548438" y="4270375"/>
          <p14:tracePt t="68416" x="6594475" y="4281488"/>
          <p14:tracePt t="68422" x="6640513" y="4286250"/>
          <p14:tracePt t="68428" x="6669088" y="4292600"/>
          <p14:tracePt t="68434" x="6702425" y="4298950"/>
          <p14:tracePt t="68450" x="6770688" y="4314825"/>
          <p14:tracePt t="68455" x="6783388" y="4314825"/>
          <p14:tracePt t="68470" x="6805613" y="4321175"/>
          <p14:tracePt t="68471" x="6811963" y="4327525"/>
          <p14:tracePt t="68477" x="6816725" y="4327525"/>
          <p14:tracePt t="68484" x="6823075" y="4327525"/>
          <p14:tracePt t="68497" x="6827838" y="4332288"/>
          <p14:tracePt t="68503" x="6834188" y="4332288"/>
          <p14:tracePt t="68511" x="6845300" y="4338638"/>
          <p14:tracePt t="68518" x="6862763" y="4338638"/>
          <p14:tracePt t="68531" x="6891338" y="4349750"/>
          <p14:tracePt t="68538" x="6908800" y="4349750"/>
          <p14:tracePt t="68545" x="6924675" y="4349750"/>
          <p14:tracePt t="68560" x="6959600" y="4356100"/>
          <p14:tracePt t="68561" x="6970713" y="4356100"/>
          <p14:tracePt t="68566" x="6977063" y="4356100"/>
          <p14:tracePt t="68573" x="6981825" y="4356100"/>
          <p14:tracePt t="68587" x="6992938" y="4356100"/>
          <p14:tracePt t="68700" x="6988175" y="4356100"/>
          <p14:tracePt t="68707" x="6981825" y="4356100"/>
          <p14:tracePt t="68709" x="6977063" y="4356100"/>
          <p14:tracePt t="68714" x="6970713" y="4356100"/>
          <p14:tracePt t="68719" x="6959600" y="4356100"/>
          <p14:tracePt t="68733" x="6924675" y="4349750"/>
          <p14:tracePt t="68741" x="6902450" y="4349750"/>
          <p14:tracePt t="68742" x="6891338" y="4343400"/>
          <p14:tracePt t="68754" x="6851650" y="4343400"/>
          <p14:tracePt t="68761" x="6816725" y="4338638"/>
          <p14:tracePt t="68768" x="6783388" y="4332288"/>
          <p14:tracePt t="68775" x="6748463" y="4332288"/>
          <p14:tracePt t="68782" x="6697663" y="4332288"/>
          <p14:tracePt t="68788" x="6651625" y="4332288"/>
          <p14:tracePt t="68796" x="6589713" y="4332288"/>
          <p14:tracePt t="68802" x="6526213" y="4327525"/>
          <p14:tracePt t="68810" x="6457950" y="4321175"/>
          <p14:tracePt t="68811" x="6411913" y="4314825"/>
          <p14:tracePt t="68812" x="6407150" y="4314825"/>
          <p14:tracePt t="68814" x="6394450" y="4314825"/>
          <p14:tracePt t="68815" x="6389688" y="4314825"/>
          <p14:tracePt t="68824" x="6326188" y="4303713"/>
          <p14:tracePt t="68830" x="6270625" y="4298950"/>
          <p14:tracePt t="68837" x="6229350" y="4298950"/>
          <p14:tracePt t="68849" x="6167438" y="4281488"/>
          <p14:tracePt t="68858" x="6145213" y="4270375"/>
          <p14:tracePt t="68867" x="6132513" y="4264025"/>
          <p14:tracePt t="68875" x="6132513" y="4257675"/>
          <p14:tracePt t="68884" x="6127750" y="4252913"/>
          <p14:tracePt t="68891" x="6121400" y="4252913"/>
          <p14:tracePt t="68900" x="6116638" y="4246563"/>
          <p14:tracePt t="68906" x="6116638" y="4241800"/>
          <p14:tracePt t="68919" x="6116638" y="4235450"/>
          <p14:tracePt t="68978" x="6116638" y="4230688"/>
          <p14:tracePt t="68985" x="6116638" y="4224338"/>
          <p14:tracePt t="68987" x="6110288" y="4224338"/>
          <p14:tracePt t="68995" x="6110288" y="4217988"/>
          <p14:tracePt t="69004" x="6103938" y="4213225"/>
          <p14:tracePt t="69010" x="6099175" y="4213225"/>
          <p14:tracePt t="69017" x="6099175" y="4206875"/>
          <p14:tracePt t="69031" x="6092825" y="4206875"/>
          <p14:tracePt t="69065" x="6088063" y="4206875"/>
          <p14:tracePt t="69070" x="6081713" y="4206875"/>
          <p14:tracePt t="69075" x="6075363" y="4206875"/>
          <p14:tracePt t="69080" x="6070600" y="4206875"/>
          <p14:tracePt t="69087" x="6059488" y="4206875"/>
          <p14:tracePt t="69094" x="6042025" y="4206875"/>
          <p14:tracePt t="69108" x="6019800" y="4217988"/>
          <p14:tracePt t="69114" x="6002338" y="4217988"/>
          <p14:tracePt t="69122" x="5991225" y="4217988"/>
          <p14:tracePt t="69136" x="5973763" y="4217988"/>
          <p14:tracePt t="69142" x="5967413" y="4217988"/>
          <p14:tracePt t="69151" x="5962650" y="4217988"/>
          <p14:tracePt t="69276" x="5967413" y="4217988"/>
          <p14:tracePt t="69284" x="5973763" y="4217988"/>
          <p14:tracePt t="69290" x="5978525" y="4217988"/>
          <p14:tracePt t="69291" x="5984875" y="4217988"/>
          <p14:tracePt t="69297" x="5991225" y="4217988"/>
          <p14:tracePt t="69297" x="5995988" y="4217988"/>
          <p14:tracePt t="69301" x="6002338" y="4217988"/>
          <p14:tracePt t="69309" x="6019800" y="4217988"/>
          <p14:tracePt t="69316" x="6042025" y="4217988"/>
          <p14:tracePt t="69330" x="6081713" y="4217988"/>
          <p14:tracePt t="69337" x="6103938" y="4224338"/>
          <p14:tracePt t="69344" x="6132513" y="4230688"/>
          <p14:tracePt t="69351" x="6167438" y="4241800"/>
          <p14:tracePt t="69358" x="6218238" y="4270375"/>
          <p14:tracePt t="69372" x="6338888" y="4310063"/>
          <p14:tracePt t="69378" x="6411913" y="4332288"/>
          <p14:tracePt t="69386" x="6486525" y="4343400"/>
          <p14:tracePt t="69400" x="6640513" y="4360863"/>
          <p14:tracePt t="69406" x="6719888" y="4360863"/>
          <p14:tracePt t="69414" x="6805613" y="4360863"/>
          <p14:tracePt t="69421" x="6891338" y="4349750"/>
          <p14:tracePt t="69434" x="7096125" y="4314825"/>
          <p14:tracePt t="69442" x="7199313" y="4298950"/>
          <p14:tracePt t="69448" x="7289800" y="4281488"/>
          <p14:tracePt t="69455" x="7369175" y="4264025"/>
          <p14:tracePt t="69462" x="7443788" y="4252913"/>
          <p14:tracePt t="69469" x="7500938" y="4241800"/>
          <p14:tracePt t="69483" x="7580313" y="4224338"/>
          <p14:tracePt t="69492" x="7608888" y="4217988"/>
          <p14:tracePt t="69493" x="7620000" y="4213225"/>
          <p14:tracePt t="69498" x="7632700" y="4213225"/>
          <p14:tracePt t="69504" x="7643813" y="4213225"/>
          <p14:tracePt t="69511" x="7648575" y="4213225"/>
          <p14:tracePt t="69518" x="7654925" y="4213225"/>
          <p14:tracePt t="69564" x="7654925" y="4206875"/>
          <p14:tracePt t="69568" x="7661275" y="4206875"/>
          <p14:tracePt t="69573" x="7666038" y="4206875"/>
          <p14:tracePt t="69580" x="7683500" y="4195763"/>
          <p14:tracePt t="69587" x="7705725" y="4184650"/>
          <p14:tracePt t="69595" x="7723188" y="4173538"/>
          <p14:tracePt t="69602" x="7751763" y="4160838"/>
          <p14:tracePt t="69615" x="7797800" y="4132263"/>
          <p14:tracePt t="69622" x="7820025" y="4121150"/>
          <p14:tracePt t="69628" x="7848600" y="4105275"/>
          <p14:tracePt t="69636" x="7877175" y="4087813"/>
          <p14:tracePt t="69650" x="7916863" y="4059238"/>
          <p14:tracePt t="69656" x="7940675" y="4041775"/>
          <p14:tracePt t="69671" x="7962900" y="4002088"/>
          <p14:tracePt t="69677" x="7980363" y="3979863"/>
          <p14:tracePt t="69685" x="7991475" y="3933825"/>
          <p14:tracePt t="69695" x="8002588" y="3876675"/>
          <p14:tracePt t="69704" x="8008938" y="3825875"/>
          <p14:tracePt t="69712" x="8013700" y="3762375"/>
          <p14:tracePt t="69722" x="8020050" y="3711575"/>
          <p14:tracePt t="69730" x="8024813" y="3671888"/>
          <p14:tracePt t="69739" x="8024813" y="3648075"/>
          <p14:tracePt t="69741" x="8024813" y="3636963"/>
          <p14:tracePt t="69744" x="8024813" y="3630613"/>
          <p14:tracePt t="69748" x="8024813" y="3625850"/>
          <p14:tracePt t="69755" x="8024813" y="3619500"/>
          <p14:tracePt t="69763" x="8024813" y="3614738"/>
          <p14:tracePt t="69772" x="8020050" y="3608388"/>
          <p14:tracePt t="69780" x="8013700" y="3608388"/>
          <p14:tracePt t="69786" x="8008938" y="3608388"/>
          <p14:tracePt t="69794" x="7991475" y="3603625"/>
          <p14:tracePt t="69802" x="7967663" y="3597275"/>
          <p14:tracePt t="69811" x="7940675" y="3590925"/>
          <p14:tracePt t="69819" x="7905750" y="3579813"/>
          <p14:tracePt t="69829" x="7854950" y="3551238"/>
          <p14:tracePt t="69837" x="7802563" y="3517900"/>
          <p14:tracePt t="69847" x="7729538" y="3478213"/>
          <p14:tracePt t="69856" x="7654925" y="3454400"/>
          <p14:tracePt t="69865" x="7564438" y="3425825"/>
          <p14:tracePt t="69874" x="7478713" y="3408363"/>
          <p14:tracePt t="69882" x="7358063" y="3392488"/>
          <p14:tracePt t="69890" x="7272338" y="3386138"/>
          <p14:tracePt t="69897" x="7175500" y="3386138"/>
          <p14:tracePt t="69904" x="7085013" y="3386138"/>
          <p14:tracePt t="69913" x="6948488" y="3386138"/>
          <p14:tracePt t="69919" x="6869113" y="3386138"/>
          <p14:tracePt t="69926" x="6731000" y="3392488"/>
          <p14:tracePt t="69932" x="6645275" y="3397250"/>
          <p14:tracePt t="69933" x="6618288" y="3397250"/>
          <p14:tracePt t="69934" x="6605588" y="3397250"/>
          <p14:tracePt t="69935" x="6583363" y="3397250"/>
          <p14:tracePt t="69937" x="6565900" y="3397250"/>
          <p14:tracePt t="69940" x="6532563" y="3397250"/>
          <p14:tracePt t="69941" x="6508750" y="3392488"/>
          <p14:tracePt t="69943" x="6497638" y="3392488"/>
          <p14:tracePt t="69944" x="6480175" y="3392488"/>
          <p14:tracePt t="69948" x="6435725" y="3379788"/>
          <p14:tracePt t="69949" x="6423025" y="3379788"/>
          <p14:tracePt t="69950" x="6411913" y="3379788"/>
          <p14:tracePt t="69955" x="6372225" y="3375025"/>
          <p14:tracePt t="69956" x="6354763" y="3368675"/>
          <p14:tracePt t="69957" x="6350000" y="3368675"/>
          <p14:tracePt t="69958" x="6332538" y="3363913"/>
          <p14:tracePt t="69961" x="6310313" y="3357563"/>
          <p14:tracePt t="69962" x="6303963" y="3357563"/>
          <p14:tracePt t="69963" x="6297613" y="3352800"/>
          <p14:tracePt t="69964" x="6286500" y="3352800"/>
          <p14:tracePt t="69965" x="6275388" y="3346450"/>
          <p14:tracePt t="69969" x="6246813" y="3340100"/>
          <p14:tracePt t="69970" x="6235700" y="3340100"/>
          <p14:tracePt t="69971" x="6229350" y="3340100"/>
          <p14:tracePt t="69972" x="6218238" y="3335338"/>
          <p14:tracePt t="69973" x="6213475" y="3335338"/>
          <p14:tracePt t="69977" x="6196013" y="3328988"/>
          <p14:tracePt t="69978" x="6184900" y="3328988"/>
          <p14:tracePt t="69979" x="6178550" y="3324225"/>
          <p14:tracePt t="69985" x="6149975" y="3324225"/>
          <p14:tracePt t="69997" x="6088063" y="3311525"/>
          <p14:tracePt t="70003" x="6053138" y="3311525"/>
          <p14:tracePt t="70011" x="5995988" y="3311525"/>
          <p14:tracePt t="70022" x="5894388" y="3317875"/>
          <p14:tracePt t="70031" x="5802313" y="3335338"/>
          <p14:tracePt t="70037" x="5727700" y="3357563"/>
          <p14:tracePt t="70054" x="5573713" y="3403600"/>
          <p14:tracePt t="70062" x="5511800" y="3425825"/>
          <p14:tracePt t="70071" x="5454650" y="3454400"/>
          <p14:tracePt t="70078" x="5426075" y="3471863"/>
          <p14:tracePt t="70086" x="5392738" y="3500438"/>
          <p14:tracePt t="70095" x="5364163" y="3529013"/>
          <p14:tracePt t="70103" x="5335588" y="3557588"/>
          <p14:tracePt t="70111" x="5307013" y="3590925"/>
          <p14:tracePt t="70120" x="5289550" y="3630613"/>
          <p14:tracePt t="70128" x="5272088" y="3648075"/>
          <p14:tracePt t="70138" x="5254625" y="3676650"/>
          <p14:tracePt t="70147" x="5243513" y="3694113"/>
          <p14:tracePt t="70158" x="5238750" y="3700463"/>
          <p14:tracePt t="70166" x="5238750" y="3705225"/>
          <p14:tracePt t="70175" x="5232400" y="3711575"/>
          <p14:tracePt t="70184" x="5232400" y="3716338"/>
          <p14:tracePt t="70192" x="5232400" y="3733800"/>
          <p14:tracePt t="70200" x="5232400" y="3756025"/>
          <p14:tracePt t="70207" x="5232400" y="3790950"/>
          <p14:tracePt t="70214" x="5232400" y="3830638"/>
          <p14:tracePt t="70221" x="5238750" y="3905250"/>
          <p14:tracePt t="70229" x="5260975" y="3984625"/>
          <p14:tracePt t="70237" x="5289550" y="4064000"/>
          <p14:tracePt t="70244" x="5318125" y="4127500"/>
          <p14:tracePt t="70253" x="5357813" y="4189413"/>
          <p14:tracePt t="70259" x="5380038" y="4217988"/>
          <p14:tracePt t="70266" x="5408613" y="4246563"/>
          <p14:tracePt t="70274" x="5443538" y="4264025"/>
          <p14:tracePt t="70280" x="5476875" y="4275138"/>
          <p14:tracePt t="70286" x="5522913" y="4281488"/>
          <p14:tracePt t="70293" x="5568950" y="4292600"/>
          <p14:tracePt t="70300" x="5630863" y="4292600"/>
          <p14:tracePt t="70307" x="5694363" y="4303713"/>
          <p14:tracePt t="70313" x="5756275" y="4310063"/>
          <p14:tracePt t="70319" x="5813425" y="4314825"/>
          <p14:tracePt t="70326" x="5881688" y="4321175"/>
          <p14:tracePt t="70335" x="5978525" y="4332288"/>
          <p14:tracePt t="70344" x="6088063" y="4349750"/>
          <p14:tracePt t="70352" x="6167438" y="4356100"/>
          <p14:tracePt t="70359" x="6246813" y="4360863"/>
          <p14:tracePt t="70367" x="6332538" y="4371975"/>
          <p14:tracePt t="70374" x="6411913" y="4378325"/>
          <p14:tracePt t="70383" x="6503988" y="4383088"/>
          <p14:tracePt t="70390" x="6589713" y="4395788"/>
          <p14:tracePt t="70398" x="6662738" y="4406900"/>
          <p14:tracePt t="70405" x="6731000" y="4424363"/>
          <p14:tracePt t="70413" x="6794500" y="4429125"/>
          <p14:tracePt t="70420" x="6862763" y="4435475"/>
          <p14:tracePt t="70428" x="6931025" y="4446588"/>
          <p14:tracePt t="70436" x="6992938" y="4446588"/>
          <p14:tracePt t="70444" x="7078663" y="4446588"/>
          <p14:tracePt t="70450" x="7131050" y="4446588"/>
          <p14:tracePt t="70457" x="7192963" y="4446588"/>
          <p14:tracePt t="70463" x="7243763" y="4446588"/>
          <p14:tracePt t="70470" x="7318375" y="4435475"/>
          <p14:tracePt t="70478" x="7386638" y="4418013"/>
          <p14:tracePt t="70486" x="7467600" y="4395788"/>
          <p14:tracePt t="70494" x="7546975" y="4367213"/>
          <p14:tracePt t="70501" x="7620000" y="4338638"/>
          <p14:tracePt t="70509" x="7689850" y="4310063"/>
          <p14:tracePt t="70515" x="7751763" y="4286250"/>
          <p14:tracePt t="70525" x="7831138" y="4264025"/>
          <p14:tracePt t="70534" x="7899400" y="4241800"/>
          <p14:tracePt t="70543" x="7962900" y="4230688"/>
          <p14:tracePt t="70551" x="7996238" y="4217988"/>
          <p14:tracePt t="70560" x="8042275" y="4213225"/>
          <p14:tracePt t="70570" x="8081963" y="4202113"/>
          <p14:tracePt t="70580" x="8110538" y="4189413"/>
          <p14:tracePt t="70590" x="8145463" y="4184650"/>
          <p14:tracePt t="70603" x="8162925" y="4173538"/>
          <p14:tracePt t="70614" x="8174038" y="4167188"/>
          <p14:tracePt t="70626" x="8185150" y="4160838"/>
          <p14:tracePt t="70637" x="8189913" y="4156075"/>
          <p14:tracePt t="70680" x="8189913" y="4149725"/>
          <p14:tracePt t="70684" x="8196263" y="4144963"/>
          <p14:tracePt t="70692" x="8207375" y="4132263"/>
          <p14:tracePt t="70700" x="8213725" y="4110038"/>
          <p14:tracePt t="70707" x="8224838" y="4087813"/>
          <p14:tracePt t="70715" x="8242300" y="4070350"/>
          <p14:tracePt t="70723" x="8253413" y="4035425"/>
          <p14:tracePt t="70731" x="8270875" y="3995738"/>
          <p14:tracePt t="70739" x="8275638" y="3962400"/>
          <p14:tracePt t="70748" x="8288338" y="3910013"/>
          <p14:tracePt t="70759" x="8293100" y="3854450"/>
          <p14:tracePt t="70767" x="8299450" y="3802063"/>
          <p14:tracePt t="70777" x="8299450" y="3751263"/>
          <p14:tracePt t="70787" x="8299450" y="3711575"/>
          <p14:tracePt t="70795" x="8299450" y="3687763"/>
          <p14:tracePt t="70804" x="8299450" y="3659188"/>
          <p14:tracePt t="70812" x="8293100" y="3630613"/>
          <p14:tracePt t="70821" x="8281988" y="3608388"/>
          <p14:tracePt t="70828" x="8253413" y="3586163"/>
          <p14:tracePt t="70837" x="8231188" y="3557588"/>
          <p14:tracePt t="70839" x="8213725" y="3540125"/>
          <p14:tracePt t="70841" x="8207375" y="3540125"/>
          <p14:tracePt t="70846" x="8189913" y="3522663"/>
          <p14:tracePt t="70855" x="8145463" y="3494088"/>
          <p14:tracePt t="70865" x="8093075" y="3460750"/>
          <p14:tracePt t="70875" x="8024813" y="3436938"/>
          <p14:tracePt t="70884" x="7962900" y="3414713"/>
          <p14:tracePt t="70893" x="7870825" y="3392488"/>
          <p14:tracePt t="70903" x="7773988" y="3375025"/>
          <p14:tracePt t="70912" x="7677150" y="3375025"/>
          <p14:tracePt t="70922" x="7558088" y="3375025"/>
          <p14:tracePt t="70931" x="7443788" y="3375025"/>
          <p14:tracePt t="70940" x="7353300" y="3375025"/>
          <p14:tracePt t="70951" x="7239000" y="3375025"/>
          <p14:tracePt t="70962" x="7091363" y="3375025"/>
          <p14:tracePt t="70972" x="6977063" y="3368675"/>
          <p14:tracePt t="70981" x="6902450" y="3363913"/>
          <p14:tracePt t="70990" x="6834188" y="3357563"/>
          <p14:tracePt t="70999" x="6737350" y="3346450"/>
          <p14:tracePt t="71007" x="6669088" y="3346450"/>
          <p14:tracePt t="71017" x="6589713" y="3346450"/>
          <p14:tracePt t="71025" x="6508750" y="3346450"/>
          <p14:tracePt t="71033" x="6435725" y="3346450"/>
          <p14:tracePt t="71042" x="6338888" y="3346450"/>
          <p14:tracePt t="71052" x="6242050" y="3346450"/>
          <p14:tracePt t="71062" x="6138863" y="3346450"/>
          <p14:tracePt t="71072" x="6059488" y="3363913"/>
          <p14:tracePt t="71082" x="5991225" y="3375025"/>
          <p14:tracePt t="71092" x="5916613" y="3397250"/>
          <p14:tracePt t="71101" x="5865813" y="3421063"/>
          <p14:tracePt t="71110" x="5813425" y="3436938"/>
          <p14:tracePt t="71120" x="5773738" y="3454400"/>
          <p14:tracePt t="71128" x="5740400" y="3471863"/>
          <p14:tracePt t="71135" x="5711825" y="3482975"/>
          <p14:tracePt t="71144" x="5676900" y="3494088"/>
          <p14:tracePt t="71153" x="5648325" y="3505200"/>
          <p14:tracePt t="71163" x="5626100" y="3517900"/>
          <p14:tracePt t="71174" x="5602288" y="3529013"/>
          <p14:tracePt t="71184" x="5573713" y="3546475"/>
          <p14:tracePt t="71195" x="5540375" y="3557588"/>
          <p14:tracePt t="71205" x="5518150" y="3568700"/>
          <p14:tracePt t="71216" x="5505450" y="3575050"/>
          <p14:tracePt t="71227" x="5500688" y="3575050"/>
          <p14:tracePt t="71237" x="5494338" y="3579813"/>
          <p14:tracePt t="71248" x="5489575" y="3586163"/>
          <p14:tracePt t="71263" x="5476875" y="3590925"/>
          <p14:tracePt t="71271" x="5472113" y="3597275"/>
          <p14:tracePt t="71278" x="5465763" y="3597275"/>
          <p14:tracePt t="71286" x="5465763" y="3603625"/>
          <p14:tracePt t="71294" x="5454650" y="3614738"/>
          <p14:tracePt t="71300" x="5448300" y="3614738"/>
          <p14:tracePt t="71307" x="5448300" y="3619500"/>
          <p14:tracePt t="71314" x="5448300" y="3625850"/>
          <p14:tracePt t="71322" x="5443538" y="3630613"/>
          <p14:tracePt t="71327" x="5443538" y="3636963"/>
          <p14:tracePt t="71334" x="5443538" y="3643313"/>
          <p14:tracePt t="71340" x="5443538" y="3654425"/>
          <p14:tracePt t="71348" x="5443538" y="3665538"/>
          <p14:tracePt t="71357" x="5443538" y="3694113"/>
          <p14:tracePt t="71364" x="5443538" y="3711575"/>
          <p14:tracePt t="71371" x="5443538" y="3729038"/>
          <p14:tracePt t="71378" x="5443538" y="3762375"/>
          <p14:tracePt t="71384" x="5443538" y="3779838"/>
          <p14:tracePt t="71393" x="5454650" y="3808413"/>
          <p14:tracePt t="71400" x="5461000" y="3848100"/>
          <p14:tracePt t="71406" x="5476875" y="3894138"/>
          <p14:tracePt t="71413" x="5505450" y="3938588"/>
          <p14:tracePt t="71420" x="5534025" y="3984625"/>
          <p14:tracePt t="71427" x="5568950" y="4030663"/>
          <p14:tracePt t="71434" x="5614988" y="4081463"/>
          <p14:tracePt t="71440" x="5654675" y="4116388"/>
          <p14:tracePt t="71448" x="5699125" y="4149725"/>
          <p14:tracePt t="71455" x="5745163" y="4184650"/>
          <p14:tracePt t="71457" x="5780088" y="4195763"/>
          <p14:tracePt t="71458" x="5784850" y="4195763"/>
          <p14:tracePt t="71459" x="5791200" y="4202113"/>
          <p14:tracePt t="71460" x="5802313" y="4206875"/>
          <p14:tracePt t="71462" x="5808663" y="4206875"/>
          <p14:tracePt t="71464" x="5830888" y="4213225"/>
          <p14:tracePt t="71465" x="5842000" y="4217988"/>
          <p14:tracePt t="71466" x="5848350" y="4217988"/>
          <p14:tracePt t="71469" x="5865813" y="4217988"/>
          <p14:tracePt t="71475" x="5921375" y="4230688"/>
          <p14:tracePt t="71482" x="5978525" y="4235450"/>
          <p14:tracePt t="71491" x="6059488" y="4235450"/>
          <p14:tracePt t="71504" x="6172200" y="4235450"/>
          <p14:tracePt t="71511" x="6246813" y="4241800"/>
          <p14:tracePt t="71518" x="6310313" y="4246563"/>
          <p14:tracePt t="71525" x="6367463" y="4246563"/>
          <p14:tracePt t="71532" x="6429375" y="4252913"/>
          <p14:tracePt t="71546" x="6554788" y="4264025"/>
          <p14:tracePt t="71553" x="6662738" y="4270375"/>
          <p14:tracePt t="71560" x="6759575" y="4275138"/>
          <p14:tracePt t="71568" x="6862763" y="4275138"/>
          <p14:tracePt t="71575" x="6970713" y="4281488"/>
          <p14:tracePt t="71582" x="7067550" y="4281488"/>
          <p14:tracePt t="71588" x="7153275" y="4281488"/>
          <p14:tracePt t="71595" x="7250113" y="4281488"/>
          <p14:tracePt t="71604" x="7375525" y="4281488"/>
          <p14:tracePt t="71611" x="7450138" y="4281488"/>
          <p14:tracePt t="71618" x="7523163" y="4281488"/>
          <p14:tracePt t="71624" x="7591425" y="4281488"/>
          <p14:tracePt t="71631" x="7683500" y="4281488"/>
          <p14:tracePt t="71637" x="7723188" y="4281488"/>
          <p14:tracePt t="71645" x="7780338" y="4281488"/>
          <p14:tracePt t="71652" x="7826375" y="4281488"/>
          <p14:tracePt t="71658" x="7859713" y="4281488"/>
          <p14:tracePt t="71665" x="7899400" y="4281488"/>
          <p14:tracePt t="71671" x="7927975" y="4281488"/>
          <p14:tracePt t="71685" x="7991475" y="4281488"/>
          <p14:tracePt t="71687" x="8008938" y="4281488"/>
          <p14:tracePt t="71688" x="8020050" y="4281488"/>
          <p14:tracePt t="71689" x="8024813" y="4281488"/>
          <p14:tracePt t="71691" x="8024813" y="4275138"/>
          <p14:tracePt t="71694" x="8042275" y="4275138"/>
          <p14:tracePt t="71705" x="8077200" y="4264025"/>
          <p14:tracePt t="71713" x="8110538" y="4252913"/>
          <p14:tracePt t="71719" x="8134350" y="4246563"/>
          <p14:tracePt t="71726" x="8162925" y="4235450"/>
          <p14:tracePt t="71740" x="8213725" y="4213225"/>
          <p14:tracePt t="71747" x="8242300" y="4195763"/>
          <p14:tracePt t="71754" x="8275638" y="4167188"/>
          <p14:tracePt t="71761" x="8304213" y="4144963"/>
          <p14:tracePt t="71768" x="8343900" y="4116388"/>
          <p14:tracePt t="71776" x="8378825" y="4087813"/>
          <p14:tracePt t="71783" x="8429625" y="4035425"/>
          <p14:tracePt t="71792" x="8482013" y="3984625"/>
          <p14:tracePt t="71799" x="8526463" y="3938588"/>
          <p14:tracePt t="71806" x="8566150" y="3898900"/>
          <p14:tracePt t="71814" x="8589963" y="3859213"/>
          <p14:tracePt t="71821" x="8612188" y="3830638"/>
          <p14:tracePt t="71829" x="8623300" y="3808413"/>
          <p14:tracePt t="71837" x="8636000" y="3784600"/>
          <p14:tracePt t="71845" x="8636000" y="3768725"/>
          <p14:tracePt t="71859" x="8636000" y="3740150"/>
          <p14:tracePt t="71867" x="8629650" y="3716338"/>
          <p14:tracePt t="71874" x="8618538" y="3700463"/>
          <p14:tracePt t="71880" x="8601075" y="3683000"/>
          <p14:tracePt t="71893" x="8543925" y="3636963"/>
          <p14:tracePt t="71900" x="8497888" y="3603625"/>
          <p14:tracePt t="71908" x="8447088" y="3557588"/>
          <p14:tracePt t="71915" x="8401050" y="3517900"/>
          <p14:tracePt t="71921" x="8361363" y="3489325"/>
          <p14:tracePt t="71934" x="8281988" y="3432175"/>
          <p14:tracePt t="71941" x="8242300" y="3403600"/>
          <p14:tracePt t="71950" x="8202613" y="3375025"/>
          <p14:tracePt t="71957" x="8145463" y="3340100"/>
          <p14:tracePt t="71964" x="8110538" y="3317875"/>
          <p14:tracePt t="71970" x="8066088" y="3295650"/>
          <p14:tracePt t="71977" x="8024813" y="3271838"/>
          <p14:tracePt t="71979" x="8002588" y="3271838"/>
          <p14:tracePt t="71980" x="7996238" y="3267075"/>
          <p14:tracePt t="71981" x="7991475" y="3260725"/>
          <p14:tracePt t="71990" x="7945438" y="3249613"/>
          <p14:tracePt t="71998" x="7888288" y="3232150"/>
          <p14:tracePt t="72006" x="7808913" y="3221038"/>
          <p14:tracePt t="72013" x="7740650" y="3209925"/>
          <p14:tracePt t="72019" x="7643813" y="3203575"/>
          <p14:tracePt t="72026" x="7551738" y="3192463"/>
          <p14:tracePt t="72032" x="7461250" y="3181350"/>
          <p14:tracePt t="72041" x="7353300" y="3163888"/>
          <p14:tracePt t="72042" x="7300913" y="3152775"/>
          <p14:tracePt t="72043" x="7285038" y="3152775"/>
          <p14:tracePt t="72043" x="7267575" y="3146425"/>
          <p14:tracePt t="72045" x="7250113" y="3141663"/>
          <p14:tracePt t="72048" x="7204075" y="3135313"/>
          <p14:tracePt t="72049" x="7192963" y="3128963"/>
          <p14:tracePt t="72050" x="7181850" y="3128963"/>
          <p14:tracePt t="72051" x="7164388" y="3124200"/>
          <p14:tracePt t="72059" x="7091363" y="3106738"/>
          <p14:tracePt t="72066" x="7005638" y="3089275"/>
          <p14:tracePt t="72074" x="6937375" y="3078163"/>
          <p14:tracePt t="72081" x="6873875" y="3067050"/>
          <p14:tracePt t="72094" x="6811963" y="3060700"/>
          <p14:tracePt t="72102" x="6794500" y="3060700"/>
          <p14:tracePt t="72109" x="6783388" y="3060700"/>
          <p14:tracePt t="72115" x="6770688" y="3060700"/>
          <p14:tracePt t="72122" x="6765925" y="3060700"/>
          <p14:tracePt t="72129" x="6759575" y="3060700"/>
          <p14:tracePt t="72136" x="6754813" y="3060700"/>
          <p14:tracePt t="72143" x="6737350" y="3060700"/>
          <p14:tracePt t="72150" x="6731000" y="3060700"/>
          <p14:tracePt t="72164" x="6691313" y="3078163"/>
          <p14:tracePt t="72171" x="6669088" y="3084513"/>
          <p14:tracePt t="72177" x="6645275" y="3095625"/>
          <p14:tracePt t="72185" x="6605588" y="3113088"/>
          <p14:tracePt t="72193" x="6577013" y="3128963"/>
          <p14:tracePt t="72200" x="6554788" y="3141663"/>
          <p14:tracePt t="72209" x="6526213" y="3157538"/>
          <p14:tracePt t="72215" x="6515100" y="3163888"/>
          <p14:tracePt t="72221" x="6508750" y="3163888"/>
          <p14:tracePt t="72229" x="6503988" y="3163888"/>
          <p14:tracePt t="72273" x="6503988" y="3170238"/>
          <p14:tracePt t="72277" x="6497638" y="3175000"/>
          <p14:tracePt t="72283" x="6492875" y="3175000"/>
          <p14:tracePt t="72284" x="6492875" y="3181350"/>
          <p14:tracePt t="72285" x="6486525" y="3181350"/>
          <p14:tracePt t="72286" x="6480175" y="3181350"/>
          <p14:tracePt t="72291" x="6469063" y="3186113"/>
          <p14:tracePt t="72296" x="6451600" y="3192463"/>
          <p14:tracePt t="72303" x="6435725" y="3198813"/>
          <p14:tracePt t="72316" x="6378575" y="3209925"/>
          <p14:tracePt t="72323" x="6343650" y="3214688"/>
          <p14:tracePt t="72330" x="6321425" y="3214688"/>
          <p14:tracePt t="72338" x="6297613" y="3221038"/>
          <p14:tracePt t="72345" x="6270625" y="3221038"/>
          <p14:tracePt t="72358" x="6229350" y="3227388"/>
          <p14:tracePt t="72365" x="6213475" y="3227388"/>
          <p14:tracePt t="72372" x="6189663" y="3227388"/>
          <p14:tracePt t="72386" x="6149975" y="3238500"/>
          <p14:tracePt t="72394" x="6127750" y="3243263"/>
          <p14:tracePt t="72402" x="6103938" y="3249613"/>
          <p14:tracePt t="72412" x="6081713" y="3249613"/>
          <p14:tracePt t="72419" x="6075363" y="3254375"/>
          <p14:tracePt t="72426" x="6070600" y="3254375"/>
          <p14:tracePt t="72500" x="6064250" y="3254375"/>
          <p14:tracePt t="72735" x="6070600" y="3260725"/>
          <p14:tracePt t="72738" x="6075363" y="3260725"/>
          <p14:tracePt t="72742" x="6081713" y="3260725"/>
          <p14:tracePt t="72747" x="6088063" y="3267075"/>
          <p14:tracePt t="72761" x="6116638" y="3267075"/>
          <p14:tracePt t="72768" x="6127750" y="3267075"/>
          <p14:tracePt t="72775" x="6149975" y="3271838"/>
          <p14:tracePt t="72781" x="6178550" y="3271838"/>
          <p14:tracePt t="72790" x="6218238" y="3282950"/>
          <p14:tracePt t="72791" x="6246813" y="3282950"/>
          <p14:tracePt t="72792" x="6253163" y="3282950"/>
          <p14:tracePt t="72793" x="6264275" y="3282950"/>
          <p14:tracePt t="72794" x="6275388" y="3282950"/>
          <p14:tracePt t="72797" x="6310313" y="3282950"/>
          <p14:tracePt t="72798" x="6321425" y="3282950"/>
          <p14:tracePt t="72799" x="6332538" y="3282950"/>
          <p14:tracePt t="72800" x="6343650" y="3282950"/>
          <p14:tracePt t="72801" x="6354763" y="3282950"/>
          <p14:tracePt t="72805" x="6407150" y="3289300"/>
          <p14:tracePt t="72806" x="6423025" y="3295650"/>
          <p14:tracePt t="72807" x="6435725" y="3295650"/>
          <p14:tracePt t="72808" x="6446838" y="3295650"/>
          <p14:tracePt t="72816" x="6537325" y="3300413"/>
          <p14:tracePt t="72824" x="6680200" y="3306763"/>
          <p14:tracePt t="72830" x="6823075" y="3324225"/>
          <p14:tracePt t="72837" x="7005638" y="3335338"/>
          <p14:tracePt t="72845" x="7250113" y="3340100"/>
          <p14:tracePt t="72853" x="7421563" y="3352800"/>
          <p14:tracePt t="72860" x="7564438" y="3357563"/>
          <p14:tracePt t="72867" x="7734300" y="3363913"/>
          <p14:tracePt t="72874" x="7848600" y="3375025"/>
          <p14:tracePt t="72881" x="7985125" y="3386138"/>
          <p14:tracePt t="72888" x="8116888" y="3403600"/>
          <p14:tracePt t="72894" x="8242300" y="3414713"/>
          <p14:tracePt t="72902" x="8372475" y="3432175"/>
          <p14:tracePt t="72908" x="8475663" y="3436938"/>
          <p14:tracePt t="72914" x="8583613" y="3443288"/>
          <p14:tracePt t="72920" x="8686800" y="3443288"/>
          <p14:tracePt t="72927" x="8805863" y="3443288"/>
          <p14:tracePt t="72936" x="8913813" y="3443288"/>
          <p14:tracePt t="72943" x="9028113" y="3436938"/>
          <p14:tracePt t="72951" x="9120188" y="3432175"/>
          <p14:tracePt t="72958" x="9193213" y="3414713"/>
          <p14:tracePt t="72965" x="9250363" y="3408363"/>
          <p14:tracePt t="72972" x="9290050" y="3403600"/>
          <p14:tracePt t="72979" x="9324975" y="3397250"/>
          <p14:tracePt t="72985" x="9353550" y="3397250"/>
          <p14:tracePt t="72992" x="9375775" y="3392488"/>
          <p14:tracePt t="72998" x="9399588" y="3392488"/>
          <p14:tracePt t="73005" x="9421813" y="3386138"/>
          <p14:tracePt t="73012" x="9450388" y="3386138"/>
          <p14:tracePt t="73018" x="9472613" y="3379788"/>
          <p14:tracePt t="73032" x="9547225" y="3375025"/>
          <p14:tracePt t="73040" x="9582150" y="3368675"/>
          <p14:tracePt t="73041" x="9610725" y="3357563"/>
          <p14:tracePt t="73042" x="9621838" y="3357563"/>
          <p14:tracePt t="73046" x="9637713" y="3357563"/>
          <p14:tracePt t="73052" x="9678988" y="3352800"/>
          <p14:tracePt t="73060" x="9723438" y="3346450"/>
          <p14:tracePt t="73066" x="9775825" y="3340100"/>
          <p14:tracePt t="73073" x="9826625" y="3335338"/>
          <p14:tracePt t="73080" x="9877425" y="3335338"/>
          <p14:tracePt t="73094" x="9980613" y="3328988"/>
          <p14:tracePt t="73101" x="10026650" y="3324225"/>
          <p14:tracePt t="73108" x="10059988" y="3324225"/>
          <p14:tracePt t="73122" x="10128250" y="3317875"/>
          <p14:tracePt t="73129" x="10156825" y="3311525"/>
          <p14:tracePt t="73137" x="10191750" y="3306763"/>
          <p14:tracePt t="73143" x="10225088" y="3300413"/>
          <p14:tracePt t="73150" x="10264775" y="3289300"/>
          <p14:tracePt t="73157" x="10306050" y="3278188"/>
          <p14:tracePt t="73171" x="10385425" y="3249613"/>
          <p14:tracePt t="73178" x="10436225" y="3238500"/>
          <p14:tracePt t="73191" x="10499725" y="3227388"/>
          <p14:tracePt t="73199" x="10528300" y="3221038"/>
          <p14:tracePt t="73205" x="10556875" y="3214688"/>
          <p14:tracePt t="73219" x="10583863" y="3209925"/>
          <p14:tracePt t="73226" x="10596563" y="3203575"/>
          <p14:tracePt t="73233" x="10601325" y="3198813"/>
          <p14:tracePt t="73252" x="10607675" y="3198813"/>
          <p14:tracePt t="73257" x="10607675" y="3192463"/>
          <p14:tracePt t="73263" x="10607675" y="3186113"/>
          <p14:tracePt t="73268" x="10612438" y="3186113"/>
          <p14:tracePt t="73275" x="10612438" y="3170238"/>
          <p14:tracePt t="73283" x="10625138" y="3152775"/>
          <p14:tracePt t="73290" x="10625138" y="3141663"/>
          <p14:tracePt t="73296" x="10625138" y="3124200"/>
          <p14:tracePt t="73303" x="10629900" y="3106738"/>
          <p14:tracePt t="73310" x="10629900" y="3089275"/>
          <p14:tracePt t="73318" x="10629900" y="3073400"/>
          <p14:tracePt t="73326" x="10629900" y="3060700"/>
          <p14:tracePt t="73333" x="10629900" y="3049588"/>
          <p14:tracePt t="73340" x="10629900" y="3038475"/>
          <p14:tracePt t="73348" x="10618788" y="3038475"/>
          <p14:tracePt t="73354" x="10618788" y="3027363"/>
          <p14:tracePt t="73361" x="10607675" y="3027363"/>
          <p14:tracePt t="73367" x="10607675" y="3021013"/>
          <p14:tracePt t="73373" x="10590213" y="3016250"/>
          <p14:tracePt t="73379" x="10579100" y="3009900"/>
          <p14:tracePt t="73386" x="10561638" y="3003550"/>
          <p14:tracePt t="73394" x="10521950" y="2998788"/>
          <p14:tracePt t="73402" x="10471150" y="2987675"/>
          <p14:tracePt t="73408" x="10414000" y="2981325"/>
          <p14:tracePt t="73415" x="10361613" y="2970213"/>
          <p14:tracePt t="73421" x="10288588" y="2952750"/>
          <p14:tracePt t="73428" x="10225088" y="2935288"/>
          <p14:tracePt t="73436" x="10152063" y="2913063"/>
          <p14:tracePt t="73443" x="10106025" y="2895600"/>
          <p14:tracePt t="73450" x="10055225" y="2884488"/>
          <p14:tracePt t="73456" x="10009188" y="2873375"/>
          <p14:tracePt t="73463" x="9980613" y="2862263"/>
          <p14:tracePt t="73471" x="9945688" y="2851150"/>
          <p14:tracePt t="73477" x="9923463" y="2844800"/>
          <p14:tracePt t="73483" x="9912350" y="2844800"/>
          <p14:tracePt t="73490" x="9894888" y="2838450"/>
          <p14:tracePt t="73497" x="9877425" y="2833688"/>
          <p14:tracePt t="73505" x="9861550" y="2833688"/>
          <p14:tracePt t="73518" x="9826625" y="2833688"/>
          <p14:tracePt t="73524" x="9809163" y="2827338"/>
          <p14:tracePt t="73532" x="9791700" y="2827338"/>
          <p14:tracePt t="73533" x="9780588" y="2827338"/>
          <p14:tracePt t="73534" x="9775825" y="2827338"/>
          <p14:tracePt t="73535" x="9769475" y="2827338"/>
          <p14:tracePt t="73539" x="9763125" y="2827338"/>
          <p14:tracePt t="73545" x="9747250" y="2827338"/>
          <p14:tracePt t="73560" x="9690100" y="2822575"/>
          <p14:tracePt t="73566" x="9650413" y="2816225"/>
          <p14:tracePt t="73574" x="9610725" y="2805113"/>
          <p14:tracePt t="73582" x="9553575" y="2794000"/>
          <p14:tracePt t="73589" x="9507538" y="2776538"/>
          <p14:tracePt t="73595" x="9461500" y="2759075"/>
          <p14:tracePt t="73601" x="9410700" y="2747963"/>
          <p14:tracePt t="73610" x="9331325" y="2730500"/>
          <p14:tracePt t="73611" x="9296400" y="2725738"/>
          <p14:tracePt t="73613" x="9278938" y="2719388"/>
          <p14:tracePt t="73614" x="9256713" y="2713038"/>
          <p14:tracePt t="73615" x="9245600" y="2708275"/>
          <p14:tracePt t="73618" x="9210675" y="2701925"/>
          <p14:tracePt t="73619" x="9188450" y="2697163"/>
          <p14:tracePt t="73620" x="9177338" y="2697163"/>
          <p14:tracePt t="73622" x="9159875" y="2697163"/>
          <p14:tracePt t="73625" x="9142413" y="2690813"/>
          <p14:tracePt t="73626" x="9124950" y="2690813"/>
          <p14:tracePt t="73628" x="9074150" y="2679700"/>
          <p14:tracePt t="73629" x="9063038" y="2679700"/>
          <p14:tracePt t="73630" x="9051925" y="2679700"/>
          <p14:tracePt t="73631" x="9039225" y="2679700"/>
          <p14:tracePt t="73635" x="8983663" y="2673350"/>
          <p14:tracePt t="73636" x="8966200" y="2673350"/>
          <p14:tracePt t="73637" x="8948738" y="2668588"/>
          <p14:tracePt t="73638" x="8931275" y="2668588"/>
          <p14:tracePt t="73641" x="8880475" y="2668588"/>
          <p14:tracePt t="73646" x="8829675" y="2668588"/>
          <p14:tracePt t="73652" x="8720138" y="2668588"/>
          <p14:tracePt t="73658" x="8561388" y="2668588"/>
          <p14:tracePt t="73666" x="8435975" y="2668588"/>
          <p14:tracePt t="73673" x="8304213" y="2668588"/>
          <p14:tracePt t="73680" x="8189913" y="2668588"/>
          <p14:tracePt t="73687" x="8088313" y="2668588"/>
          <p14:tracePt t="73694" x="7991475" y="2668588"/>
          <p14:tracePt t="73701" x="7894638" y="2668588"/>
          <p14:tracePt t="73708" x="7815263" y="2668588"/>
          <p14:tracePt t="73715" x="7740650" y="2662238"/>
          <p14:tracePt t="73722" x="7683500" y="2655888"/>
          <p14:tracePt t="73729" x="7626350" y="2655888"/>
          <p14:tracePt t="73736" x="7586663" y="2655888"/>
          <p14:tracePt t="73743" x="7546975" y="2655888"/>
          <p14:tracePt t="73750" x="7507288" y="2655888"/>
          <p14:tracePt t="73757" x="7478713" y="2655888"/>
          <p14:tracePt t="73765" x="7443788" y="2655888"/>
          <p14:tracePt t="73772" x="7410450" y="2655888"/>
          <p14:tracePt t="73780" x="7381875" y="2655888"/>
          <p14:tracePt t="73787" x="7358063" y="2655888"/>
          <p14:tracePt t="73793" x="7335838" y="2655888"/>
          <p14:tracePt t="73801" x="7307263" y="2662238"/>
          <p14:tracePt t="73808" x="7289800" y="2668588"/>
          <p14:tracePt t="73814" x="7261225" y="2668588"/>
          <p14:tracePt t="73821" x="7239000" y="2673350"/>
          <p14:tracePt t="73829" x="7210425" y="2673350"/>
          <p14:tracePt t="73836" x="7188200" y="2679700"/>
          <p14:tracePt t="73844" x="7159625" y="2679700"/>
          <p14:tracePt t="73850" x="7124700" y="2679700"/>
          <p14:tracePt t="73857" x="7096125" y="2690813"/>
          <p14:tracePt t="73864" x="7062788" y="2690813"/>
          <p14:tracePt t="73871" x="7016750" y="2697163"/>
          <p14:tracePt t="73877" x="6977063" y="2701925"/>
          <p14:tracePt t="73884" x="6919913" y="2708275"/>
          <p14:tracePt t="73892" x="6845300" y="2719388"/>
          <p14:tracePt t="73899" x="6783388" y="2725738"/>
          <p14:tracePt t="73905" x="6719888" y="2725738"/>
          <p14:tracePt t="73912" x="6657975" y="2730500"/>
          <p14:tracePt t="73919" x="6605588" y="2736850"/>
          <p14:tracePt t="73926" x="6561138" y="2736850"/>
          <p14:tracePt t="73932" x="6503988" y="2741613"/>
          <p14:tracePt t="73940" x="6451600" y="2747963"/>
          <p14:tracePt t="73948" x="6400800" y="2747963"/>
          <p14:tracePt t="73955" x="6354763" y="2747963"/>
          <p14:tracePt t="73961" x="6326188" y="2747963"/>
          <p14:tracePt t="73969" x="6281738" y="2747963"/>
          <p14:tracePt t="73975" x="6242050" y="2747963"/>
          <p14:tracePt t="73983" x="6207125" y="2747963"/>
          <p14:tracePt t="73991" x="6156325" y="2747963"/>
          <p14:tracePt t="74004" x="6092825" y="2747963"/>
          <p14:tracePt t="74013" x="6053138" y="2747963"/>
          <p14:tracePt t="74021" x="6030913" y="2747963"/>
          <p14:tracePt t="74031" x="6007100" y="2747963"/>
          <p14:tracePt t="74040" x="5984875" y="2747963"/>
          <p14:tracePt t="74050" x="5973763" y="2747963"/>
          <p14:tracePt t="74059" x="5956300" y="2747963"/>
          <p14:tracePt t="74068" x="5938838" y="2747963"/>
          <p14:tracePt t="74078" x="5927725" y="2747963"/>
          <p14:tracePt t="74086" x="5910263" y="2747963"/>
          <p14:tracePt t="74095" x="5894388" y="2747963"/>
          <p14:tracePt t="74104" x="5881688" y="2741613"/>
          <p14:tracePt t="74112" x="5876925" y="2741613"/>
          <p14:tracePt t="74119" x="5870575" y="2741613"/>
          <p14:tracePt t="74130" x="5865813" y="2741613"/>
          <p14:tracePt t="87860" x="5865813" y="2736850"/>
          <p14:tracePt t="87867" x="5870575" y="2730500"/>
          <p14:tracePt t="87868" x="5870575" y="2725738"/>
          <p14:tracePt t="87869" x="5876925" y="2725738"/>
          <p14:tracePt t="87871" x="5876925" y="2719388"/>
          <p14:tracePt t="87872" x="5876925" y="2713038"/>
          <p14:tracePt t="87874" x="5881688" y="2701925"/>
          <p14:tracePt t="87879" x="5894388" y="2684463"/>
          <p14:tracePt t="87886" x="5905500" y="2655888"/>
          <p14:tracePt t="87901" x="5910263" y="2600325"/>
          <p14:tracePt t="87908" x="5910263" y="2565400"/>
          <p14:tracePt t="87922" x="5921375" y="2474913"/>
          <p14:tracePt t="87928" x="5921375" y="2393950"/>
          <p14:tracePt t="87936" x="5927725" y="2303463"/>
          <p14:tracePt t="87942" x="5921375" y="2211388"/>
          <p14:tracePt t="87950" x="5910263" y="2120900"/>
          <p14:tracePt t="87963" x="5894388" y="1989138"/>
          <p14:tracePt t="87970" x="5888038" y="1938338"/>
          <p14:tracePt t="87984" x="5870575" y="1835150"/>
          <p14:tracePt t="87998" x="5848350" y="1744663"/>
          <p14:tracePt t="88012" x="5819775" y="1676400"/>
          <p14:tracePt t="88013" x="5813425" y="1665288"/>
          <p14:tracePt t="88014" x="5813425" y="1658938"/>
          <p14:tracePt t="88019" x="5808663" y="1647825"/>
          <p14:tracePt t="88032" x="5791200" y="1601788"/>
          <p14:tracePt t="88046" x="5762625" y="1544638"/>
          <p14:tracePt t="88053" x="5756275" y="1522413"/>
          <p14:tracePt t="88067" x="5745163" y="1470025"/>
          <p14:tracePt t="88075" x="5740400" y="1430338"/>
          <p14:tracePt t="88081" x="5745163" y="1390650"/>
          <p14:tracePt t="88089" x="5756275" y="1317625"/>
          <p14:tracePt t="88097" x="5768975" y="1265238"/>
          <p14:tracePt t="88105" x="5797550" y="1174750"/>
          <p14:tracePt t="88112" x="5819775" y="1100138"/>
          <p14:tracePt t="88120" x="5837238" y="1031875"/>
          <p14:tracePt t="88128" x="5848350" y="968375"/>
          <p14:tracePt t="88135" x="5865813" y="884238"/>
          <p14:tracePt t="88143" x="5876925" y="809625"/>
          <p14:tracePt t="88150" x="5899150" y="717550"/>
          <p14:tracePt t="88157" x="5910263" y="661988"/>
          <p14:tracePt t="88165" x="5934075" y="592138"/>
          <p14:tracePt t="88173" x="5956300" y="523875"/>
          <p14:tracePt t="88182" x="5984875" y="455613"/>
          <p14:tracePt t="88192" x="6007100" y="398463"/>
          <p14:tracePt t="88201" x="6030913" y="341313"/>
          <p14:tracePt t="88209" x="6059488" y="296863"/>
          <p14:tracePt t="88219" x="6088063" y="244475"/>
          <p14:tracePt t="88228" x="6110288" y="211138"/>
          <p14:tracePt t="88236" x="6132513" y="165100"/>
          <p14:tracePt t="88242" x="6145213" y="136525"/>
          <p14:tracePt t="88249" x="6149975" y="114300"/>
          <p14:tracePt t="88256" x="6156325" y="85725"/>
          <p14:tracePt t="88263" x="6161088" y="57150"/>
          <p14:tracePt t="88269" x="6167438" y="17463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Espaço Reservado para Conteúdo 12">
            <a:extLst>
              <a:ext uri="{FF2B5EF4-FFF2-40B4-BE49-F238E27FC236}">
                <a16:creationId xmlns:a16="http://schemas.microsoft.com/office/drawing/2014/main" id="{82C27806-0E55-E632-8A2C-00DB1AF161B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Caixa de texto 6">
            <a:extLst>
              <a:ext uri="{FF2B5EF4-FFF2-40B4-BE49-F238E27FC236}">
                <a16:creationId xmlns:a16="http://schemas.microsoft.com/office/drawing/2014/main" id="{AA865B38-235C-4251-2C6C-709C6B381787}"/>
              </a:ext>
            </a:extLst>
          </p:cNvPr>
          <p:cNvSpPr txBox="1"/>
          <p:nvPr/>
        </p:nvSpPr>
        <p:spPr>
          <a:xfrm>
            <a:off x="1866750" y="814429"/>
            <a:ext cx="706770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 err="1">
                <a:solidFill>
                  <a:schemeClr val="bg1"/>
                </a:solidFill>
                <a:latin typeface="+mj-lt"/>
              </a:rPr>
              <a:t>WasteShark</a:t>
            </a:r>
            <a:endParaRPr lang="pt-BR" sz="44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2" name="Espaço Reservado para Conteúdo 12">
            <a:extLst>
              <a:ext uri="{FF2B5EF4-FFF2-40B4-BE49-F238E27FC236}">
                <a16:creationId xmlns:a16="http://schemas.microsoft.com/office/drawing/2014/main" id="{238837CF-97C0-DEA6-EECB-820D842E9022}"/>
              </a:ext>
            </a:extLst>
          </p:cNvPr>
          <p:cNvGraphicFramePr>
            <a:graphicFrameLocks/>
          </p:cNvGraphicFramePr>
          <p:nvPr/>
        </p:nvGraphicFramePr>
        <p:xfrm>
          <a:off x="6096000" y="2060574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3" name="Espaço Reservado para Conteúdo 15">
            <a:extLst>
              <a:ext uri="{FF2B5EF4-FFF2-40B4-BE49-F238E27FC236}">
                <a16:creationId xmlns:a16="http://schemas.microsoft.com/office/drawing/2014/main" id="{576A2C98-8840-F527-C7CF-2F9BF8D8F021}"/>
              </a:ext>
            </a:extLst>
          </p:cNvPr>
          <p:cNvSpPr txBox="1">
            <a:spLocks/>
          </p:cNvSpPr>
          <p:nvPr/>
        </p:nvSpPr>
        <p:spPr>
          <a:xfrm>
            <a:off x="6096000" y="2105024"/>
            <a:ext cx="4396339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EC799EAC-C274-371A-9FE3-189D7EE1910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5448" y="2060574"/>
            <a:ext cx="4395787" cy="4195763"/>
          </a:xfrm>
          <a:prstGeom prst="rect">
            <a:avLst/>
          </a:prstGeom>
        </p:spPr>
      </p:pic>
      <p:pic>
        <p:nvPicPr>
          <p:cNvPr id="33" name="Áudio 32">
            <a:hlinkClick r:id="" action="ppaction://media"/>
            <a:extLst>
              <a:ext uri="{FF2B5EF4-FFF2-40B4-BE49-F238E27FC236}">
                <a16:creationId xmlns:a16="http://schemas.microsoft.com/office/drawing/2014/main" id="{DE47B13B-19F4-8F95-4A80-50A227607F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3337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202"/>
    </mc:Choice>
    <mc:Fallback>
      <p:transition spd="slow" advTm="282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43" x="6543675" y="3067050"/>
          <p14:tracePt t="546" x="6543675" y="3073400"/>
          <p14:tracePt t="554" x="6543675" y="3084513"/>
          <p14:tracePt t="562" x="6543675" y="3089275"/>
          <p14:tracePt t="569" x="6543675" y="3095625"/>
          <p14:tracePt t="581" x="6543675" y="3101975"/>
          <p14:tracePt t="588" x="6543675" y="3113088"/>
          <p14:tracePt t="596" x="6548438" y="3113088"/>
          <p14:tracePt t="603" x="6548438" y="3117850"/>
          <p14:tracePt t="616" x="6548438" y="3124200"/>
          <p14:tracePt t="631" x="6548438" y="3128963"/>
          <p14:tracePt t="4169" x="6548438" y="3135313"/>
          <p14:tracePt t="4180" x="6548438" y="3141663"/>
          <p14:tracePt t="4183" x="6548438" y="3146425"/>
          <p14:tracePt t="4187" x="6548438" y="3152775"/>
          <p14:tracePt t="4192" x="6548438" y="3170238"/>
          <p14:tracePt t="4206" x="6532563" y="3221038"/>
          <p14:tracePt t="4220" x="6519863" y="3282950"/>
          <p14:tracePt t="4227" x="6508750" y="3335338"/>
          <p14:tracePt t="4234" x="6497638" y="3379788"/>
          <p14:tracePt t="4248" x="6469063" y="3494088"/>
          <p14:tracePt t="4255" x="6457950" y="3557588"/>
          <p14:tracePt t="4262" x="6440488" y="3608388"/>
          <p14:tracePt t="4269" x="6435725" y="3654425"/>
          <p14:tracePt t="4283" x="6418263" y="3768725"/>
          <p14:tracePt t="4293" x="6411913" y="3848100"/>
          <p14:tracePt t="4296" x="6411913" y="3876675"/>
          <p14:tracePt t="4311" x="6411913" y="3967163"/>
          <p14:tracePt t="4317" x="6411913" y="4006850"/>
          <p14:tracePt t="4324" x="6418263" y="4052888"/>
          <p14:tracePt t="4331" x="6429375" y="4087813"/>
          <p14:tracePt t="4345" x="6451600" y="4156075"/>
          <p14:tracePt t="4352" x="6457950" y="4184650"/>
          <p14:tracePt t="4359" x="6469063" y="4213225"/>
          <p14:tracePt t="4366" x="6475413" y="4235450"/>
          <p14:tracePt t="4373" x="6480175" y="4252913"/>
          <p14:tracePt t="4382" x="6492875" y="4264025"/>
          <p14:tracePt t="4384" x="6492875" y="4275138"/>
          <p14:tracePt t="4391" x="6497638" y="4281488"/>
          <p14:tracePt t="4398" x="6497638" y="4286250"/>
          <p14:tracePt t="4402" x="6497638" y="4292600"/>
          <p14:tracePt t="4416" x="6503988" y="4303713"/>
          <p14:tracePt t="4429" x="6515100" y="4321175"/>
          <p14:tracePt t="4443" x="6526213" y="4367213"/>
          <p14:tracePt t="4444" x="6537325" y="4383088"/>
          <p14:tracePt t="4445" x="6537325" y="4389438"/>
          <p14:tracePt t="4446" x="6543675" y="4395788"/>
          <p14:tracePt t="4457" x="6561138" y="4440238"/>
          <p14:tracePt t="4468" x="6589713" y="4497388"/>
          <p14:tracePt t="4477" x="6605588" y="4549775"/>
          <p14:tracePt t="4487" x="6629400" y="4583113"/>
          <p14:tracePt t="4495" x="6640513" y="4611688"/>
          <p14:tracePt t="4504" x="6645275" y="4635500"/>
          <p14:tracePt t="4510" x="6645275" y="4640263"/>
          <p14:tracePt t="4522" x="6645275" y="4646613"/>
          <p14:tracePt t="4655" x="6645275" y="4640263"/>
          <p14:tracePt t="4659" x="6645275" y="4635500"/>
          <p14:tracePt t="4663" x="6645275" y="4629150"/>
          <p14:tracePt t="4667" x="6640513" y="4629150"/>
          <p14:tracePt t="4672" x="6640513" y="4622800"/>
          <p14:tracePt t="4678" x="6640513" y="4611688"/>
          <p14:tracePt t="4686" x="6629400" y="4600575"/>
          <p14:tracePt t="4693" x="6629400" y="4589463"/>
          <p14:tracePt t="4707" x="6618288" y="4565650"/>
          <p14:tracePt t="4713" x="6611938" y="4549775"/>
          <p14:tracePt t="4721" x="6605588" y="4532313"/>
          <p14:tracePt t="4727" x="6605588" y="4514850"/>
          <p14:tracePt t="4734" x="6600825" y="4497388"/>
          <p14:tracePt t="4741" x="6600825" y="4468813"/>
          <p14:tracePt t="4748" x="6594475" y="4440238"/>
          <p14:tracePt t="4755" x="6583363" y="4389438"/>
          <p14:tracePt t="4762" x="6572250" y="4332288"/>
          <p14:tracePt t="4769" x="6554788" y="4270375"/>
          <p14:tracePt t="4776" x="6532563" y="4189413"/>
          <p14:tracePt t="4783" x="6503988" y="4110038"/>
          <p14:tracePt t="4797" x="6440488" y="3944938"/>
          <p14:tracePt t="4803" x="6407150" y="3859213"/>
          <p14:tracePt t="4811" x="6383338" y="3790950"/>
          <p14:tracePt t="4818" x="6361113" y="3729038"/>
          <p14:tracePt t="4832" x="6332538" y="3636963"/>
          <p14:tracePt t="4839" x="6315075" y="3590925"/>
          <p14:tracePt t="4845" x="6310313" y="3557588"/>
          <p14:tracePt t="4852" x="6297613" y="3517900"/>
          <p14:tracePt t="4859" x="6292850" y="3478213"/>
          <p14:tracePt t="4873" x="6281738" y="3408363"/>
          <p14:tracePt t="4880" x="6275388" y="3379788"/>
          <p14:tracePt t="4889" x="6275388" y="3346450"/>
          <p14:tracePt t="4895" x="6275388" y="3328988"/>
          <p14:tracePt t="4902" x="6275388" y="3317875"/>
          <p14:tracePt t="4903" x="6275388" y="3306763"/>
          <p14:tracePt t="4915" x="6275388" y="3295650"/>
          <p14:tracePt t="4922" x="6275388" y="3289300"/>
          <p14:tracePt t="6367" x="6275388" y="3282950"/>
          <p14:tracePt t="6376" x="6275388" y="3278188"/>
          <p14:tracePt t="7662" x="6275388" y="3271838"/>
          <p14:tracePt t="7668" x="6275388" y="3267075"/>
          <p14:tracePt t="7672" x="6275388" y="3260725"/>
          <p14:tracePt t="7679" x="6275388" y="3238500"/>
          <p14:tracePt t="7685" x="6292850" y="3214688"/>
          <p14:tracePt t="7694" x="6297613" y="3203575"/>
          <p14:tracePt t="7696" x="6303963" y="3192463"/>
          <p14:tracePt t="7697" x="6310313" y="3192463"/>
          <p14:tracePt t="7794" x="6315075" y="3192463"/>
          <p14:tracePt t="7802" x="6321425" y="3192463"/>
          <p14:tracePt t="7806" x="6326188" y="3192463"/>
          <p14:tracePt t="7811" x="6338888" y="3192463"/>
          <p14:tracePt t="7818" x="6372225" y="3192463"/>
          <p14:tracePt t="7824" x="6407150" y="3192463"/>
          <p14:tracePt t="7832" x="6457950" y="3209925"/>
          <p14:tracePt t="7838" x="6508750" y="3232150"/>
          <p14:tracePt t="7845" x="6561138" y="3249613"/>
          <p14:tracePt t="7859" x="6657975" y="3324225"/>
          <p14:tracePt t="7873" x="6702425" y="3379788"/>
          <p14:tracePt t="7888" x="6715125" y="3403600"/>
          <p14:tracePt t="7889" x="6719888" y="3403600"/>
          <p14:tracePt t="7910" x="6726238" y="3397250"/>
          <p14:tracePt t="7911" x="6731000" y="3397250"/>
          <p14:tracePt t="7915" x="6731000" y="3392488"/>
          <p14:tracePt t="7929" x="6770688" y="3363913"/>
          <p14:tracePt t="7943" x="6811963" y="3324225"/>
          <p14:tracePt t="7950" x="6823075" y="3317875"/>
          <p14:tracePt t="7956" x="6840538" y="3317875"/>
          <p14:tracePt t="7963" x="6851650" y="3317875"/>
          <p14:tracePt t="7970" x="6869113" y="3317875"/>
          <p14:tracePt t="7977" x="6891338" y="3324225"/>
          <p14:tracePt t="7984" x="6937375" y="3352800"/>
          <p14:tracePt t="7991" x="7005638" y="3392488"/>
          <p14:tracePt t="7998" x="7067550" y="3432175"/>
          <p14:tracePt t="8013" x="7243763" y="3540125"/>
          <p14:tracePt t="8026" x="7369175" y="3614738"/>
          <p14:tracePt t="8040" x="7426325" y="3671888"/>
          <p14:tracePt t="8054" x="7439025" y="3705225"/>
          <p14:tracePt t="8068" x="7439025" y="3744913"/>
          <p14:tracePt t="8075" x="7426325" y="3768725"/>
          <p14:tracePt t="8082" x="7410450" y="3808413"/>
          <p14:tracePt t="8089" x="7397750" y="3836988"/>
          <p14:tracePt t="8095" x="7381875" y="3876675"/>
          <p14:tracePt t="8102" x="7369175" y="3898900"/>
          <p14:tracePt t="8116" x="7353300" y="3944938"/>
          <p14:tracePt t="8130" x="7342188" y="3967163"/>
          <p14:tracePt t="8132" x="7335838" y="3979863"/>
          <p14:tracePt t="8137" x="7329488" y="3984625"/>
          <p14:tracePt t="8144" x="7313613" y="4013200"/>
          <p14:tracePt t="8151" x="7296150" y="4048125"/>
          <p14:tracePt t="8158" x="7267575" y="4092575"/>
          <p14:tracePt t="8172" x="7210425" y="4189413"/>
          <p14:tracePt t="8179" x="7181850" y="4230688"/>
          <p14:tracePt t="8193" x="7135813" y="4303713"/>
          <p14:tracePt t="8207" x="7107238" y="4332288"/>
          <p14:tracePt t="8292" x="7102475" y="4332288"/>
          <p14:tracePt t="8300" x="7096125" y="4332288"/>
          <p14:tracePt t="8305" x="7091363" y="4332288"/>
          <p14:tracePt t="8317" x="7085013" y="4332288"/>
          <p14:tracePt t="8324" x="7078663" y="4332288"/>
          <p14:tracePt t="8327" x="7078663" y="4327525"/>
          <p14:tracePt t="8333" x="7078663" y="4321175"/>
          <p14:tracePt t="8334" x="7073900" y="4321175"/>
          <p14:tracePt t="8338" x="7067550" y="4321175"/>
          <p14:tracePt t="8345" x="7062788" y="4310063"/>
          <p14:tracePt t="8352" x="7056438" y="4298950"/>
          <p14:tracePt t="8367" x="7034213" y="4235450"/>
          <p14:tracePt t="8368" x="7027863" y="4230688"/>
          <p14:tracePt t="8369" x="7027863" y="4224338"/>
          <p14:tracePt t="8369" x="7021513" y="4217988"/>
          <p14:tracePt t="8370" x="7021513" y="4213225"/>
          <p14:tracePt t="8371" x="7021513" y="4206875"/>
          <p14:tracePt t="8375" x="7010400" y="4189413"/>
          <p14:tracePt t="8375" x="7010400" y="4184650"/>
          <p14:tracePt t="8376" x="7005638" y="4178300"/>
          <p14:tracePt t="8377" x="7005638" y="4173538"/>
          <p14:tracePt t="8378" x="6992938" y="4167188"/>
          <p14:tracePt t="8382" x="6981825" y="4149725"/>
          <p14:tracePt t="8388" x="6965950" y="4127500"/>
          <p14:tracePt t="8394" x="6924675" y="4081463"/>
          <p14:tracePt t="8401" x="6869113" y="4030663"/>
          <p14:tracePt t="8408" x="6823075" y="3990975"/>
          <p14:tracePt t="8415" x="6765925" y="3933825"/>
          <p14:tracePt t="8422" x="6697663" y="3881438"/>
          <p14:tracePt t="8429" x="6623050" y="3819525"/>
          <p14:tracePt t="8436" x="6561138" y="3779838"/>
          <p14:tracePt t="8450" x="6464300" y="3716338"/>
          <p14:tracePt t="8457" x="6423025" y="3700463"/>
          <p14:tracePt t="8464" x="6407150" y="3683000"/>
          <p14:tracePt t="8465" x="6400800" y="3676650"/>
          <p14:tracePt t="8477" x="6389688" y="3671888"/>
          <p14:tracePt t="8538" x="6389688" y="3665538"/>
          <p14:tracePt t="8544" x="6389688" y="3659188"/>
          <p14:tracePt t="8547" x="6389688" y="3654425"/>
          <p14:tracePt t="8554" x="6389688" y="3643313"/>
          <p14:tracePt t="8561" x="6394450" y="3630613"/>
          <p14:tracePt t="8575" x="6411913" y="3597275"/>
          <p14:tracePt t="8581" x="6418263" y="3586163"/>
          <p14:tracePt t="8588" x="6423025" y="3579813"/>
          <p14:tracePt t="8848" x="6423025" y="3586163"/>
          <p14:tracePt t="8854" x="6429375" y="3590925"/>
          <p14:tracePt t="8858" x="6435725" y="3590925"/>
          <p14:tracePt t="8861" x="6440488" y="3597275"/>
          <p14:tracePt t="8873" x="6469063" y="3619500"/>
          <p14:tracePt t="8887" x="6503988" y="3648075"/>
          <p14:tracePt t="8894" x="6519863" y="3665538"/>
          <p14:tracePt t="8901" x="6537325" y="3671888"/>
          <p14:tracePt t="8908" x="6561138" y="3676650"/>
          <p14:tracePt t="8922" x="6594475" y="3676650"/>
          <p14:tracePt t="8929" x="6618288" y="3676650"/>
          <p14:tracePt t="8943" x="6680200" y="3654425"/>
          <p14:tracePt t="8950" x="6708775" y="3636963"/>
          <p14:tracePt t="8964" x="6759575" y="3597275"/>
          <p14:tracePt t="8970" x="6777038" y="3579813"/>
          <p14:tracePt t="8978" x="6799263" y="3562350"/>
          <p14:tracePt t="8991" x="6834188" y="3533775"/>
          <p14:tracePt t="8998" x="6851650" y="3522663"/>
          <p14:tracePt t="9005" x="6862763" y="3517900"/>
          <p14:tracePt t="9012" x="6873875" y="3505200"/>
          <p14:tracePt t="9019" x="6891338" y="3489325"/>
          <p14:tracePt t="9026" x="6902450" y="3482975"/>
          <p14:tracePt t="9033" x="6919913" y="3471863"/>
          <p14:tracePt t="9040" x="6942138" y="3454400"/>
          <p14:tracePt t="9047" x="6953250" y="3436938"/>
          <p14:tracePt t="9061" x="6977063" y="3392488"/>
          <p14:tracePt t="9068" x="6988175" y="3357563"/>
          <p14:tracePt t="9074" x="6992938" y="3317875"/>
          <p14:tracePt t="9082" x="6992938" y="3282950"/>
          <p14:tracePt t="9089" x="6992938" y="3243263"/>
          <p14:tracePt t="9102" x="6992938" y="3181350"/>
          <p14:tracePt t="9109" x="6992938" y="3163888"/>
          <p14:tracePt t="9117" x="6992938" y="3146425"/>
          <p14:tracePt t="9130" x="6992938" y="3135313"/>
          <p14:tracePt t="9137" x="6992938" y="3124200"/>
          <p14:tracePt t="9198" x="6988175" y="3128963"/>
          <p14:tracePt t="9205" x="6988175" y="3135313"/>
          <p14:tracePt t="9208" x="6981825" y="3135313"/>
          <p14:tracePt t="9213" x="6977063" y="3141663"/>
          <p14:tracePt t="9220" x="6970713" y="3157538"/>
          <p14:tracePt t="9234" x="6953250" y="3203575"/>
          <p14:tracePt t="9241" x="6942138" y="3232150"/>
          <p14:tracePt t="9255" x="6913563" y="3278188"/>
          <p14:tracePt t="9263" x="6896100" y="3300413"/>
          <p14:tracePt t="9269" x="6891338" y="3311525"/>
          <p14:tracePt t="9283" x="6880225" y="3335338"/>
          <p14:tracePt t="9290" x="6880225" y="3340100"/>
          <p14:tracePt t="9297" x="6880225" y="3346450"/>
          <p14:tracePt t="9389" x="6880225" y="3352800"/>
          <p14:tracePt t="9398" x="6880225" y="3357563"/>
          <p14:tracePt t="9403" x="6880225" y="3363913"/>
          <p14:tracePt t="9408" x="6880225" y="3368675"/>
          <p14:tracePt t="9416" x="6880225" y="3386138"/>
          <p14:tracePt t="9417" x="6880225" y="3397250"/>
          <p14:tracePt t="9418" x="6880225" y="3403600"/>
          <p14:tracePt t="9429" x="6884988" y="3443288"/>
          <p14:tracePt t="9436" x="6884988" y="3482975"/>
          <p14:tracePt t="9451" x="6884988" y="3575050"/>
          <p14:tracePt t="9452" x="6884988" y="3590925"/>
          <p14:tracePt t="9453" x="6884988" y="3597275"/>
          <p14:tracePt t="9454" x="6884988" y="3614738"/>
          <p14:tracePt t="9457" x="6884988" y="3625850"/>
          <p14:tracePt t="9471" x="6884988" y="3722688"/>
          <p14:tracePt t="9477" x="6884988" y="3762375"/>
          <p14:tracePt t="9484" x="6884988" y="3802063"/>
          <p14:tracePt t="9499" x="6891338" y="3876675"/>
          <p14:tracePt t="9506" x="6896100" y="3894138"/>
          <p14:tracePt t="9507" x="6896100" y="3905250"/>
          <p14:tracePt t="9508" x="6896100" y="3910013"/>
          <p14:tracePt t="9509" x="6896100" y="3916363"/>
          <p14:tracePt t="9514" x="6902450" y="3927475"/>
          <p14:tracePt t="9527" x="6913563" y="3956050"/>
          <p14:tracePt t="9533" x="6919913" y="3973513"/>
          <p14:tracePt t="9540" x="6931025" y="3995738"/>
          <p14:tracePt t="9547" x="6942138" y="4024313"/>
          <p14:tracePt t="9554" x="6959600" y="4052888"/>
          <p14:tracePt t="9568" x="6992938" y="4121150"/>
          <p14:tracePt t="9575" x="7010400" y="4156075"/>
          <p14:tracePt t="9589" x="7045325" y="4230688"/>
          <p14:tracePt t="9595" x="7067550" y="4270375"/>
          <p14:tracePt t="9602" x="7091363" y="4303713"/>
          <p14:tracePt t="9617" x="7146925" y="4371975"/>
          <p14:tracePt t="9618" x="7164388" y="4389438"/>
          <p14:tracePt t="9623" x="7188200" y="4418013"/>
          <p14:tracePt t="9630" x="7227888" y="4446588"/>
          <p14:tracePt t="9638" x="7296150" y="4497388"/>
          <p14:tracePt t="9651" x="7410450" y="4560888"/>
          <p14:tracePt t="9658" x="7472363" y="4606925"/>
          <p14:tracePt t="9666" x="7535863" y="4646613"/>
          <p14:tracePt t="9672" x="7604125" y="4679950"/>
          <p14:tracePt t="9686" x="7769225" y="4765675"/>
          <p14:tracePt t="9693" x="7870825" y="4816475"/>
          <p14:tracePt t="9700" x="8008938" y="4873625"/>
          <p14:tracePt t="9707" x="8185150" y="4948238"/>
          <p14:tracePt t="9714" x="8401050" y="5016500"/>
          <p14:tracePt t="9728" x="8955088" y="5159375"/>
          <p14:tracePt t="9734" x="9228138" y="5210175"/>
          <p14:tracePt t="9741" x="9507538" y="5249863"/>
          <p14:tracePt t="9755" x="10099675" y="5307013"/>
          <p14:tracePt t="9762" x="10367963" y="5324475"/>
          <p14:tracePt t="9769" x="10607675" y="5335588"/>
          <p14:tracePt t="9783" x="11056938" y="5341938"/>
          <p14:tracePt t="9790" x="11188700" y="5341938"/>
          <p14:tracePt t="9797" x="11371263" y="5341938"/>
          <p14:tracePt t="9811" x="11582400" y="5330825"/>
          <p14:tracePt t="9818" x="11644313" y="5313363"/>
          <p14:tracePt t="9832" x="11718925" y="5284788"/>
          <p14:tracePt t="9838" x="11736388" y="5278438"/>
          <p14:tracePt t="9853" x="11736388" y="5267325"/>
          <p14:tracePt t="9865" x="11736388" y="5262563"/>
          <p14:tracePt t="9877" x="11736388" y="5256213"/>
          <p14:tracePt t="9884" x="11736388" y="5249863"/>
          <p14:tracePt t="9889" x="11730038" y="5245100"/>
          <p14:tracePt t="9901" x="11718925" y="5245100"/>
          <p14:tracePt t="9908" x="11707813" y="5238750"/>
          <p14:tracePt t="9915" x="11701463" y="5238750"/>
          <p14:tracePt t="9929" x="11684000" y="5238750"/>
          <p14:tracePt t="9936" x="11679238" y="5238750"/>
          <p14:tracePt t="9943" x="11668125" y="5238750"/>
          <p14:tracePt t="9957" x="11655425" y="5249863"/>
          <p14:tracePt t="9964" x="11644313" y="5256213"/>
          <p14:tracePt t="9978" x="11587163" y="5273675"/>
          <p14:tracePt t="9979" x="11576050" y="5278438"/>
          <p14:tracePt t="9980" x="11571288" y="5278438"/>
          <p14:tracePt t="9984" x="11542713" y="5289550"/>
          <p14:tracePt t="9991" x="11468100" y="5318125"/>
          <p14:tracePt t="10005" x="11268075" y="5392738"/>
          <p14:tracePt t="10012" x="11131550" y="5427663"/>
          <p14:tracePt t="10019" x="10966450" y="5478463"/>
          <p14:tracePt t="10026" x="10779125" y="5524500"/>
          <p14:tracePt t="10040" x="10475913" y="5597525"/>
          <p14:tracePt t="10047" x="10334625" y="5626100"/>
          <p14:tracePt t="10054" x="10196513" y="5643563"/>
          <p14:tracePt t="10062" x="10083800" y="5654675"/>
          <p14:tracePt t="10069" x="9991725" y="5665788"/>
          <p14:tracePt t="10077" x="9901238" y="5665788"/>
          <p14:tracePt t="10085" x="9798050" y="5665788"/>
          <p14:tracePt t="10092" x="9712325" y="5661025"/>
          <p14:tracePt t="10099" x="9610725" y="5649913"/>
          <p14:tracePt t="10106" x="9501188" y="5626100"/>
          <p14:tracePt t="10112" x="9386888" y="5603875"/>
          <p14:tracePt t="10119" x="9290050" y="5581650"/>
          <p14:tracePt t="10125" x="9177338" y="5546725"/>
          <p14:tracePt t="10132" x="9074150" y="5507038"/>
          <p14:tracePt t="10139" x="8942388" y="5461000"/>
          <p14:tracePt t="10147" x="8845550" y="5414963"/>
          <p14:tracePt t="10154" x="8755063" y="5387975"/>
          <p14:tracePt t="10161" x="8651875" y="5341938"/>
          <p14:tracePt t="10167" x="8555038" y="5302250"/>
          <p14:tracePt t="10175" x="8486775" y="5273675"/>
          <p14:tracePt t="10184" x="8401050" y="5238750"/>
          <p14:tracePt t="10189" x="8367713" y="5216525"/>
          <p14:tracePt t="10195" x="8339138" y="5199063"/>
          <p14:tracePt t="10200" x="8315325" y="5181600"/>
          <p14:tracePt t="10207" x="8281988" y="5148263"/>
          <p14:tracePt t="10213" x="8253413" y="5130800"/>
          <p14:tracePt t="10221" x="8231188" y="5095875"/>
          <p14:tracePt t="10234" x="8185150" y="5038725"/>
          <p14:tracePt t="10242" x="8167688" y="5005388"/>
          <p14:tracePt t="10255" x="8116888" y="4937125"/>
          <p14:tracePt t="10270" x="8037513" y="4822825"/>
          <p14:tracePt t="10277" x="7974013" y="4737100"/>
          <p14:tracePt t="10287" x="7899400" y="4651375"/>
          <p14:tracePt t="10294" x="7802563" y="4532313"/>
          <p14:tracePt t="10300" x="7729538" y="4452938"/>
          <p14:tracePt t="10305" x="7643813" y="4367213"/>
          <p14:tracePt t="10311" x="7597775" y="4310063"/>
          <p14:tracePt t="10318" x="7518400" y="4230688"/>
          <p14:tracePt t="10325" x="7415213" y="4121150"/>
          <p14:tracePt t="10332" x="7335838" y="4041775"/>
          <p14:tracePt t="10346" x="7164388" y="3876675"/>
          <p14:tracePt t="10352" x="7091363" y="3802063"/>
          <p14:tracePt t="10360" x="7021513" y="3722688"/>
          <p14:tracePt t="10367" x="6977063" y="3671888"/>
          <p14:tracePt t="10373" x="6942138" y="3625850"/>
          <p14:tracePt t="10381" x="6924675" y="3590925"/>
          <p14:tracePt t="10387" x="6908800" y="3557588"/>
          <p14:tracePt t="10395" x="6902450" y="3529013"/>
          <p14:tracePt t="10401" x="6902450" y="3500438"/>
          <p14:tracePt t="10408" x="6902450" y="3471863"/>
          <p14:tracePt t="10415" x="6908800" y="3443288"/>
          <p14:tracePt t="10422" x="6919913" y="3414713"/>
          <p14:tracePt t="10429" x="6942138" y="3379788"/>
          <p14:tracePt t="10436" x="6959600" y="3357563"/>
          <p14:tracePt t="10443" x="6981825" y="3335338"/>
          <p14:tracePt t="10449" x="6999288" y="3311525"/>
          <p14:tracePt t="10457" x="7016750" y="3295650"/>
          <p14:tracePt t="10463" x="7027863" y="3278188"/>
          <p14:tracePt t="10470" x="7034213" y="3271838"/>
          <p14:tracePt t="10477" x="7038975" y="3267075"/>
          <p14:tracePt t="10484" x="7045325" y="3267075"/>
          <p14:tracePt t="10492" x="7050088" y="3260725"/>
          <p14:tracePt t="10500" x="7062788" y="3260725"/>
          <p14:tracePt t="10507" x="7078663" y="3260725"/>
          <p14:tracePt t="10513" x="7096125" y="3254375"/>
          <p14:tracePt t="10520" x="7131050" y="3249613"/>
          <p14:tracePt t="10527" x="7170738" y="3249613"/>
          <p14:tracePt t="10540" x="7307263" y="3249613"/>
          <p14:tracePt t="10547" x="7397750" y="3249613"/>
          <p14:tracePt t="10554" x="7512050" y="3260725"/>
          <p14:tracePt t="10561" x="7643813" y="3282950"/>
          <p14:tracePt t="10568" x="7815263" y="3306763"/>
          <p14:tracePt t="10575" x="7967663" y="3328988"/>
          <p14:tracePt t="10582" x="8139113" y="3352800"/>
          <p14:tracePt t="10589" x="8310563" y="3375025"/>
          <p14:tracePt t="10597" x="8486775" y="3403600"/>
          <p14:tracePt t="10604" x="8640763" y="3436938"/>
          <p14:tracePt t="10611" x="8743950" y="3454400"/>
          <p14:tracePt t="10617" x="8805863" y="3478213"/>
          <p14:tracePt t="10623" x="8851900" y="3494088"/>
          <p14:tracePt t="10630" x="8874125" y="3505200"/>
          <p14:tracePt t="10638" x="8880475" y="3522663"/>
          <p14:tracePt t="10644" x="8880475" y="3533775"/>
          <p14:tracePt t="10651" x="8874125" y="3568700"/>
          <p14:tracePt t="10658" x="8858250" y="3630613"/>
          <p14:tracePt t="10665" x="8834438" y="3711575"/>
          <p14:tracePt t="10672" x="8794750" y="3808413"/>
          <p14:tracePt t="10679" x="8737600" y="3922713"/>
          <p14:tracePt t="10686" x="8669338" y="4019550"/>
          <p14:tracePt t="10693" x="8607425" y="4105275"/>
          <p14:tracePt t="10701" x="8539163" y="4178300"/>
          <p14:tracePt t="10702" x="8510588" y="4206875"/>
          <p14:tracePt t="10703" x="8504238" y="4213225"/>
          <p14:tracePt t="10704" x="8493125" y="4217988"/>
          <p14:tracePt t="10705" x="8486775" y="4230688"/>
          <p14:tracePt t="10706" x="8475663" y="4235450"/>
          <p14:tracePt t="10709" x="8458200" y="4257675"/>
          <p14:tracePt t="10710" x="8447088" y="4257675"/>
          <p14:tracePt t="10710" x="8440738" y="4270375"/>
          <p14:tracePt t="10711" x="8435975" y="4275138"/>
          <p14:tracePt t="10712" x="8424863" y="4281488"/>
          <p14:tracePt t="10715" x="8407400" y="4292600"/>
          <p14:tracePt t="10720" x="8385175" y="4310063"/>
          <p14:tracePt t="10727" x="8339138" y="4343400"/>
          <p14:tracePt t="10735" x="8293100" y="4367213"/>
          <p14:tracePt t="10748" x="8162925" y="4435475"/>
          <p14:tracePt t="10755" x="8105775" y="4457700"/>
          <p14:tracePt t="10762" x="8013700" y="4497388"/>
          <p14:tracePt t="10776" x="7820025" y="4560888"/>
          <p14:tracePt t="10783" x="7700963" y="4594225"/>
          <p14:tracePt t="10790" x="7569200" y="4629150"/>
          <p14:tracePt t="10797" x="7421563" y="4668838"/>
          <p14:tracePt t="10804" x="7296150" y="4703763"/>
          <p14:tracePt t="10818" x="7091363" y="4748213"/>
          <p14:tracePt t="10825" x="7010400" y="4772025"/>
          <p14:tracePt t="10831" x="6948488" y="4787900"/>
          <p14:tracePt t="10838" x="6913563" y="4794250"/>
          <p14:tracePt t="10845" x="6891338" y="4800600"/>
          <p14:tracePt t="10860" x="6884988" y="4800600"/>
          <p14:tracePt t="10892" x="6884988" y="4794250"/>
          <p14:tracePt t="10897" x="6884988" y="4787900"/>
          <p14:tracePt t="10903" x="6884988" y="4776788"/>
          <p14:tracePt t="10909" x="6884988" y="4765675"/>
          <p14:tracePt t="10916" x="6884988" y="4737100"/>
          <p14:tracePt t="10923" x="6884988" y="4708525"/>
          <p14:tracePt t="10929" x="6884988" y="4679950"/>
          <p14:tracePt t="10936" x="6884988" y="4646613"/>
          <p14:tracePt t="10943" x="6884988" y="4618038"/>
          <p14:tracePt t="10951" x="6902450" y="4565650"/>
          <p14:tracePt t="10958" x="6924675" y="4521200"/>
          <p14:tracePt t="10964" x="6948488" y="4468813"/>
          <p14:tracePt t="10971" x="6992938" y="4406900"/>
          <p14:tracePt t="10977" x="7038975" y="4332288"/>
          <p14:tracePt t="10984" x="7102475" y="4252913"/>
          <p14:tracePt t="10991" x="7164388" y="4184650"/>
          <p14:tracePt t="11007" x="7289800" y="4059238"/>
          <p14:tracePt t="11013" x="7421563" y="3967163"/>
          <p14:tracePt t="11026" x="7637463" y="3830638"/>
          <p14:tracePt t="11033" x="7773988" y="3768725"/>
          <p14:tracePt t="11039" x="7916863" y="3705225"/>
          <p14:tracePt t="11048" x="8110538" y="3648075"/>
          <p14:tracePt t="11055" x="8270875" y="3614738"/>
          <p14:tracePt t="11061" x="8482013" y="3590925"/>
          <p14:tracePt t="11068" x="8640763" y="3590925"/>
          <p14:tracePt t="11082" x="9109075" y="3603625"/>
          <p14:tracePt t="11089" x="9359900" y="3636963"/>
          <p14:tracePt t="11099" x="9678988" y="3694113"/>
          <p14:tracePt t="11106" x="10002838" y="3762375"/>
          <p14:tracePt t="11114" x="10293350" y="3854450"/>
          <p14:tracePt t="11121" x="10567988" y="3944938"/>
          <p14:tracePt t="11129" x="10847388" y="4064000"/>
          <p14:tracePt t="11136" x="11098213" y="4195763"/>
          <p14:tracePt t="11143" x="11217275" y="4270375"/>
          <p14:tracePt t="11150" x="11307763" y="4338638"/>
          <p14:tracePt t="11157" x="11377613" y="4406900"/>
          <p14:tracePt t="11164" x="11393488" y="4452938"/>
          <p14:tracePt t="11171" x="11393488" y="4475163"/>
          <p14:tracePt t="11180" x="11388725" y="4508500"/>
          <p14:tracePt t="11189" x="11349038" y="4554538"/>
          <p14:tracePt t="11196" x="11296650" y="4622800"/>
          <p14:tracePt t="11203" x="11239500" y="4686300"/>
          <p14:tracePt t="11209" x="11166475" y="4765675"/>
          <p14:tracePt t="11215" x="11091863" y="4845050"/>
          <p14:tracePt t="11221" x="11001375" y="4930775"/>
          <p14:tracePt t="11229" x="10904538" y="5038725"/>
          <p14:tracePt t="11239" x="10807700" y="5137150"/>
          <p14:tracePt t="11246" x="10726738" y="5216525"/>
          <p14:tracePt t="11253" x="10687050" y="5256213"/>
          <p14:tracePt t="11260" x="10653713" y="5284788"/>
          <p14:tracePt t="11267" x="10612438" y="5324475"/>
          <p14:tracePt t="11278" x="10579100" y="5353050"/>
          <p14:tracePt t="11288" x="10561638" y="5364163"/>
          <p14:tracePt t="11294" x="10550525" y="5370513"/>
          <p14:tracePt t="11302" x="10533063" y="5381625"/>
          <p14:tracePt t="11308" x="10510838" y="5392738"/>
          <p14:tracePt t="11314" x="10482263" y="5403850"/>
          <p14:tracePt t="11323" x="10436225" y="5427663"/>
          <p14:tracePt t="11332" x="10350500" y="5456238"/>
          <p14:tracePt t="11346" x="10163175" y="5500688"/>
          <p14:tracePt t="11353" x="10042525" y="5529263"/>
          <p14:tracePt t="11367" x="9798050" y="5568950"/>
          <p14:tracePt t="11374" x="9678988" y="5581650"/>
          <p14:tracePt t="11387" x="9404350" y="5586413"/>
          <p14:tracePt t="11394" x="9263063" y="5586413"/>
          <p14:tracePt t="11401" x="9113838" y="5586413"/>
          <p14:tracePt t="11408" x="8937625" y="5586413"/>
          <p14:tracePt t="11415" x="8812213" y="5586413"/>
          <p14:tracePt t="11422" x="8675688" y="5586413"/>
          <p14:tracePt t="11436" x="8389938" y="5603875"/>
          <p14:tracePt t="11443" x="8264525" y="5610225"/>
          <p14:tracePt t="11450" x="8156575" y="5621338"/>
          <p14:tracePt t="11457" x="8048625" y="5632450"/>
          <p14:tracePt t="11465" x="7927975" y="5632450"/>
          <p14:tracePt t="11478" x="7780338" y="5632450"/>
          <p14:tracePt t="11485" x="7705725" y="5632450"/>
          <p14:tracePt t="11492" x="7632700" y="5632450"/>
          <p14:tracePt t="11499" x="7564438" y="5632450"/>
          <p14:tracePt t="11506" x="7518400" y="5632450"/>
          <p14:tracePt t="11513" x="7467600" y="5632450"/>
          <p14:tracePt t="11520" x="7426325" y="5632450"/>
          <p14:tracePt t="11526" x="7369175" y="5632450"/>
          <p14:tracePt t="11533" x="7329488" y="5632450"/>
          <p14:tracePt t="11540" x="7278688" y="5632450"/>
          <p14:tracePt t="11548" x="7204075" y="5632450"/>
          <p14:tracePt t="11555" x="7142163" y="5632450"/>
          <p14:tracePt t="11562" x="7091363" y="5632450"/>
          <p14:tracePt t="11569" x="7021513" y="5626100"/>
          <p14:tracePt t="11575" x="6965950" y="5626100"/>
          <p14:tracePt t="11582" x="6884988" y="5610225"/>
          <p14:tracePt t="11589" x="6816725" y="5597525"/>
          <p14:tracePt t="11603" x="6697663" y="5557838"/>
          <p14:tracePt t="11609" x="6634163" y="5535613"/>
          <p14:tracePt t="11617" x="6583363" y="5500688"/>
          <p14:tracePt t="11631" x="6480175" y="5438775"/>
          <p14:tracePt t="11632" x="6457950" y="5414963"/>
          <p14:tracePt t="11633" x="6451600" y="5410200"/>
          <p14:tracePt t="11637" x="6423025" y="5387975"/>
          <p14:tracePt t="11644" x="6378575" y="5335588"/>
          <p14:tracePt t="11651" x="6332538" y="5267325"/>
          <p14:tracePt t="11665" x="6281738" y="5137150"/>
          <p14:tracePt t="11672" x="6257925" y="5051425"/>
          <p14:tracePt t="11679" x="6242050" y="4970463"/>
          <p14:tracePt t="11686" x="6229350" y="4857750"/>
          <p14:tracePt t="11700" x="6224588" y="4646613"/>
          <p14:tracePt t="11701" x="6224588" y="4618038"/>
          <p14:tracePt t="11702" x="6229350" y="4589463"/>
          <p14:tracePt t="11703" x="6229350" y="4578350"/>
          <p14:tracePt t="11706" x="6242050" y="4525963"/>
          <p14:tracePt t="11714" x="6264275" y="4424363"/>
          <p14:tracePt t="11721" x="6292850" y="4321175"/>
          <p14:tracePt t="11727" x="6332538" y="4224338"/>
          <p14:tracePt t="11735" x="6372225" y="4132263"/>
          <p14:tracePt t="11748" x="6469063" y="3984625"/>
          <p14:tracePt t="11755" x="6508750" y="3927475"/>
          <p14:tracePt t="11762" x="6543675" y="3881438"/>
          <p14:tracePt t="11769" x="6600825" y="3830638"/>
          <p14:tracePt t="11776" x="6662738" y="3790950"/>
          <p14:tracePt t="11783" x="6731000" y="3751263"/>
          <p14:tracePt t="11790" x="6834188" y="3711575"/>
          <p14:tracePt t="11797" x="6942138" y="3676650"/>
          <p14:tracePt t="11804" x="7078663" y="3630613"/>
          <p14:tracePt t="11811" x="7267575" y="3590925"/>
          <p14:tracePt t="11818" x="7467600" y="3551238"/>
          <p14:tracePt t="11825" x="7700963" y="3505200"/>
          <p14:tracePt t="11839" x="8128000" y="3449638"/>
          <p14:tracePt t="11845" x="8401050" y="3421063"/>
          <p14:tracePt t="11853" x="8623300" y="3397250"/>
          <p14:tracePt t="11862" x="8966200" y="3386138"/>
          <p14:tracePt t="11869" x="9205913" y="3386138"/>
          <p14:tracePt t="11876" x="9439275" y="3386138"/>
          <p14:tracePt t="11882" x="9650413" y="3397250"/>
          <p14:tracePt t="11889" x="9809163" y="3421063"/>
          <p14:tracePt t="11895" x="10002838" y="3449638"/>
          <p14:tracePt t="11902" x="10128250" y="3478213"/>
          <p14:tracePt t="11908" x="10271125" y="3511550"/>
          <p14:tracePt t="11915" x="10367963" y="3551238"/>
          <p14:tracePt t="11922" x="10471150" y="3603625"/>
          <p14:tracePt t="11929" x="10556875" y="3654425"/>
          <p14:tracePt t="11936" x="10636250" y="3722688"/>
          <p14:tracePt t="11943" x="10698163" y="3797300"/>
          <p14:tracePt t="11950" x="10755313" y="3881438"/>
          <p14:tracePt t="11957" x="10807700" y="3973513"/>
          <p14:tracePt t="11965" x="10875963" y="4098925"/>
          <p14:tracePt t="11977" x="10948988" y="4303713"/>
          <p14:tracePt t="11984" x="10983913" y="4429125"/>
          <p14:tracePt t="11991" x="10988675" y="4514850"/>
          <p14:tracePt t="11998" x="11001375" y="4594225"/>
          <p14:tracePt t="12005" x="11001375" y="4675188"/>
          <p14:tracePt t="12012" x="10995025" y="4737100"/>
          <p14:tracePt t="12019" x="10983913" y="4787900"/>
          <p14:tracePt t="12026" x="10977563" y="4822825"/>
          <p14:tracePt t="12033" x="10966450" y="4851400"/>
          <p14:tracePt t="12040" x="10955338" y="4873625"/>
          <p14:tracePt t="12054" x="10933113" y="4926013"/>
          <p14:tracePt t="12061" x="10915650" y="4954588"/>
          <p14:tracePt t="12069" x="10891838" y="4983163"/>
          <p14:tracePt t="12076" x="10863263" y="5005388"/>
          <p14:tracePt t="12090" x="10783888" y="5080000"/>
          <p14:tracePt t="12091" x="10779125" y="5091113"/>
          <p14:tracePt t="12092" x="10772775" y="5095875"/>
          <p14:tracePt t="12093" x="10761663" y="5102225"/>
          <p14:tracePt t="12093" x="10761663" y="5108575"/>
          <p14:tracePt t="12094" x="10750550" y="5113338"/>
          <p14:tracePt t="12097" x="10726738" y="5130800"/>
          <p14:tracePt t="12098" x="10715625" y="5141913"/>
          <p14:tracePt t="12099" x="10704513" y="5148263"/>
          <p14:tracePt t="12110" x="10625138" y="5205413"/>
          <p14:tracePt t="12116" x="10556875" y="5245100"/>
          <p14:tracePt t="12123" x="10475913" y="5284788"/>
          <p14:tracePt t="12130" x="10418763" y="5318125"/>
          <p14:tracePt t="12137" x="10345738" y="5359400"/>
          <p14:tracePt t="12152" x="10180638" y="5432425"/>
          <p14:tracePt t="12153" x="10134600" y="5449888"/>
          <p14:tracePt t="12154" x="10128250" y="5456238"/>
          <p14:tracePt t="12158" x="10088563" y="5467350"/>
          <p14:tracePt t="12172" x="9923463" y="5529263"/>
          <p14:tracePt t="12186" x="9786938" y="5586413"/>
          <p14:tracePt t="12193" x="9729788" y="5603875"/>
          <p14:tracePt t="12200" x="9661525" y="5632450"/>
          <p14:tracePt t="12215" x="9553575" y="5665788"/>
          <p14:tracePt t="12221" x="9485313" y="5683250"/>
          <p14:tracePt t="12228" x="9439275" y="5700713"/>
          <p14:tracePt t="12242" x="9347200" y="5722938"/>
          <p14:tracePt t="12243" x="9336088" y="5729288"/>
          <p14:tracePt t="12248" x="9313863" y="5735638"/>
          <p14:tracePt t="12262" x="9250363" y="5751513"/>
          <p14:tracePt t="12269" x="9228138" y="5757863"/>
          <p14:tracePt t="12278" x="9217025" y="5764213"/>
          <p14:tracePt t="12284" x="9199563" y="5768975"/>
          <p14:tracePt t="12290" x="9193213" y="5768975"/>
          <p14:tracePt t="12297" x="9188450" y="5775325"/>
          <p14:tracePt t="12311" x="9182100" y="5775325"/>
          <p14:tracePt t="12345" x="9177338" y="5775325"/>
          <p14:tracePt t="12351" x="9170988" y="5775325"/>
          <p14:tracePt t="12355" x="9164638" y="5775325"/>
          <p14:tracePt t="12359" x="9159875" y="5775325"/>
          <p14:tracePt t="12366" x="9148763" y="5780088"/>
          <p14:tracePt t="12373" x="9131300" y="5786438"/>
          <p14:tracePt t="12380" x="9120188" y="5791200"/>
          <p14:tracePt t="12387" x="9102725" y="5791200"/>
          <p14:tracePt t="12394" x="9085263" y="5797550"/>
          <p14:tracePt t="12401" x="9074150" y="5797550"/>
          <p14:tracePt t="12408" x="9056688" y="5803900"/>
          <p14:tracePt t="12415" x="9039225" y="5803900"/>
          <p14:tracePt t="12422" x="9028113" y="5815013"/>
          <p14:tracePt t="12429" x="9012238" y="5815013"/>
          <p14:tracePt t="12436" x="8999538" y="5815013"/>
          <p14:tracePt t="12450" x="8983663" y="5819775"/>
          <p14:tracePt t="12457" x="8977313" y="5819775"/>
          <p14:tracePt t="12463" x="8966200" y="5819775"/>
          <p14:tracePt t="12470" x="8959850" y="5819775"/>
          <p14:tracePt t="12477" x="8948738" y="5819775"/>
          <p14:tracePt t="12484" x="8937625" y="5819775"/>
          <p14:tracePt t="12498" x="8897938" y="5826125"/>
          <p14:tracePt t="12506" x="8886825" y="5826125"/>
          <p14:tracePt t="12507" x="8874125" y="5826125"/>
          <p14:tracePt t="12508" x="8869363" y="5826125"/>
          <p14:tracePt t="12512" x="8863013" y="5826125"/>
          <p14:tracePt t="12519" x="8840788" y="5832475"/>
          <p14:tracePt t="12526" x="8812213" y="5832475"/>
          <p14:tracePt t="12533" x="8788400" y="5832475"/>
          <p14:tracePt t="12540" x="8766175" y="5837238"/>
          <p14:tracePt t="12548" x="8743950" y="5837238"/>
          <p14:tracePt t="12561" x="8704263" y="5837238"/>
          <p14:tracePt t="12568" x="8686800" y="5837238"/>
          <p14:tracePt t="12575" x="8651875" y="5837238"/>
          <p14:tracePt t="12589" x="8572500" y="5843588"/>
          <p14:tracePt t="12590" x="8543925" y="5843588"/>
          <p14:tracePt t="12597" x="8510588" y="5843588"/>
          <p14:tracePt t="12604" x="8447088" y="5843588"/>
          <p14:tracePt t="12611" x="8372475" y="5843588"/>
          <p14:tracePt t="12617" x="8293100" y="5843588"/>
          <p14:tracePt t="12624" x="8202613" y="5843588"/>
          <p14:tracePt t="12630" x="8116888" y="5843588"/>
          <p14:tracePt t="12637" x="8037513" y="5843588"/>
          <p14:tracePt t="12644" x="7940675" y="5843588"/>
          <p14:tracePt t="12652" x="7854950" y="5843588"/>
          <p14:tracePt t="12665" x="7705725" y="5832475"/>
          <p14:tracePt t="12672" x="7648575" y="5826125"/>
          <p14:tracePt t="12679" x="7604125" y="5819775"/>
          <p14:tracePt t="12687" x="7564438" y="5815013"/>
          <p14:tracePt t="12693" x="7546975" y="5815013"/>
          <p14:tracePt t="12701" x="7529513" y="5808663"/>
          <p14:tracePt t="12708" x="7523163" y="5808663"/>
          <p14:tracePt t="12757" x="7518400" y="5808663"/>
          <p14:tracePt t="12759" x="7518400" y="5803900"/>
          <p14:tracePt t="12764" x="7512050" y="5803900"/>
          <p14:tracePt t="12765" x="7507288" y="5803900"/>
          <p14:tracePt t="12769" x="7507288" y="5797550"/>
          <p14:tracePt t="12776" x="7489825" y="5791200"/>
          <p14:tracePt t="12791" x="7454900" y="5764213"/>
          <p14:tracePt t="12792" x="7439025" y="5751513"/>
          <p14:tracePt t="12797" x="7426325" y="5746750"/>
          <p14:tracePt t="12811" x="7386638" y="5711825"/>
          <p14:tracePt t="12825" x="7358063" y="5683250"/>
          <p14:tracePt t="12832" x="7346950" y="5665788"/>
          <p14:tracePt t="12839" x="7335838" y="5638800"/>
          <p14:tracePt t="12847" x="7324725" y="5610225"/>
          <p14:tracePt t="12854" x="7307263" y="5581650"/>
          <p14:tracePt t="12861" x="7289800" y="5557838"/>
          <p14:tracePt t="12866" x="7278688" y="5535613"/>
          <p14:tracePt t="12873" x="7261225" y="5513388"/>
          <p14:tracePt t="12887" x="7239000" y="5478463"/>
          <p14:tracePt t="12894" x="7227888" y="5456238"/>
          <p14:tracePt t="12901" x="7216775" y="5432425"/>
          <p14:tracePt t="12908" x="7204075" y="5410200"/>
          <p14:tracePt t="12922" x="7188200" y="5335588"/>
          <p14:tracePt t="12929" x="7181850" y="5278438"/>
          <p14:tracePt t="12936" x="7175500" y="5205413"/>
          <p14:tracePt t="12943" x="7175500" y="5113338"/>
          <p14:tracePt t="12950" x="7175500" y="5011738"/>
          <p14:tracePt t="12957" x="7181850" y="4886325"/>
          <p14:tracePt t="12963" x="7192963" y="4765675"/>
          <p14:tracePt t="12970" x="7221538" y="4600575"/>
          <p14:tracePt t="12978" x="7243763" y="4452938"/>
          <p14:tracePt t="12984" x="7272338" y="4303713"/>
          <p14:tracePt t="12991" x="7289800" y="4189413"/>
          <p14:tracePt t="12998" x="7318375" y="4035425"/>
          <p14:tracePt t="13005" x="7335838" y="3916363"/>
          <p14:tracePt t="13012" x="7353300" y="3825875"/>
          <p14:tracePt t="13019" x="7364413" y="3733800"/>
          <p14:tracePt t="13026" x="7375525" y="3659188"/>
          <p14:tracePt t="13040" x="7410450" y="3551238"/>
          <p14:tracePt t="13047" x="7439025" y="3500438"/>
          <p14:tracePt t="13054" x="7450138" y="3460750"/>
          <p14:tracePt t="13061" x="7467600" y="3432175"/>
          <p14:tracePt t="13068" x="7478713" y="3408363"/>
          <p14:tracePt t="13075" x="7489825" y="3392488"/>
          <p14:tracePt t="13089" x="7512050" y="3368675"/>
          <p14:tracePt t="13095" x="7518400" y="3363913"/>
          <p14:tracePt t="13103" x="7518400" y="3357563"/>
          <p14:tracePt t="13632" x="7518400" y="3363913"/>
          <p14:tracePt t="13636" x="7518400" y="3368675"/>
          <p14:tracePt t="13639" x="7512050" y="3375025"/>
          <p14:tracePt t="13639" x="7512050" y="3379788"/>
          <p14:tracePt t="13644" x="7512050" y="3386138"/>
          <p14:tracePt t="13651" x="7494588" y="3403600"/>
          <p14:tracePt t="13666" x="7467600" y="3454400"/>
          <p14:tracePt t="13668" x="7461250" y="3471863"/>
          <p14:tracePt t="13669" x="7454900" y="3478213"/>
          <p14:tracePt t="13670" x="7450138" y="3478213"/>
          <p14:tracePt t="13671" x="7450138" y="3482975"/>
          <p14:tracePt t="13679" x="7426325" y="3505200"/>
          <p14:tracePt t="13686" x="7404100" y="3540125"/>
          <p14:tracePt t="13700" x="7346950" y="3608388"/>
          <p14:tracePt t="13707" x="7318375" y="3636963"/>
          <p14:tracePt t="13714" x="7296150" y="3671888"/>
          <p14:tracePt t="13720" x="7267575" y="3700463"/>
          <p14:tracePt t="13734" x="7210425" y="3756025"/>
          <p14:tracePt t="13741" x="7181850" y="3779838"/>
          <p14:tracePt t="13748" x="7146925" y="3813175"/>
          <p14:tracePt t="13762" x="7073900" y="3870325"/>
          <p14:tracePt t="13770" x="7034213" y="3905250"/>
          <p14:tracePt t="13783" x="6902450" y="3984625"/>
          <p14:tracePt t="13791" x="6805613" y="4041775"/>
          <p14:tracePt t="13797" x="6731000" y="4076700"/>
          <p14:tracePt t="13804" x="6634163" y="4116388"/>
          <p14:tracePt t="13811" x="6543675" y="4156075"/>
          <p14:tracePt t="13825" x="6343650" y="4230688"/>
          <p14:tracePt t="13832" x="6257925" y="4257675"/>
          <p14:tracePt t="13846" x="6099175" y="4303713"/>
          <p14:tracePt t="13853" x="6013450" y="4321175"/>
          <p14:tracePt t="13866" x="5853113" y="4349750"/>
          <p14:tracePt t="13880" x="5676900" y="4378325"/>
          <p14:tracePt t="13887" x="5568950" y="4383088"/>
          <p14:tracePt t="13901" x="5380038" y="4395788"/>
          <p14:tracePt t="13908" x="5243513" y="4400550"/>
          <p14:tracePt t="13916" x="5135563" y="4406900"/>
          <p14:tracePt t="13922" x="5045075" y="4406900"/>
          <p14:tracePt t="13929" x="4941888" y="4395788"/>
          <p14:tracePt t="13937" x="4856163" y="4383088"/>
          <p14:tracePt t="13944" x="4776788" y="4378325"/>
          <p14:tracePt t="13950" x="4719638" y="4367213"/>
          <p14:tracePt t="13957" x="4662488" y="4356100"/>
          <p14:tracePt t="13965" x="4622800" y="4343400"/>
          <p14:tracePt t="13972" x="4594225" y="4343400"/>
          <p14:tracePt t="13978" x="4576763" y="4338638"/>
          <p14:tracePt t="13985" x="4565650" y="4332288"/>
          <p14:tracePt t="13991" x="4559300" y="4332288"/>
          <p14:tracePt t="14023" x="4554538" y="4332288"/>
          <p14:tracePt t="14028" x="4548188" y="4332288"/>
          <p14:tracePt t="14032" x="4543425" y="4332288"/>
          <p14:tracePt t="14035" x="4537075" y="4332288"/>
          <p14:tracePt t="14035" x="4530725" y="4332288"/>
          <p14:tracePt t="14040" x="4525963" y="4332288"/>
          <p14:tracePt t="14047" x="4508500" y="4332288"/>
          <p14:tracePt t="14061" x="4451350" y="4343400"/>
          <p14:tracePt t="14068" x="4418013" y="4343400"/>
          <p14:tracePt t="14082" x="4349750" y="4356100"/>
          <p14:tracePt t="14089" x="4308475" y="4356100"/>
          <p14:tracePt t="14103" x="4251325" y="4367213"/>
          <p14:tracePt t="14109" x="4217988" y="4367213"/>
          <p14:tracePt t="14123" x="4160838" y="4371975"/>
          <p14:tracePt t="14131" x="4138613" y="4371975"/>
          <p14:tracePt t="14132" x="4121150" y="4378325"/>
          <p14:tracePt t="14133" x="4114800" y="4378325"/>
          <p14:tracePt t="14134" x="4110038" y="4378325"/>
          <p14:tracePt t="14135" x="4103688" y="4378325"/>
          <p14:tracePt t="14136" x="4098925" y="4383088"/>
          <p14:tracePt t="14139" x="4075113" y="4383088"/>
          <p14:tracePt t="14140" x="4070350" y="4383088"/>
          <p14:tracePt t="14141" x="4052888" y="4383088"/>
          <p14:tracePt t="14144" x="4041775" y="4389438"/>
          <p14:tracePt t="14151" x="3978275" y="4395788"/>
          <p14:tracePt t="14165" x="3813175" y="4424363"/>
          <p14:tracePt t="14172" x="3709988" y="4435475"/>
          <p14:tracePt t="14179" x="3597275" y="4446588"/>
          <p14:tracePt t="14186" x="3505200" y="4452938"/>
          <p14:tracePt t="14200" x="3278188" y="4452938"/>
          <p14:tracePt t="14207" x="3175000" y="4452938"/>
          <p14:tracePt t="14215" x="3060700" y="4446588"/>
          <p14:tracePt t="14222" x="2981325" y="4435475"/>
          <p14:tracePt t="14235" x="2838450" y="4411663"/>
          <p14:tracePt t="14241" x="2781300" y="4400550"/>
          <p14:tracePt t="14249" x="2741613" y="4389438"/>
          <p14:tracePt t="14257" x="2701925" y="4378325"/>
          <p14:tracePt t="14263" x="2667000" y="4367213"/>
          <p14:tracePt t="14269" x="2644775" y="4356100"/>
          <p14:tracePt t="14276" x="2627313" y="4338638"/>
          <p14:tracePt t="14290" x="2598738" y="4314825"/>
          <p14:tracePt t="14297" x="2587625" y="4303713"/>
          <p14:tracePt t="14304" x="2581275" y="4292600"/>
          <p14:tracePt t="14311" x="2576513" y="4286250"/>
          <p14:tracePt t="14325" x="2570163" y="4275138"/>
          <p14:tracePt t="14332" x="2570163" y="4270375"/>
          <p14:tracePt t="14340" x="2565400" y="4264025"/>
          <p14:tracePt t="14346" x="2565400" y="4257675"/>
          <p14:tracePt t="14353" x="2554288" y="4252913"/>
          <p14:tracePt t="14366" x="2541588" y="4230688"/>
          <p14:tracePt t="14373" x="2541588" y="4217988"/>
          <p14:tracePt t="14380" x="2530475" y="4213225"/>
          <p14:tracePt t="14387" x="2530475" y="4202113"/>
          <p14:tracePt t="14401" x="2525713" y="4189413"/>
          <p14:tracePt t="14408" x="2519363" y="4184650"/>
          <p14:tracePt t="14415" x="2519363" y="4178300"/>
          <p14:tracePt t="14429" x="2519363" y="4167188"/>
          <p14:tracePt t="14448" x="2519363" y="4160838"/>
          <p14:tracePt t="14463" x="2519363" y="4156075"/>
          <p14:tracePt t="14470" x="2519363" y="4149725"/>
          <p14:tracePt t="14489" x="2519363" y="4144963"/>
          <p14:tracePt t="14497" x="2519363" y="4138613"/>
          <p14:tracePt t="14507" x="2519363" y="4127500"/>
          <p14:tracePt t="14510" x="2519363" y="4121150"/>
          <p14:tracePt t="14515" x="2519363" y="4116388"/>
          <p14:tracePt t="14520" x="2525713" y="4110038"/>
          <p14:tracePt t="14521" x="2525713" y="4105275"/>
          <p14:tracePt t="14526" x="2525713" y="4098925"/>
          <p14:tracePt t="14533" x="2525713" y="4087813"/>
          <p14:tracePt t="14541" x="2525713" y="4076700"/>
          <p14:tracePt t="14548" x="2497138" y="4070350"/>
          <p14:tracePt t="14555" x="2468563" y="4070350"/>
          <p14:tracePt t="14568" x="2393950" y="4070350"/>
          <p14:tracePt t="14575" x="2347913" y="4076700"/>
          <p14:tracePt t="14582" x="2319338" y="4087813"/>
          <p14:tracePt t="14596" x="2303463" y="4105275"/>
          <p14:tracePt t="14602" x="2303463" y="4110038"/>
          <p14:tracePt t="15014" x="2303463" y="4105275"/>
          <p14:tracePt t="15017" x="2303463" y="4098925"/>
          <p14:tracePt t="15023" x="2303463" y="4092575"/>
          <p14:tracePt t="15028" x="2303463" y="4087813"/>
          <p14:tracePt t="15033" x="2303463" y="4081463"/>
          <p14:tracePt t="15047" x="2308225" y="4064000"/>
          <p14:tracePt t="15054" x="2314575" y="4059238"/>
          <p14:tracePt t="15061" x="2314575" y="4052888"/>
          <p14:tracePt t="15075" x="2314575" y="4048125"/>
          <p14:tracePt t="15088" x="2314575" y="4041775"/>
          <p14:tracePt t="15132" x="2314575" y="4035425"/>
          <p14:tracePt t="15139" x="2319338" y="4035425"/>
          <p14:tracePt t="15143" x="2325688" y="4035425"/>
          <p14:tracePt t="15146" x="2325688" y="4030663"/>
          <p14:tracePt t="15158" x="2343150" y="4030663"/>
          <p14:tracePt t="15165" x="2354263" y="4024313"/>
          <p14:tracePt t="15172" x="2376488" y="4019550"/>
          <p14:tracePt t="15186" x="2433638" y="3984625"/>
          <p14:tracePt t="15193" x="2473325" y="3967163"/>
          <p14:tracePt t="15200" x="2530475" y="3951288"/>
          <p14:tracePt t="15207" x="2581275" y="3927475"/>
          <p14:tracePt t="15214" x="2644775" y="3910013"/>
          <p14:tracePt t="15221" x="2713038" y="3887788"/>
          <p14:tracePt t="15227" x="2770188" y="3870325"/>
          <p14:tracePt t="15234" x="2832100" y="3859213"/>
          <p14:tracePt t="15242" x="2884488" y="3841750"/>
          <p14:tracePt t="15249" x="2924175" y="3836988"/>
          <p14:tracePt t="15263" x="2974975" y="3819525"/>
          <p14:tracePt t="15269" x="2998788" y="3813175"/>
          <p14:tracePt t="15277" x="3014663" y="3808413"/>
          <p14:tracePt t="15284" x="3021013" y="3802063"/>
          <p14:tracePt t="15292" x="3027363" y="3802063"/>
          <p14:tracePt t="15305" x="3027363" y="3797300"/>
          <p14:tracePt t="15323" x="3032125" y="3797300"/>
          <p14:tracePt t="15329" x="3038475" y="3797300"/>
          <p14:tracePt t="15333" x="3038475" y="3790950"/>
          <p14:tracePt t="15339" x="3043238" y="3784600"/>
          <p14:tracePt t="15345" x="3049588" y="3773488"/>
          <p14:tracePt t="15352" x="3060700" y="3762375"/>
          <p14:tracePt t="15360" x="3067050" y="3756025"/>
          <p14:tracePt t="15373" x="3071813" y="3751263"/>
          <p14:tracePt t="15380" x="3071813" y="3744913"/>
          <p14:tracePt t="15592" x="3071813" y="3740150"/>
          <p14:tracePt t="15595" x="3067050" y="3740150"/>
          <p14:tracePt t="15602" x="3060700" y="3740150"/>
          <p14:tracePt t="15605" x="3054350" y="3740150"/>
          <p14:tracePt t="15617" x="3043238" y="3733800"/>
          <p14:tracePt t="15623" x="3032125" y="3733800"/>
          <p14:tracePt t="15631" x="3027363" y="3733800"/>
          <p14:tracePt t="15637" x="3014663" y="3733800"/>
          <p14:tracePt t="15651" x="3003550" y="3729038"/>
          <p14:tracePt t="15658" x="2998788" y="3729038"/>
          <p14:tracePt t="15672" x="2986088" y="3729038"/>
          <p14:tracePt t="15686" x="2974975" y="3729038"/>
          <p14:tracePt t="15693" x="2963863" y="3729038"/>
          <p14:tracePt t="15707" x="2946400" y="3729038"/>
          <p14:tracePt t="15714" x="2928938" y="3729038"/>
          <p14:tracePt t="15721" x="2913063" y="3729038"/>
          <p14:tracePt t="15735" x="2878138" y="3733800"/>
          <p14:tracePt t="15742" x="2860675" y="3733800"/>
          <p14:tracePt t="15749" x="2844800" y="3733800"/>
          <p14:tracePt t="15756" x="2820988" y="3740150"/>
          <p14:tracePt t="15763" x="2805113" y="3744913"/>
          <p14:tracePt t="15771" x="2781300" y="3744913"/>
          <p14:tracePt t="15777" x="2763838" y="3744913"/>
          <p14:tracePt t="15784" x="2735263" y="3744913"/>
          <p14:tracePt t="15798" x="2679700" y="3751263"/>
          <p14:tracePt t="15805" x="2638425" y="3751263"/>
          <p14:tracePt t="15818" x="2570163" y="3751263"/>
          <p14:tracePt t="15825" x="2536825" y="3751263"/>
          <p14:tracePt t="15832" x="2508250" y="3751263"/>
          <p14:tracePt t="15839" x="2479675" y="3751263"/>
          <p14:tracePt t="15846" x="2462213" y="3751263"/>
          <p14:tracePt t="15860" x="2444750" y="3751263"/>
          <p14:tracePt t="15866" x="2439988" y="3751263"/>
          <p14:tracePt t="15940" x="2439988" y="3744913"/>
          <p14:tracePt t="15944" x="2433638" y="3744913"/>
          <p14:tracePt t="15951" x="2428875" y="3740150"/>
          <p14:tracePt t="15957" x="2428875" y="3733800"/>
          <p14:tracePt t="15971" x="2405063" y="3700463"/>
          <p14:tracePt t="15985" x="2371725" y="3636963"/>
          <p14:tracePt t="15999" x="2325688" y="3540125"/>
          <p14:tracePt t="16000" x="2314575" y="3517900"/>
          <p14:tracePt t="16001" x="2308225" y="3511550"/>
          <p14:tracePt t="16002" x="2303463" y="3494088"/>
          <p14:tracePt t="16005" x="2297113" y="3482975"/>
          <p14:tracePt t="16019" x="2239963" y="3363913"/>
          <p14:tracePt t="16026" x="2206625" y="3300413"/>
          <p14:tracePt t="16033" x="2171700" y="3243263"/>
          <p14:tracePt t="16040" x="2136775" y="3181350"/>
          <p14:tracePt t="16047" x="2114550" y="3128963"/>
          <p14:tracePt t="16054" x="2081213" y="3049588"/>
          <p14:tracePt t="16062" x="2057400" y="2952750"/>
          <p14:tracePt t="16068" x="2039938" y="2884488"/>
          <p14:tracePt t="16075" x="2039938" y="2822575"/>
          <p14:tracePt t="16082" x="2039938" y="2776538"/>
          <p14:tracePt t="16089" x="2046288" y="2736850"/>
          <p14:tracePt t="16096" x="2057400" y="2701925"/>
          <p14:tracePt t="16103" x="2063750" y="2668588"/>
          <p14:tracePt t="16109" x="2074863" y="2644775"/>
          <p14:tracePt t="16117" x="2081213" y="2633663"/>
          <p14:tracePt t="16124" x="2081213" y="2622550"/>
          <p14:tracePt t="16196" x="2081213" y="2616200"/>
          <p14:tracePt t="16199" x="2081213" y="2611438"/>
          <p14:tracePt t="16208" x="2081213" y="2605088"/>
          <p14:tracePt t="16209" x="2081213" y="2600325"/>
          <p14:tracePt t="16215" x="2081213" y="2593975"/>
          <p14:tracePt t="16223" x="2081213" y="2587625"/>
          <p14:tracePt t="16230" x="2081213" y="2582863"/>
          <p14:tracePt t="16242" x="2081213" y="2576513"/>
          <p14:tracePt t="16249" x="2081213" y="2571750"/>
          <p14:tracePt t="16372" x="2074863" y="2571750"/>
          <p14:tracePt t="16377" x="2068513" y="2571750"/>
          <p14:tracePt t="16385" x="2063750" y="2571750"/>
          <p14:tracePt t="16392" x="2057400" y="2571750"/>
          <p14:tracePt t="16401" x="2052638" y="2571750"/>
          <p14:tracePt t="16622" x="2046288" y="2571750"/>
          <p14:tracePt t="16877" x="2039938" y="2571750"/>
          <p14:tracePt t="16889" x="2035175" y="2571750"/>
          <p14:tracePt t="17032" x="2028825" y="2576513"/>
          <p14:tracePt t="17042" x="2024063" y="2576513"/>
          <p14:tracePt t="17046" x="2024063" y="2582863"/>
          <p14:tracePt t="17058" x="2017713" y="2582863"/>
          <p14:tracePt t="17074" x="2011363" y="2582863"/>
          <p14:tracePt t="17077" x="2011363" y="2587625"/>
          <p14:tracePt t="17085" x="2006600" y="2587625"/>
          <p14:tracePt t="17092" x="2000250" y="2587625"/>
          <p14:tracePt t="17095" x="2000250" y="2593975"/>
          <p14:tracePt t="17110" x="1995488" y="2593975"/>
          <p14:tracePt t="17111" x="1989138" y="2593975"/>
          <p14:tracePt t="17116" x="1982788" y="2600325"/>
          <p14:tracePt t="17130" x="1966913" y="2611438"/>
          <p14:tracePt t="17138" x="1949450" y="2611438"/>
          <p14:tracePt t="17144" x="1938338" y="2616200"/>
          <p14:tracePt t="17151" x="1920875" y="2627313"/>
          <p14:tracePt t="17158" x="1903413" y="2627313"/>
          <p14:tracePt t="17165" x="1885950" y="2640013"/>
          <p14:tracePt t="17172" x="1874838" y="2644775"/>
          <p14:tracePt t="17186" x="1841500" y="2662238"/>
          <p14:tracePt t="17193" x="1817688" y="2668588"/>
          <p14:tracePt t="17200" x="1806575" y="2679700"/>
          <p14:tracePt t="17207" x="1789113" y="2684463"/>
          <p14:tracePt t="17214" x="1778000" y="2690813"/>
          <p14:tracePt t="17222" x="1760538" y="2701925"/>
          <p14:tracePt t="17227" x="1749425" y="2708275"/>
          <p14:tracePt t="17235" x="1738313" y="2713038"/>
          <p14:tracePt t="17242" x="1720850" y="2719388"/>
          <p14:tracePt t="17248" x="1709738" y="2730500"/>
          <p14:tracePt t="17256" x="1698625" y="2736850"/>
          <p14:tracePt t="17262" x="1681163" y="2741613"/>
          <p14:tracePt t="17269" x="1663700" y="2752725"/>
          <p14:tracePt t="17276" x="1635125" y="2759075"/>
          <p14:tracePt t="17283" x="1619250" y="2770188"/>
          <p14:tracePt t="17290" x="1601788" y="2776538"/>
          <p14:tracePt t="17298" x="1579563" y="2787650"/>
          <p14:tracePt t="17299" x="1573213" y="2787650"/>
          <p14:tracePt t="17304" x="1566863" y="2794000"/>
          <p14:tracePt t="17311" x="1550988" y="2798763"/>
          <p14:tracePt t="17318" x="1538288" y="2798763"/>
          <p14:tracePt t="17326" x="1533525" y="2805113"/>
          <p14:tracePt t="17339" x="1522413" y="2809875"/>
          <p14:tracePt t="17346" x="1516063" y="2816225"/>
          <p14:tracePt t="17360" x="1509713" y="2816225"/>
          <p14:tracePt t="17882" x="1509713" y="2809875"/>
          <p14:tracePt t="17886" x="1509713" y="2805113"/>
          <p14:tracePt t="17890" x="1504950" y="2798763"/>
          <p14:tracePt t="17894" x="1504950" y="2794000"/>
          <p14:tracePt t="17901" x="1493838" y="2781300"/>
          <p14:tracePt t="17908" x="1493838" y="2776538"/>
          <p14:tracePt t="17915" x="1493838" y="2765425"/>
          <p14:tracePt t="17922" x="1493838" y="2752725"/>
          <p14:tracePt t="17929" x="1493838" y="2736850"/>
          <p14:tracePt t="17943" x="1487488" y="2719388"/>
          <p14:tracePt t="17957" x="1487488" y="2690813"/>
          <p14:tracePt t="17971" x="1487488" y="2668588"/>
          <p14:tracePt t="17985" x="1487488" y="2644775"/>
          <p14:tracePt t="17992" x="1487488" y="2633663"/>
          <p14:tracePt t="17998" x="1487488" y="2616200"/>
          <p14:tracePt t="18005" x="1487488" y="2611438"/>
          <p14:tracePt t="18012" x="1487488" y="2600325"/>
          <p14:tracePt t="18019" x="1487488" y="2593975"/>
          <p14:tracePt t="18026" x="1487488" y="2587625"/>
          <p14:tracePt t="18042" x="1487488" y="2582863"/>
          <p14:tracePt t="18524" x="1487488" y="2576513"/>
          <p14:tracePt t="18530" x="1487488" y="2571750"/>
          <p14:tracePt t="18535" x="1487488" y="2565400"/>
          <p14:tracePt t="18542" x="1493838" y="2554288"/>
          <p14:tracePt t="18555" x="1504950" y="2543175"/>
          <p14:tracePt t="18561" x="1509713" y="2536825"/>
          <p14:tracePt t="18575" x="1522413" y="2525713"/>
          <p14:tracePt t="18582" x="1527175" y="2519363"/>
          <p14:tracePt t="18596" x="1544638" y="2501900"/>
          <p14:tracePt t="18610" x="1562100" y="2486025"/>
          <p14:tracePt t="18617" x="1566863" y="2474913"/>
          <p14:tracePt t="18631" x="1584325" y="2457450"/>
          <p14:tracePt t="18637" x="1590675" y="2451100"/>
          <p14:tracePt t="18644" x="1590675" y="2446338"/>
          <p14:tracePt t="18651" x="1595438" y="2446338"/>
          <p14:tracePt t="18658" x="1601788" y="2439988"/>
          <p14:tracePt t="18667" x="1601788" y="2433638"/>
          <p14:tracePt t="18723" x="1601788" y="2428875"/>
          <p14:tracePt t="18879" x="1595438" y="2428875"/>
          <p14:tracePt t="18882" x="1595438" y="2433638"/>
          <p14:tracePt t="18887" x="1590675" y="2439988"/>
          <p14:tracePt t="18894" x="1573213" y="2457450"/>
          <p14:tracePt t="18901" x="1550988" y="2486025"/>
          <p14:tracePt t="18908" x="1516063" y="2514600"/>
          <p14:tracePt t="18922" x="1441450" y="2593975"/>
          <p14:tracePt t="18936" x="1379538" y="2668588"/>
          <p14:tracePt t="18943" x="1344613" y="2708275"/>
          <p14:tracePt t="18957" x="1300163" y="2770188"/>
          <p14:tracePt t="18958" x="1293813" y="2781300"/>
          <p14:tracePt t="18959" x="1287463" y="2781300"/>
          <p14:tracePt t="18960" x="1287463" y="2787650"/>
          <p14:tracePt t="18964" x="1282700" y="2798763"/>
          <p14:tracePt t="18978" x="1254125" y="2873375"/>
          <p14:tracePt t="18984" x="1243013" y="2913063"/>
          <p14:tracePt t="18992" x="1231900" y="2947988"/>
          <p14:tracePt t="18998" x="1219200" y="2992438"/>
          <p14:tracePt t="19006" x="1214438" y="3021013"/>
          <p14:tracePt t="19012" x="1208088" y="3067050"/>
          <p14:tracePt t="19019" x="1203325" y="3106738"/>
          <p14:tracePt t="19026" x="1190625" y="3152775"/>
          <p14:tracePt t="19033" x="1190625" y="3192463"/>
          <p14:tracePt t="19040" x="1179513" y="3232150"/>
          <p14:tracePt t="19055" x="1168400" y="3328988"/>
          <p14:tracePt t="19056" x="1168400" y="3346450"/>
          <p14:tracePt t="19057" x="1168400" y="3357563"/>
          <p14:tracePt t="19058" x="1168400" y="3363913"/>
          <p14:tracePt t="19059" x="1168400" y="3368675"/>
          <p14:tracePt t="19061" x="1162050" y="3379788"/>
          <p14:tracePt t="19075" x="1150938" y="3517900"/>
          <p14:tracePt t="19082" x="1139825" y="3603625"/>
          <p14:tracePt t="19089" x="1139825" y="3694113"/>
          <p14:tracePt t="19096" x="1139825" y="3784600"/>
          <p14:tracePt t="19103" x="1139825" y="3870325"/>
          <p14:tracePt t="19110" x="1139825" y="3951288"/>
          <p14:tracePt t="19116" x="1146175" y="4030663"/>
          <p14:tracePt t="19123" x="1150938" y="4087813"/>
          <p14:tracePt t="19137" x="1168400" y="4156075"/>
          <p14:tracePt t="19144" x="1174750" y="4189413"/>
          <p14:tracePt t="19151" x="1179513" y="4206875"/>
          <p14:tracePt t="19158" x="1185863" y="4230688"/>
          <p14:tracePt t="19165" x="1190625" y="4246563"/>
          <p14:tracePt t="19180" x="1203325" y="4310063"/>
          <p14:tracePt t="19181" x="1203325" y="4332288"/>
          <p14:tracePt t="19186" x="1208088" y="4349750"/>
          <p14:tracePt t="19193" x="1214438" y="4411663"/>
          <p14:tracePt t="19200" x="1219200" y="4464050"/>
          <p14:tracePt t="19214" x="1219200" y="4600575"/>
          <p14:tracePt t="19221" x="1219200" y="4646613"/>
          <p14:tracePt t="19235" x="1219200" y="4748213"/>
          <p14:tracePt t="19242" x="1225550" y="4783138"/>
          <p14:tracePt t="19256" x="1243013" y="4862513"/>
          <p14:tracePt t="19262" x="1254125" y="4891088"/>
          <p14:tracePt t="19270" x="1265238" y="4919663"/>
          <p14:tracePt t="19284" x="1287463" y="4970463"/>
          <p14:tracePt t="19290" x="1293813" y="4987925"/>
          <p14:tracePt t="19304" x="1311275" y="5011738"/>
          <p14:tracePt t="19311" x="1311275" y="5022850"/>
          <p14:tracePt t="19325" x="1316038" y="5038725"/>
          <p14:tracePt t="19332" x="1316038" y="5045075"/>
          <p14:tracePt t="19339" x="1316038" y="5051425"/>
          <p14:tracePt t="19432" x="1322388" y="5051425"/>
          <p14:tracePt t="19437" x="1322388" y="5045075"/>
          <p14:tracePt t="19438" x="1322388" y="5038725"/>
          <p14:tracePt t="19439" x="1322388" y="5033963"/>
          <p14:tracePt t="19442" x="1322388" y="5022850"/>
          <p14:tracePt t="19450" x="1333500" y="4976813"/>
          <p14:tracePt t="19457" x="1339850" y="4908550"/>
          <p14:tracePt t="19464" x="1357313" y="4845050"/>
          <p14:tracePt t="19478" x="1390650" y="4708525"/>
          <p14:tracePt t="19485" x="1401763" y="4640263"/>
          <p14:tracePt t="19499" x="1419225" y="4486275"/>
          <p14:tracePt t="19512" x="1425575" y="4298950"/>
          <p14:tracePt t="19520" x="1425575" y="4195763"/>
          <p14:tracePt t="19526" x="1425575" y="4059238"/>
          <p14:tracePt t="19540" x="1425575" y="3740150"/>
          <p14:tracePt t="19547" x="1425575" y="3546475"/>
          <p14:tracePt t="19554" x="1425575" y="3403600"/>
          <p14:tracePt t="19561" x="1425575" y="3249613"/>
          <p14:tracePt t="19568" x="1430338" y="3124200"/>
          <p14:tracePt t="19575" x="1441450" y="3009900"/>
          <p14:tracePt t="19583" x="1470025" y="2901950"/>
          <p14:tracePt t="19584" x="1482725" y="2851150"/>
          <p14:tracePt t="19585" x="1487488" y="2838450"/>
          <p14:tracePt t="19586" x="1493838" y="2822575"/>
          <p14:tracePt t="19587" x="1493838" y="2805113"/>
          <p14:tracePt t="19588" x="1509713" y="2770188"/>
          <p14:tracePt t="19591" x="1527175" y="2730500"/>
          <p14:tracePt t="19603" x="1601788" y="2576513"/>
          <p14:tracePt t="19604" x="1612900" y="2547938"/>
          <p14:tracePt t="19605" x="1630363" y="2536825"/>
          <p14:tracePt t="19606" x="1635125" y="2525713"/>
          <p14:tracePt t="19609" x="1663700" y="2479675"/>
          <p14:tracePt t="19624" x="1778000" y="2343150"/>
          <p14:tracePt t="19631" x="1846263" y="2292350"/>
          <p14:tracePt t="19637" x="1920875" y="2239963"/>
          <p14:tracePt t="19645" x="1966913" y="2217738"/>
          <p14:tracePt t="19651" x="2017713" y="2195513"/>
          <p14:tracePt t="19665" x="2108200" y="2178050"/>
          <p14:tracePt t="19672" x="2160588" y="2178050"/>
          <p14:tracePt t="19679" x="2246313" y="2178050"/>
          <p14:tracePt t="19693" x="2462213" y="2206625"/>
          <p14:tracePt t="19700" x="2581275" y="2239963"/>
          <p14:tracePt t="19707" x="2759075" y="2320925"/>
          <p14:tracePt t="19716" x="2935288" y="2422525"/>
          <p14:tracePt t="19723" x="3082925" y="2530475"/>
          <p14:tracePt t="19729" x="3236913" y="2644775"/>
          <p14:tracePt t="19735" x="3351213" y="2752725"/>
          <p14:tracePt t="19742" x="3494088" y="2878138"/>
          <p14:tracePt t="19748" x="3630613" y="2998788"/>
          <p14:tracePt t="19756" x="3773488" y="3113088"/>
          <p14:tracePt t="19770" x="4075113" y="3317875"/>
          <p14:tracePt t="19776" x="4240213" y="3414713"/>
          <p14:tracePt t="19783" x="4468813" y="3529013"/>
          <p14:tracePt t="19790" x="4656138" y="3630613"/>
          <p14:tracePt t="19797" x="4919663" y="3756025"/>
          <p14:tracePt t="19804" x="5186363" y="3887788"/>
          <p14:tracePt t="19811" x="5421313" y="4002088"/>
          <p14:tracePt t="19818" x="5683250" y="4144963"/>
          <p14:tracePt t="19826" x="6042025" y="4338638"/>
          <p14:tracePt t="19832" x="6281738" y="4468813"/>
          <p14:tracePt t="19846" x="7056438" y="4902200"/>
          <p14:tracePt t="19853" x="7483475" y="5141913"/>
          <p14:tracePt t="19860" x="7826375" y="5324475"/>
          <p14:tracePt t="19867" x="8218488" y="5507038"/>
          <p14:tracePt t="19873" x="8636000" y="5665788"/>
          <p14:tracePt t="19881" x="8891588" y="5751513"/>
          <p14:tracePt t="19887" x="9221788" y="5837238"/>
          <p14:tracePt t="19895" x="9456738" y="5883275"/>
          <p14:tracePt t="19902" x="9672638" y="5911850"/>
          <p14:tracePt t="19908" x="9837738" y="5929313"/>
          <p14:tracePt t="19915" x="9974263" y="5934075"/>
          <p14:tracePt t="19922" x="10042525" y="5934075"/>
          <p14:tracePt t="19929" x="10094913" y="5934075"/>
          <p14:tracePt t="19936" x="10110788" y="5929313"/>
          <p14:tracePt t="19950" x="10123488" y="5911850"/>
          <p14:tracePt t="19957" x="10128250" y="5900738"/>
          <p14:tracePt t="19964" x="10128250" y="5872163"/>
          <p14:tracePt t="19971" x="10134600" y="5837238"/>
          <p14:tracePt t="19978" x="10139363" y="5803900"/>
          <p14:tracePt t="19985" x="10145713" y="5764213"/>
          <p14:tracePt t="19992" x="10152063" y="5722938"/>
          <p14:tracePt t="19998" x="10156825" y="5678488"/>
          <p14:tracePt t="20006" x="10167938" y="5649913"/>
          <p14:tracePt t="20012" x="10180638" y="5614988"/>
          <p14:tracePt t="20020" x="10196513" y="5586413"/>
          <p14:tracePt t="20021" x="10196513" y="5575300"/>
          <p14:tracePt t="20022" x="10196513" y="5568950"/>
          <p14:tracePt t="20023" x="10202863" y="5564188"/>
          <p14:tracePt t="20024" x="10209213" y="5553075"/>
          <p14:tracePt t="20033" x="10231438" y="5513388"/>
          <p14:tracePt t="20040" x="10260013" y="5472113"/>
          <p14:tracePt t="20055" x="10328275" y="5399088"/>
          <p14:tracePt t="20061" x="10367963" y="5359400"/>
          <p14:tracePt t="20068" x="10414000" y="5318125"/>
          <p14:tracePt t="20075" x="10453688" y="5284788"/>
          <p14:tracePt t="20083" x="10499725" y="5256213"/>
          <p14:tracePt t="20084" x="10521950" y="5238750"/>
          <p14:tracePt t="20089" x="10550525" y="5227638"/>
          <p14:tracePt t="20096" x="10583863" y="5205413"/>
          <p14:tracePt t="20103" x="10625138" y="5187950"/>
          <p14:tracePt t="20110" x="10653713" y="5170488"/>
          <p14:tracePt t="20111" x="10664825" y="5164138"/>
          <p14:tracePt t="20117" x="10687050" y="5153025"/>
          <p14:tracePt t="20123" x="10709275" y="5148263"/>
          <p14:tracePt t="20130" x="10726738" y="5141913"/>
          <p14:tracePt t="20137" x="10737850" y="5137150"/>
          <p14:tracePt t="20152" x="10755313" y="5130800"/>
          <p14:tracePt t="20166" x="10761663" y="5130800"/>
          <p14:tracePt t="20264" x="10755313" y="5130800"/>
          <p14:tracePt t="20267" x="10750550" y="5130800"/>
          <p14:tracePt t="20271" x="10744200" y="5130800"/>
          <p14:tracePt t="20276" x="10737850" y="5130800"/>
          <p14:tracePt t="20290" x="10715625" y="5130800"/>
          <p14:tracePt t="20297" x="10698163" y="5130800"/>
          <p14:tracePt t="20304" x="10682288" y="5130800"/>
          <p14:tracePt t="20311" x="10658475" y="5130800"/>
          <p14:tracePt t="20318" x="10636250" y="5130800"/>
          <p14:tracePt t="20332" x="10556875" y="5137150"/>
          <p14:tracePt t="20339" x="10510838" y="5141913"/>
          <p14:tracePt t="20346" x="10447338" y="5148263"/>
          <p14:tracePt t="20360" x="10317163" y="5153025"/>
          <p14:tracePt t="20367" x="10220325" y="5159375"/>
          <p14:tracePt t="20373" x="10145713" y="5164138"/>
          <p14:tracePt t="20380" x="10048875" y="5170488"/>
          <p14:tracePt t="20387" x="9963150" y="5170488"/>
          <p14:tracePt t="20395" x="9837738" y="5176838"/>
          <p14:tracePt t="20401" x="9712325" y="5181600"/>
          <p14:tracePt t="20408" x="9547225" y="5187950"/>
          <p14:tracePt t="20416" x="9347200" y="5192713"/>
          <p14:tracePt t="20422" x="9109075" y="5192713"/>
          <p14:tracePt t="20429" x="8863013" y="5192713"/>
          <p14:tracePt t="20436" x="8647113" y="5192713"/>
          <p14:tracePt t="20444" x="8361363" y="5176838"/>
          <p14:tracePt t="20451" x="8145463" y="5153025"/>
          <p14:tracePt t="20460" x="7967663" y="5124450"/>
          <p14:tracePt t="20466" x="7826375" y="5091113"/>
          <p14:tracePt t="20473" x="7734300" y="5067300"/>
          <p14:tracePt t="20479" x="7689850" y="5056188"/>
          <p14:tracePt t="20486" x="7661275" y="5045075"/>
          <p14:tracePt t="20492" x="7661275" y="5038725"/>
          <p14:tracePt t="20511" x="7666038" y="5038725"/>
          <p14:tracePt t="20514" x="7672388" y="5033963"/>
          <p14:tracePt t="20519" x="7689850" y="5027613"/>
          <p14:tracePt t="20526" x="7734300" y="5016500"/>
          <p14:tracePt t="20533" x="7815263" y="5005388"/>
          <p14:tracePt t="20547" x="8053388" y="4959350"/>
          <p14:tracePt t="20554" x="8202613" y="4930775"/>
          <p14:tracePt t="20561" x="8343900" y="4913313"/>
          <p14:tracePt t="20568" x="8493125" y="4886325"/>
          <p14:tracePt t="20575" x="8737600" y="4845050"/>
          <p14:tracePt t="20582" x="8970963" y="4822825"/>
          <p14:tracePt t="20589" x="9199563" y="4800600"/>
          <p14:tracePt t="20596" x="9393238" y="4787900"/>
          <p14:tracePt t="20610" x="9769475" y="4754563"/>
          <p14:tracePt t="20617" x="9883775" y="4748213"/>
          <p14:tracePt t="20631" x="10066338" y="4743450"/>
          <p14:tracePt t="20637" x="10123488" y="4743450"/>
          <p14:tracePt t="20645" x="10139363" y="4737100"/>
          <p14:tracePt t="20688" x="10134600" y="4737100"/>
          <p14:tracePt t="20690" x="10128250" y="4737100"/>
          <p14:tracePt t="20693" x="10123488" y="4737100"/>
          <p14:tracePt t="20700" x="10106025" y="4737100"/>
          <p14:tracePt t="20707" x="10083800" y="4737100"/>
          <p14:tracePt t="20714" x="10048875" y="4737100"/>
          <p14:tracePt t="20721" x="10009188" y="4737100"/>
          <p14:tracePt t="20728" x="9969500" y="4743450"/>
          <p14:tracePt t="20735" x="9917113" y="4748213"/>
          <p14:tracePt t="20742" x="9861550" y="4748213"/>
          <p14:tracePt t="20756" x="9752013" y="4754563"/>
          <p14:tracePt t="20763" x="9701213" y="4754563"/>
          <p14:tracePt t="20769" x="9650413" y="4760913"/>
          <p14:tracePt t="20776" x="9593263" y="4765675"/>
          <p14:tracePt t="20790" x="9490075" y="4765675"/>
          <p14:tracePt t="20797" x="9428163" y="4765675"/>
          <p14:tracePt t="20804" x="9364663" y="4772025"/>
          <p14:tracePt t="20811" x="9307513" y="4776788"/>
          <p14:tracePt t="20825" x="9148763" y="4783138"/>
          <p14:tracePt t="20832" x="9085263" y="4787900"/>
          <p14:tracePt t="20839" x="9028113" y="4794250"/>
          <p14:tracePt t="20846" x="8977313" y="4794250"/>
          <p14:tracePt t="20860" x="8891588" y="4805363"/>
          <p14:tracePt t="20867" x="8869363" y="4805363"/>
          <p14:tracePt t="20874" x="8840788" y="4811713"/>
          <p14:tracePt t="20888" x="8816975" y="4816475"/>
          <p14:tracePt t="20894" x="8805863" y="4816475"/>
          <p14:tracePt t="21134" x="8801100" y="4816475"/>
          <p14:tracePt t="21140" x="8794750" y="4816475"/>
          <p14:tracePt t="21140" x="8788400" y="4816475"/>
          <p14:tracePt t="21141" x="8783638" y="4816475"/>
          <p14:tracePt t="21143" x="8772525" y="4816475"/>
          <p14:tracePt t="21151" x="8726488" y="4816475"/>
          <p14:tracePt t="21158" x="8651875" y="4816475"/>
          <p14:tracePt t="21165" x="8543925" y="4811713"/>
          <p14:tracePt t="21172" x="8396288" y="4800600"/>
          <p14:tracePt t="21179" x="8207375" y="4754563"/>
          <p14:tracePt t="21186" x="7985125" y="4714875"/>
          <p14:tracePt t="21200" x="7318375" y="4537075"/>
          <p14:tracePt t="21214" x="6423025" y="4275138"/>
          <p14:tracePt t="21228" x="5465763" y="4006850"/>
          <p14:tracePt t="21235" x="4953000" y="3865563"/>
          <p14:tracePt t="21241" x="4418013" y="3716338"/>
          <p14:tracePt t="21248" x="3819525" y="3533775"/>
          <p14:tracePt t="21264" x="2941638" y="3249613"/>
          <p14:tracePt t="21273" x="2286000" y="3027363"/>
          <p14:tracePt t="21283" x="1863725" y="2873375"/>
          <p14:tracePt t="21288" x="1562100" y="2752725"/>
          <p14:tracePt t="21296" x="1362075" y="2662238"/>
          <p14:tracePt t="21305" x="1225550" y="2587625"/>
          <p14:tracePt t="21311" x="1146175" y="2525713"/>
          <p14:tracePt t="21318" x="1089025" y="2474913"/>
          <p14:tracePt t="21325" x="1060450" y="2433638"/>
          <p14:tracePt t="21332" x="1049338" y="2400300"/>
          <p14:tracePt t="21339" x="1036638" y="2365375"/>
          <p14:tracePt t="21346" x="1031875" y="2325688"/>
          <p14:tracePt t="21360" x="1031875" y="2246313"/>
          <p14:tracePt t="21374" x="1036638" y="2166938"/>
          <p14:tracePt t="21389" x="1042988" y="2103438"/>
          <p14:tracePt t="21402" x="1049338" y="2063750"/>
          <p14:tracePt t="21408" x="1049338" y="2052638"/>
          <p14:tracePt t="21455" x="1049338" y="2046288"/>
          <p14:tracePt t="21501" x="1054100" y="2046288"/>
          <p14:tracePt t="21549" x="1054100" y="2052638"/>
          <p14:tracePt t="21556" x="1054100" y="2057400"/>
          <p14:tracePt t="21558" x="1060450" y="2057400"/>
          <p14:tracePt t="21561" x="1060450" y="2070100"/>
          <p14:tracePt t="21568" x="1077913" y="2097088"/>
          <p14:tracePt t="21583" x="1139825" y="2195513"/>
          <p14:tracePt t="21584" x="1157288" y="2217738"/>
          <p14:tracePt t="21585" x="1162050" y="2228850"/>
          <p14:tracePt t="21586" x="1168400" y="2235200"/>
          <p14:tracePt t="21587" x="1179513" y="2239963"/>
          <p14:tracePt t="21592" x="1219200" y="2286000"/>
          <p14:tracePt t="21593" x="1225550" y="2297113"/>
          <p14:tracePt t="21594" x="1236663" y="2303463"/>
          <p14:tracePt t="21603" x="1311275" y="2382838"/>
          <p14:tracePt t="21610" x="1390650" y="2451100"/>
          <p14:tracePt t="21617" x="1482725" y="2536825"/>
          <p14:tracePt t="21624" x="1584325" y="2622550"/>
          <p14:tracePt t="21638" x="1846263" y="2822575"/>
          <p14:tracePt t="21644" x="2017713" y="2941638"/>
          <p14:tracePt t="21651" x="2182813" y="3044825"/>
          <p14:tracePt t="21658" x="2365375" y="3157538"/>
          <p14:tracePt t="21672" x="2752725" y="3368675"/>
          <p14:tracePt t="21679" x="2917825" y="3443288"/>
          <p14:tracePt t="21686" x="3043238" y="3511550"/>
          <p14:tracePt t="21700" x="3265488" y="3619500"/>
          <p14:tracePt t="21714" x="3379788" y="3683000"/>
          <p14:tracePt t="21721" x="3414713" y="3705225"/>
          <p14:tracePt t="21728" x="3436938" y="3733800"/>
          <p14:tracePt t="21735" x="3465513" y="3762375"/>
          <p14:tracePt t="21742" x="3487738" y="3802063"/>
          <p14:tracePt t="21756" x="3544888" y="3881438"/>
          <p14:tracePt t="21763" x="3573463" y="3922713"/>
          <p14:tracePt t="21769" x="3602038" y="3967163"/>
          <p14:tracePt t="21776" x="3630613" y="4013200"/>
          <p14:tracePt t="21783" x="3652838" y="4048125"/>
          <p14:tracePt t="21797" x="3681413" y="4116388"/>
          <p14:tracePt t="21804" x="3687763" y="4138613"/>
          <p14:tracePt t="21811" x="3687763" y="4167188"/>
          <p14:tracePt t="21825" x="3687763" y="4217988"/>
          <p14:tracePt t="21832" x="3687763" y="4241800"/>
          <p14:tracePt t="21840" x="3676650" y="4257675"/>
          <p14:tracePt t="21853" x="3659188" y="4286250"/>
          <p14:tracePt t="21854" x="3652838" y="4292600"/>
          <p14:tracePt t="21860" x="3652838" y="4298950"/>
          <p14:tracePt t="21866" x="3641725" y="4310063"/>
          <p14:tracePt t="21874" x="3636963" y="4314825"/>
          <p14:tracePt t="21888" x="3625850" y="4321175"/>
          <p14:tracePt t="21895" x="3619500" y="4327525"/>
          <p14:tracePt t="21902" x="3608388" y="4327525"/>
          <p14:tracePt t="21916" x="3579813" y="4338638"/>
          <p14:tracePt t="21917" x="3568700" y="4338638"/>
          <p14:tracePt t="21918" x="3562350" y="4343400"/>
          <p14:tracePt t="21922" x="3556000" y="4343400"/>
          <p14:tracePt t="21929" x="3527425" y="4349750"/>
          <p14:tracePt t="21936" x="3500438" y="4356100"/>
          <p14:tracePt t="21943" x="3476625" y="4360863"/>
          <p14:tracePt t="21957" x="3414713" y="4371975"/>
          <p14:tracePt t="21964" x="3379788" y="4378325"/>
          <p14:tracePt t="21971" x="3340100" y="4378325"/>
          <p14:tracePt t="21978" x="3300413" y="4383088"/>
          <p14:tracePt t="21985" x="3271838" y="4383088"/>
          <p14:tracePt t="21992" x="3236913" y="4383088"/>
          <p14:tracePt t="22006" x="3192463" y="4383088"/>
          <p14:tracePt t="22020" x="3140075" y="4378325"/>
          <p14:tracePt t="22021" x="3124200" y="4378325"/>
          <p14:tracePt t="22026" x="3106738" y="4378325"/>
          <p14:tracePt t="22033" x="3067050" y="4371975"/>
          <p14:tracePt t="22040" x="3021013" y="4367213"/>
          <p14:tracePt t="22047" x="2974975" y="4356100"/>
          <p14:tracePt t="22061" x="2884488" y="4338638"/>
          <p14:tracePt t="22068" x="2844800" y="4332288"/>
          <p14:tracePt t="22075" x="2820988" y="4321175"/>
          <p14:tracePt t="22082" x="2798763" y="4314825"/>
          <p14:tracePt t="22089" x="2781300" y="4310063"/>
          <p14:tracePt t="22096" x="2770188" y="4298950"/>
          <p14:tracePt t="22110" x="2763838" y="4292600"/>
          <p14:tracePt t="22119" x="2759075" y="4292600"/>
          <p14:tracePt t="22123" x="2759075" y="4286250"/>
          <p14:tracePt t="22130" x="2759075" y="4281488"/>
          <p14:tracePt t="22138" x="2759075" y="4264025"/>
          <p14:tracePt t="22145" x="2759075" y="4241800"/>
          <p14:tracePt t="22151" x="2752725" y="4217988"/>
          <p14:tracePt t="22165" x="2747963" y="4167188"/>
          <p14:tracePt t="22172" x="2741613" y="4144963"/>
          <p14:tracePt t="22179" x="2741613" y="4116388"/>
          <p14:tracePt t="22186" x="2735263" y="4092575"/>
          <p14:tracePt t="22193" x="2735263" y="4076700"/>
          <p14:tracePt t="22200" x="2730500" y="4059238"/>
          <p14:tracePt t="22214" x="2730500" y="4030663"/>
          <p14:tracePt t="22221" x="2730500" y="4019550"/>
          <p14:tracePt t="22228" x="2730500" y="4013200"/>
          <p14:tracePt t="22235" x="2730500" y="4002088"/>
          <p14:tracePt t="22249" x="2730500" y="3995738"/>
          <p14:tracePt t="22256" x="2735263" y="3990975"/>
          <p14:tracePt t="22265" x="2741613" y="3984625"/>
          <p14:tracePt t="22276" x="2741613" y="3979863"/>
          <p14:tracePt t="22284" x="2747963" y="3973513"/>
          <p14:tracePt t="22285" x="2752725" y="3973513"/>
          <p14:tracePt t="22297" x="2759075" y="3967163"/>
          <p14:tracePt t="22304" x="2770188" y="3962400"/>
          <p14:tracePt t="22311" x="2776538" y="3956050"/>
          <p14:tracePt t="22318" x="2787650" y="3956050"/>
          <p14:tracePt t="22326" x="2798763" y="3951288"/>
          <p14:tracePt t="22333" x="2805113" y="3951288"/>
          <p14:tracePt t="22339" x="2816225" y="3944938"/>
          <p14:tracePt t="22346" x="2832100" y="3944938"/>
          <p14:tracePt t="22360" x="2860675" y="3933825"/>
          <p14:tracePt t="22367" x="2873375" y="3927475"/>
          <p14:tracePt t="22374" x="2884488" y="3927475"/>
          <p14:tracePt t="22381" x="2901950" y="3922713"/>
          <p14:tracePt t="22388" x="2917825" y="3910013"/>
          <p14:tracePt t="22395" x="2935288" y="3910013"/>
          <p14:tracePt t="22402" x="2952750" y="3898900"/>
          <p14:tracePt t="22415" x="2998788" y="3881438"/>
          <p14:tracePt t="22422" x="3032125" y="3870325"/>
          <p14:tracePt t="22429" x="3071813" y="3854450"/>
          <p14:tracePt t="22443" x="3157538" y="3836988"/>
          <p14:tracePt t="22450" x="3203575" y="3825875"/>
          <p14:tracePt t="22464" x="3305175" y="3802063"/>
          <p14:tracePt t="22471" x="3375025" y="3790950"/>
          <p14:tracePt t="22478" x="3436938" y="3779838"/>
          <p14:tracePt t="22485" x="3487738" y="3773488"/>
          <p14:tracePt t="22499" x="3619500" y="3751263"/>
          <p14:tracePt t="22506" x="3676650" y="3740150"/>
          <p14:tracePt t="22513" x="3733800" y="3729038"/>
          <p14:tracePt t="22519" x="3784600" y="3716338"/>
          <p14:tracePt t="22526" x="3835400" y="3700463"/>
          <p14:tracePt t="22533" x="3881438" y="3687763"/>
          <p14:tracePt t="22541" x="3927475" y="3676650"/>
          <p14:tracePt t="22542" x="3944938" y="3671888"/>
          <p14:tracePt t="22543" x="3949700" y="3671888"/>
          <p14:tracePt t="22545" x="3956050" y="3671888"/>
          <p14:tracePt t="22546" x="3967163" y="3665538"/>
          <p14:tracePt t="22549" x="3984625" y="3665538"/>
          <p14:tracePt t="22561" x="4029075" y="3659188"/>
          <p14:tracePt t="22568" x="4052888" y="3654425"/>
          <p14:tracePt t="22582" x="4081463" y="3654425"/>
          <p14:tracePt t="22589" x="4092575" y="3654425"/>
          <p14:tracePt t="22596" x="4103688" y="3654425"/>
          <p14:tracePt t="22610" x="4121150" y="3654425"/>
          <p14:tracePt t="22617" x="4138613" y="3654425"/>
          <p14:tracePt t="22624" x="4149725" y="3659188"/>
          <p14:tracePt t="22638" x="4183063" y="3676650"/>
          <p14:tracePt t="22645" x="4200525" y="3687763"/>
          <p14:tracePt t="22652" x="4217988" y="3700463"/>
          <p14:tracePt t="22666" x="4264025" y="3740150"/>
          <p14:tracePt t="22672" x="4279900" y="3773488"/>
          <p14:tracePt t="22679" x="4303713" y="3808413"/>
          <p14:tracePt t="22686" x="4321175" y="3848100"/>
          <p14:tracePt t="22701" x="4365625" y="3951288"/>
          <p14:tracePt t="22707" x="4371975" y="3995738"/>
          <p14:tracePt t="22721" x="4383088" y="4087813"/>
          <p14:tracePt t="22728" x="4383088" y="4127500"/>
          <p14:tracePt t="22735" x="4383088" y="4167188"/>
          <p14:tracePt t="22742" x="4383088" y="4202113"/>
          <p14:tracePt t="22756" x="4360863" y="4257675"/>
          <p14:tracePt t="22762" x="4349750" y="4281488"/>
          <p14:tracePt t="22770" x="4337050" y="4303713"/>
          <p14:tracePt t="22776" x="4321175" y="4327525"/>
          <p14:tracePt t="22791" x="4286250" y="4378325"/>
          <p14:tracePt t="22797" x="4268788" y="4400550"/>
          <p14:tracePt t="22811" x="4217988" y="4457700"/>
          <p14:tracePt t="22818" x="4183063" y="4486275"/>
          <p14:tracePt t="22833" x="4110038" y="4554538"/>
          <p14:tracePt t="22834" x="4092575" y="4560888"/>
          <p14:tracePt t="22835" x="4086225" y="4572000"/>
          <p14:tracePt t="22839" x="4052888" y="4589463"/>
          <p14:tracePt t="22846" x="4006850" y="4618038"/>
          <p14:tracePt t="22860" x="3852863" y="4697413"/>
          <p14:tracePt t="22862" x="3819525" y="4714875"/>
          <p14:tracePt t="22862" x="3802063" y="4725988"/>
          <p14:tracePt t="22863" x="3790950" y="4732338"/>
          <p14:tracePt t="22867" x="3751263" y="4743450"/>
          <p14:tracePt t="22881" x="3556000" y="4811713"/>
          <p14:tracePt t="22887" x="3471863" y="4840288"/>
          <p14:tracePt t="22896" x="3375025" y="4868863"/>
          <p14:tracePt t="22902" x="3278188" y="4886325"/>
          <p14:tracePt t="22916" x="3135313" y="4908550"/>
          <p14:tracePt t="22923" x="3067050" y="4919663"/>
          <p14:tracePt t="22924" x="3043238" y="4926013"/>
          <p14:tracePt t="22925" x="3032125" y="4926013"/>
          <p14:tracePt t="22927" x="3021013" y="4926013"/>
          <p14:tracePt t="22927" x="3014663" y="4926013"/>
          <p14:tracePt t="22928" x="3003550" y="4926013"/>
          <p14:tracePt t="22931" x="2981325" y="4926013"/>
          <p14:tracePt t="22932" x="2970213" y="4926013"/>
          <p14:tracePt t="22943" x="2895600" y="4930775"/>
          <p14:tracePt t="22950" x="2844800" y="4930775"/>
          <p14:tracePt t="22964" x="2781300" y="4926013"/>
          <p14:tracePt t="22971" x="2752725" y="4908550"/>
          <p14:tracePt t="22978" x="2735263" y="4897438"/>
          <p14:tracePt t="22985" x="2724150" y="4879975"/>
          <p14:tracePt t="22999" x="2684463" y="4822825"/>
          <p14:tracePt t="23006" x="2662238" y="4776788"/>
          <p14:tracePt t="23012" x="2644775" y="4732338"/>
          <p14:tracePt t="23020" x="2616200" y="4686300"/>
          <p14:tracePt t="23027" x="2587625" y="4629150"/>
          <p14:tracePt t="23034" x="2554288" y="4578350"/>
          <p14:tracePt t="23040" x="2513013" y="4521200"/>
          <p14:tracePt t="23054" x="2444750" y="4418013"/>
          <p14:tracePt t="23061" x="2416175" y="4371975"/>
          <p14:tracePt t="23068" x="2387600" y="4321175"/>
          <p14:tracePt t="23075" x="2365375" y="4281488"/>
          <p14:tracePt t="23089" x="2343150" y="4213225"/>
          <p14:tracePt t="23096" x="2330450" y="4173538"/>
          <p14:tracePt t="23103" x="2325688" y="4144963"/>
          <p14:tracePt t="23117" x="2314575" y="4081463"/>
          <p14:tracePt t="23118" x="2314575" y="4076700"/>
          <p14:tracePt t="23119" x="2314575" y="4064000"/>
          <p14:tracePt t="23123" x="2314575" y="4052888"/>
          <p14:tracePt t="23131" x="2308225" y="4030663"/>
          <p14:tracePt t="23145" x="2308225" y="3973513"/>
          <p14:tracePt t="23151" x="2308225" y="3944938"/>
          <p14:tracePt t="23159" x="2314575" y="3922713"/>
          <p14:tracePt t="23166" x="2319338" y="3894138"/>
          <p14:tracePt t="23180" x="2336800" y="3841750"/>
          <p14:tracePt t="23186" x="2347913" y="3808413"/>
          <p14:tracePt t="23200" x="2371725" y="3744913"/>
          <p14:tracePt t="23207" x="2382838" y="3716338"/>
          <p14:tracePt t="23221" x="2411413" y="3659188"/>
          <p14:tracePt t="23228" x="2428875" y="3643313"/>
          <p14:tracePt t="23235" x="2444750" y="3630613"/>
          <p14:tracePt t="23249" x="2479675" y="3603625"/>
          <p14:tracePt t="23256" x="2497138" y="3597275"/>
          <p14:tracePt t="23263" x="2513013" y="3586163"/>
          <p14:tracePt t="23270" x="2536825" y="3579813"/>
          <p14:tracePt t="23284" x="2593975" y="3562350"/>
          <p14:tracePt t="23286" x="2616200" y="3551238"/>
          <p14:tracePt t="23287" x="2622550" y="3551238"/>
          <p14:tracePt t="23292" x="2638425" y="3551238"/>
          <p14:tracePt t="23293" x="2667000" y="3540125"/>
          <p14:tracePt t="23304" x="2741613" y="3511550"/>
          <p14:tracePt t="23311" x="2816225" y="3482975"/>
          <p14:tracePt t="23320" x="2913063" y="3443288"/>
          <p14:tracePt t="23321" x="2924175" y="3436938"/>
          <p14:tracePt t="23333" x="3014663" y="3397250"/>
          <p14:tracePt t="23334" x="3038475" y="3392488"/>
          <p14:tracePt t="23334" x="3049588" y="3386138"/>
          <p14:tracePt t="23339" x="3082925" y="3368675"/>
          <p14:tracePt t="23353" x="3254375" y="3306763"/>
          <p14:tracePt t="23367" x="3448050" y="3238500"/>
          <p14:tracePt t="23381" x="3625850" y="3186113"/>
          <p14:tracePt t="23395" x="3841750" y="3146425"/>
          <p14:tracePt t="23403" x="4017963" y="3124200"/>
          <p14:tracePt t="23409" x="4114800" y="3106738"/>
          <p14:tracePt t="23417" x="4246563" y="3095625"/>
          <p14:tracePt t="23424" x="4343400" y="3089275"/>
          <p14:tracePt t="23431" x="4451350" y="3089275"/>
          <p14:tracePt t="23439" x="4548188" y="3089275"/>
          <p14:tracePt t="23446" x="4651375" y="3089275"/>
          <p14:tracePt t="23453" x="4724400" y="3089275"/>
          <p14:tracePt t="23460" x="4794250" y="3095625"/>
          <p14:tracePt t="23465" x="4833938" y="3101975"/>
          <p14:tracePt t="23471" x="4878388" y="3117850"/>
          <p14:tracePt t="23485" x="4953000" y="3135313"/>
          <p14:tracePt t="23499" x="4981575" y="3141663"/>
          <p14:tracePt t="23509" x="4981575" y="3146425"/>
          <p14:tracePt t="23531" x="4981575" y="3152775"/>
          <p14:tracePt t="23536" x="4981575" y="3157538"/>
          <p14:tracePt t="23542" x="4987925" y="3157538"/>
          <p14:tracePt t="23544" x="4987925" y="3163888"/>
          <p14:tracePt t="23547" x="4987925" y="3170238"/>
          <p14:tracePt t="23554" x="4987925" y="3186113"/>
          <p14:tracePt t="23568" x="4999038" y="3249613"/>
          <p14:tracePt t="23575" x="4999038" y="3289300"/>
          <p14:tracePt t="23582" x="4999038" y="3335338"/>
          <p14:tracePt t="23596" x="4999038" y="3478213"/>
          <p14:tracePt t="23603" x="4999038" y="3551238"/>
          <p14:tracePt t="23610" x="4999038" y="3625850"/>
          <p14:tracePt t="23624" x="4999038" y="3784600"/>
          <p14:tracePt t="23631" x="4992688" y="3836988"/>
          <p14:tracePt t="23638" x="4987925" y="3894138"/>
          <p14:tracePt t="23645" x="4981575" y="3938588"/>
          <p14:tracePt t="23659" x="4959350" y="4013200"/>
          <p14:tracePt t="23665" x="4948238" y="4041775"/>
          <p14:tracePt t="23680" x="4919663" y="4092575"/>
          <p14:tracePt t="23686" x="4902200" y="4121150"/>
          <p14:tracePt t="23700" x="4873625" y="4184650"/>
          <p14:tracePt t="23707" x="4856163" y="4217988"/>
          <p14:tracePt t="23714" x="4845050" y="4257675"/>
          <p14:tracePt t="23728" x="4810125" y="4332288"/>
          <p14:tracePt t="23736" x="4799013" y="4360863"/>
          <p14:tracePt t="23742" x="4794250" y="4383088"/>
          <p14:tracePt t="23749" x="4794250" y="4400550"/>
          <p14:tracePt t="23763" x="4776788" y="4440238"/>
          <p14:tracePt t="23769" x="4770438" y="4457700"/>
          <p14:tracePt t="23776" x="4765675" y="4481513"/>
          <p14:tracePt t="23790" x="4752975" y="4525963"/>
          <p14:tracePt t="23797" x="4741863" y="4554538"/>
          <p14:tracePt t="23811" x="4724400" y="4629150"/>
          <p14:tracePt t="23818" x="4719638" y="4657725"/>
          <p14:tracePt t="23833" x="4691063" y="4714875"/>
          <p14:tracePt t="23840" x="4684713" y="4743450"/>
          <p14:tracePt t="23847" x="4679950" y="4760913"/>
          <p14:tracePt t="23853" x="4673600" y="4772025"/>
          <p14:tracePt t="23867" x="4662488" y="4800600"/>
          <p14:tracePt t="23874" x="4662488" y="4805363"/>
          <p14:tracePt t="23881" x="4656138" y="4816475"/>
          <p14:tracePt t="23889" x="4645025" y="4829175"/>
          <p14:tracePt t="23896" x="4640263" y="4851400"/>
          <p14:tracePt t="23903" x="4627563" y="4862513"/>
          <p14:tracePt t="23911" x="4622800" y="4879975"/>
          <p14:tracePt t="23917" x="4616450" y="4891088"/>
          <p14:tracePt t="23924" x="4605338" y="4908550"/>
          <p14:tracePt t="23931" x="4600575" y="4913313"/>
          <p14:tracePt t="23939" x="4587875" y="4926013"/>
          <p14:tracePt t="23945" x="4587875" y="4937125"/>
          <p14:tracePt t="23952" x="4576763" y="4937125"/>
          <p14:tracePt t="23959" x="4576763" y="4941888"/>
          <p14:tracePt t="23994" x="4576763" y="4948238"/>
          <p14:tracePt t="24002" x="4572000" y="4948238"/>
          <p14:tracePt t="24007" x="4572000" y="4954588"/>
          <p14:tracePt t="24016" x="4565650" y="4954588"/>
          <p14:tracePt t="24021" x="4565650" y="4959350"/>
          <p14:tracePt t="24035" x="4565650" y="4965700"/>
          <p14:tracePt t="24038" x="4559300" y="4965700"/>
          <p14:tracePt t="24049" x="4554538" y="4965700"/>
          <p14:tracePt t="24051" x="4554538" y="4970463"/>
          <p14:tracePt t="24061" x="4548188" y="4976813"/>
          <p14:tracePt t="24068" x="4543425" y="4983163"/>
          <p14:tracePt t="24075" x="4530725" y="4987925"/>
          <p14:tracePt t="24082" x="4514850" y="4994275"/>
          <p14:tracePt t="24096" x="4486275" y="5011738"/>
          <p14:tracePt t="24103" x="4468813" y="5016500"/>
          <p14:tracePt t="24110" x="4451350" y="5022850"/>
          <p14:tracePt t="24117" x="4446588" y="5027613"/>
          <p14:tracePt t="24124" x="4429125" y="5027613"/>
          <p14:tracePt t="24131" x="4422775" y="5027613"/>
          <p14:tracePt t="24145" x="4411663" y="5033963"/>
          <p14:tracePt t="24152" x="4405313" y="5033963"/>
          <p14:tracePt t="24228" x="4400550" y="5033963"/>
          <p14:tracePt t="24234" x="4394200" y="5033963"/>
          <p14:tracePt t="24236" x="4389438" y="5033963"/>
          <p14:tracePt t="24242" x="4383088" y="5033963"/>
          <p14:tracePt t="24249" x="4371975" y="5033963"/>
          <p14:tracePt t="24263" x="4349750" y="5033963"/>
          <p14:tracePt t="24270" x="4337050" y="5033963"/>
          <p14:tracePt t="24276" x="4332288" y="5033963"/>
          <p14:tracePt t="24291" x="4314825" y="5033963"/>
          <p14:tracePt t="24300" x="4308475" y="5033963"/>
          <p14:tracePt t="24358" x="4303713" y="5033963"/>
          <p14:tracePt t="24368" x="4297363" y="5033963"/>
          <p14:tracePt t="24370" x="4292600" y="5033963"/>
          <p14:tracePt t="24374" x="4286250" y="5033963"/>
          <p14:tracePt t="24381" x="4268788" y="5033963"/>
          <p14:tracePt t="24388" x="4246563" y="5033963"/>
          <p14:tracePt t="24402" x="4189413" y="5033963"/>
          <p14:tracePt t="24404" x="4171950" y="5033963"/>
          <p14:tracePt t="24405" x="4167188" y="5033963"/>
          <p14:tracePt t="24409" x="4154488" y="5033963"/>
          <p14:tracePt t="24415" x="4114800" y="5033963"/>
          <p14:tracePt t="24430" x="4029075" y="5033963"/>
          <p14:tracePt t="24437" x="3978275" y="5033963"/>
          <p14:tracePt t="24450" x="3870325" y="5033963"/>
          <p14:tracePt t="24457" x="3819525" y="5033963"/>
          <p14:tracePt t="24471" x="3716338" y="5033963"/>
          <p14:tracePt t="24478" x="3681413" y="5033963"/>
          <p14:tracePt t="24492" x="3619500" y="5027613"/>
          <p14:tracePt t="24499" x="3602038" y="5027613"/>
          <p14:tracePt t="24506" x="3590925" y="5027613"/>
          <p14:tracePt t="24520" x="3579813" y="5022850"/>
          <p14:tracePt t="24527" x="3573463" y="5016500"/>
          <p14:tracePt t="24543" x="3568700" y="5016500"/>
          <p14:tracePt t="24549" x="3562350" y="5016500"/>
          <p14:tracePt t="24554" x="3556000" y="5011738"/>
          <p14:tracePt t="24568" x="3522663" y="4987925"/>
          <p14:tracePt t="24576" x="3511550" y="4976813"/>
          <p14:tracePt t="24589" x="3500438" y="4970463"/>
          <p14:tracePt t="24672" x="3500438" y="4965700"/>
          <p14:tracePt t="24688" x="3500438" y="4959350"/>
          <p14:tracePt t="24692" x="3500438" y="4954588"/>
          <p14:tracePt t="24694" x="3500438" y="4948238"/>
          <p14:tracePt t="24700" x="3500438" y="4941888"/>
          <p14:tracePt t="24707" x="3500438" y="4930775"/>
          <p14:tracePt t="24714" x="3505200" y="4913313"/>
          <p14:tracePt t="24721" x="3505200" y="4902200"/>
          <p14:tracePt t="24728" x="3505200" y="4879975"/>
          <p14:tracePt t="24735" x="3511550" y="4862513"/>
          <p14:tracePt t="24749" x="3511550" y="4805363"/>
          <p14:tracePt t="24756" x="3511550" y="4783138"/>
          <p14:tracePt t="24762" x="3511550" y="4748213"/>
          <p14:tracePt t="24777" x="3505200" y="4686300"/>
          <p14:tracePt t="24784" x="3500438" y="4646613"/>
          <p14:tracePt t="24797" x="3482975" y="4560888"/>
          <p14:tracePt t="24804" x="3476625" y="4521200"/>
          <p14:tracePt t="24811" x="3465513" y="4481513"/>
          <p14:tracePt t="24818" x="3459163" y="4446588"/>
          <p14:tracePt t="24825" x="3454400" y="4411663"/>
          <p14:tracePt t="24839" x="3454400" y="4338638"/>
          <p14:tracePt t="24846" x="3459163" y="4303713"/>
          <p14:tracePt t="24860" x="3500438" y="4206875"/>
          <p14:tracePt t="24867" x="3533775" y="4156075"/>
          <p14:tracePt t="24881" x="3597275" y="4070350"/>
          <p14:tracePt t="24888" x="3648075" y="4006850"/>
          <p14:tracePt t="24896" x="3694113" y="3956050"/>
          <p14:tracePt t="24897" x="3722688" y="3927475"/>
          <p14:tracePt t="24898" x="3733800" y="3922713"/>
          <p14:tracePt t="24899" x="3733800" y="3916363"/>
          <p14:tracePt t="24900" x="3744913" y="3910013"/>
          <p14:tracePt t="24904" x="3773488" y="3887788"/>
          <p14:tracePt t="24905" x="3778250" y="3881438"/>
          <p14:tracePt t="24906" x="3784600" y="3876675"/>
          <p14:tracePt t="24907" x="3795713" y="3870325"/>
          <p14:tracePt t="24915" x="3841750" y="3836988"/>
          <p14:tracePt t="24922" x="3887788" y="3808413"/>
          <p14:tracePt t="24936" x="3978275" y="3762375"/>
          <p14:tracePt t="24943" x="4006850" y="3751263"/>
          <p14:tracePt t="24958" x="4057650" y="3722688"/>
          <p14:tracePt t="24965" x="4075113" y="3711575"/>
          <p14:tracePt t="24966" x="4081463" y="3711575"/>
          <p14:tracePt t="24967" x="4086225" y="3711575"/>
          <p14:tracePt t="24978" x="4103688" y="3705225"/>
          <p14:tracePt t="24985" x="4114800" y="3700463"/>
          <p14:tracePt t="24992" x="4132263" y="3694113"/>
          <p14:tracePt t="24999" x="4160838" y="3683000"/>
          <p14:tracePt t="25006" x="4195763" y="3671888"/>
          <p14:tracePt t="25013" x="4246563" y="3648075"/>
          <p14:tracePt t="25021" x="4303713" y="3625850"/>
          <p14:tracePt t="25022" x="4332288" y="3614738"/>
          <p14:tracePt t="25023" x="4343400" y="3608388"/>
          <p14:tracePt t="25023" x="4360863" y="3608388"/>
          <p14:tracePt t="25024" x="4371975" y="3608388"/>
          <p14:tracePt t="25033" x="4457700" y="3575050"/>
          <p14:tracePt t="25040" x="4530725" y="3551238"/>
          <p14:tracePt t="25047" x="4611688" y="3540125"/>
          <p14:tracePt t="25055" x="4697413" y="3522663"/>
          <p14:tracePt t="25062" x="4759325" y="3511550"/>
          <p14:tracePt t="25070" x="4810125" y="3505200"/>
          <p14:tracePt t="25077" x="4845050" y="3505200"/>
          <p14:tracePt t="25084" x="4856163" y="3505200"/>
          <p14:tracePt t="25090" x="4862513" y="3505200"/>
          <p14:tracePt t="25196" x="4862513" y="3511550"/>
          <p14:tracePt t="25202" x="4862513" y="3517900"/>
          <p14:tracePt t="25205" x="4862513" y="3522663"/>
          <p14:tracePt t="25209" x="4862513" y="3529013"/>
          <p14:tracePt t="25210" x="4862513" y="3533775"/>
          <p14:tracePt t="25211" x="4856163" y="3533775"/>
          <p14:tracePt t="25211" x="4856163" y="3540125"/>
          <p14:tracePt t="25221" x="4849813" y="3568700"/>
          <p14:tracePt t="25229" x="4838700" y="3597275"/>
          <p14:tracePt t="25237" x="4833938" y="3625850"/>
          <p14:tracePt t="25243" x="4822825" y="3648075"/>
          <p14:tracePt t="25250" x="4822825" y="3671888"/>
          <p14:tracePt t="25257" x="4810125" y="3683000"/>
          <p14:tracePt t="25263" x="4810125" y="3700463"/>
          <p14:tracePt t="25270" x="4805363" y="3705225"/>
          <p14:tracePt t="25283" x="4805363" y="3716338"/>
          <p14:tracePt t="25298" x="4805363" y="3722688"/>
          <p14:tracePt t="25437" x="4799013" y="3729038"/>
          <p14:tracePt t="25446" x="4799013" y="3733800"/>
          <p14:tracePt t="25452" x="4799013" y="3740150"/>
          <p14:tracePt t="25460" x="4794250" y="3740150"/>
          <p14:tracePt t="25467" x="4794250" y="3744913"/>
          <p14:tracePt t="25480" x="4787900" y="3744913"/>
          <p14:tracePt t="25482" x="4787900" y="3751263"/>
          <p14:tracePt t="25485" x="4781550" y="3751263"/>
          <p14:tracePt t="25492" x="4776788" y="3756025"/>
          <p14:tracePt t="25506" x="4765675" y="3762375"/>
          <p14:tracePt t="25520" x="4752975" y="3768725"/>
          <p14:tracePt t="25527" x="4741863" y="3773488"/>
          <p14:tracePt t="25534" x="4737100" y="3773488"/>
          <p14:tracePt t="25541" x="4730750" y="3779838"/>
          <p14:tracePt t="25548" x="4719638" y="3784600"/>
          <p14:tracePt t="25556" x="4697413" y="3790950"/>
          <p14:tracePt t="25563" x="4673600" y="3802063"/>
          <p14:tracePt t="25571" x="4645025" y="3819525"/>
          <p14:tracePt t="25578" x="4611688" y="3836988"/>
          <p14:tracePt t="25585" x="4583113" y="3848100"/>
          <p14:tracePt t="25591" x="4548188" y="3865563"/>
          <p14:tracePt t="25598" x="4508500" y="3881438"/>
          <p14:tracePt t="25603" x="4491038" y="3894138"/>
          <p14:tracePt t="25617" x="4440238" y="3916363"/>
          <p14:tracePt t="25624" x="4418013" y="3927475"/>
          <p14:tracePt t="25638" x="4383088" y="3944938"/>
          <p14:tracePt t="25652" x="4371975" y="3962400"/>
          <p14:tracePt t="25660" x="4360863" y="3967163"/>
          <p14:tracePt t="25667" x="4354513" y="3967163"/>
          <p14:tracePt t="25674" x="4343400" y="3979863"/>
          <p14:tracePt t="25681" x="4332288" y="3984625"/>
          <p14:tracePt t="25687" x="4321175" y="3995738"/>
          <p14:tracePt t="25694" x="4308475" y="4002088"/>
          <p14:tracePt t="25701" x="4303713" y="4013200"/>
          <p14:tracePt t="25714" x="4286250" y="4019550"/>
          <p14:tracePt t="25721" x="4286250" y="4024313"/>
          <p14:tracePt t="26287" x="4279900" y="4030663"/>
          <p14:tracePt t="26290" x="4279900" y="4035425"/>
          <p14:tracePt t="26292" x="4275138" y="4041775"/>
          <p14:tracePt t="26297" x="4264025" y="4059238"/>
          <p14:tracePt t="26304" x="4240213" y="4092575"/>
          <p14:tracePt t="26311" x="4217988" y="4132263"/>
          <p14:tracePt t="26318" x="4189413" y="4173538"/>
          <p14:tracePt t="26332" x="4132263" y="4252913"/>
          <p14:tracePt t="26339" x="4110038" y="4286250"/>
          <p14:tracePt t="26346" x="4092575" y="4310063"/>
          <p14:tracePt t="26360" x="4075113" y="4349750"/>
          <p14:tracePt t="26367" x="4064000" y="4360863"/>
          <p14:tracePt t="26381" x="4052888" y="4383088"/>
          <p14:tracePt t="26388" x="4046538" y="4395788"/>
          <p14:tracePt t="26402" x="4029075" y="4424363"/>
          <p14:tracePt t="26409" x="4024313" y="4435475"/>
          <p14:tracePt t="26415" x="4017963" y="4446588"/>
          <p14:tracePt t="26422" x="4006850" y="4464050"/>
          <p14:tracePt t="26429" x="4002088" y="4475163"/>
          <p14:tracePt t="26436" x="3995738" y="4486275"/>
          <p14:tracePt t="26443" x="3984625" y="4497388"/>
          <p14:tracePt t="26450" x="3978275" y="4508500"/>
          <p14:tracePt t="26464" x="3960813" y="4521200"/>
          <p14:tracePt t="26471" x="3956050" y="4532313"/>
          <p14:tracePt t="26478" x="3944938" y="4549775"/>
          <p14:tracePt t="26485" x="3921125" y="4560888"/>
          <p14:tracePt t="26493" x="3892550" y="4583113"/>
          <p14:tracePt t="26499" x="3863975" y="4600575"/>
          <p14:tracePt t="26513" x="3778250" y="4629150"/>
          <p14:tracePt t="26514" x="3762375" y="4640263"/>
          <p14:tracePt t="26520" x="3727450" y="4657725"/>
          <p14:tracePt t="26527" x="3670300" y="4675188"/>
          <p14:tracePt t="26533" x="3619500" y="4697413"/>
          <p14:tracePt t="26540" x="3551238" y="4719638"/>
          <p14:tracePt t="26548" x="3476625" y="4748213"/>
          <p14:tracePt t="26555" x="3425825" y="4765675"/>
          <p14:tracePt t="26563" x="3375025" y="4776788"/>
          <p14:tracePt t="26570" x="3346450" y="4776788"/>
          <p14:tracePt t="26576" x="3322638" y="4783138"/>
          <p14:tracePt t="26583" x="3305175" y="4783138"/>
          <p14:tracePt t="26591" x="3289300" y="4783138"/>
          <p14:tracePt t="26598" x="3278188" y="4776788"/>
          <p14:tracePt t="26604" x="3265488" y="4772025"/>
          <p14:tracePt t="26610" x="3260725" y="4760913"/>
          <p14:tracePt t="26617" x="3254375" y="4748213"/>
          <p14:tracePt t="26624" x="3254375" y="4732338"/>
          <p14:tracePt t="26638" x="3254375" y="4697413"/>
          <p14:tracePt t="26645" x="3254375" y="4668838"/>
          <p14:tracePt t="26651" x="3265488" y="4640263"/>
          <p14:tracePt t="26658" x="3289300" y="4611688"/>
          <p14:tracePt t="26672" x="3340100" y="4525963"/>
          <p14:tracePt t="26679" x="3368675" y="4486275"/>
          <p14:tracePt t="26686" x="3419475" y="4411663"/>
          <p14:tracePt t="26694" x="3471863" y="4360863"/>
          <p14:tracePt t="26701" x="3544888" y="4292600"/>
          <p14:tracePt t="26714" x="3698875" y="4184650"/>
          <p14:tracePt t="26721" x="3813175" y="4121150"/>
          <p14:tracePt t="26728" x="3944938" y="4052888"/>
          <p14:tracePt t="26735" x="4114800" y="3973513"/>
          <p14:tracePt t="26749" x="4475163" y="3836988"/>
          <p14:tracePt t="26756" x="4633913" y="3779838"/>
          <p14:tracePt t="26762" x="4794250" y="3733800"/>
          <p14:tracePt t="26770" x="4948238" y="3694113"/>
          <p14:tracePt t="26777" x="5095875" y="3654425"/>
          <p14:tracePt t="26783" x="5199063" y="3636963"/>
          <p14:tracePt t="26798" x="5300663" y="3625850"/>
          <p14:tracePt t="26804" x="5307013" y="3619500"/>
          <p14:tracePt t="26882" x="5307013" y="3614738"/>
          <p14:tracePt t="26884" x="5307013" y="3608388"/>
          <p14:tracePt t="26888" x="5307013" y="3597275"/>
          <p14:tracePt t="26895" x="5295900" y="3557588"/>
          <p14:tracePt t="26908" x="5272088" y="3357563"/>
          <p14:tracePt t="26915" x="5254625" y="3227388"/>
          <p14:tracePt t="26923" x="5249863" y="3128963"/>
          <p14:tracePt t="26930" x="5238750" y="2970213"/>
          <p14:tracePt t="26944" x="5238750" y="2668588"/>
          <p14:tracePt t="26950" x="5243513" y="2497138"/>
          <p14:tracePt t="26957" x="5272088" y="2286000"/>
          <p14:tracePt t="26971" x="5368925" y="1909763"/>
          <p14:tracePt t="26978" x="5454650" y="1693863"/>
          <p14:tracePt t="26985" x="5540375" y="1482725"/>
          <p14:tracePt t="26992" x="5643563" y="1254125"/>
          <p14:tracePt t="26999" x="5727700" y="1077913"/>
          <p14:tracePt t="27006" x="5819775" y="895350"/>
          <p14:tracePt t="27020" x="5967413" y="592138"/>
          <p14:tracePt t="27027" x="6035675" y="439738"/>
          <p14:tracePt t="27041" x="6127750" y="211138"/>
          <p14:tracePt t="27043" x="6145213" y="165100"/>
          <p14:tracePt t="27044" x="6145213" y="147638"/>
          <p14:tracePt t="27044" x="6149975" y="136525"/>
          <p14:tracePt t="27047" x="6161088" y="11430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8A029CF2-7BC6-95ED-5891-2FBE4515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Requesitos</a:t>
            </a:r>
            <a:endParaRPr lang="pt-BR" dirty="0"/>
          </a:p>
        </p:txBody>
      </p:sp>
      <p:graphicFrame>
        <p:nvGraphicFramePr>
          <p:cNvPr id="24" name="Espaço Reservado para Conteúdo 20">
            <a:extLst>
              <a:ext uri="{FF2B5EF4-FFF2-40B4-BE49-F238E27FC236}">
                <a16:creationId xmlns:a16="http://schemas.microsoft.com/office/drawing/2014/main" id="{1D469B93-0DF9-F699-81E1-C80E40C41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2870667"/>
              </p:ext>
            </p:extLst>
          </p:nvPr>
        </p:nvGraphicFramePr>
        <p:xfrm>
          <a:off x="601437" y="2159000"/>
          <a:ext cx="5094513" cy="4330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Espaço Reservado para Conteúdo 20">
            <a:extLst>
              <a:ext uri="{FF2B5EF4-FFF2-40B4-BE49-F238E27FC236}">
                <a16:creationId xmlns:a16="http://schemas.microsoft.com/office/drawing/2014/main" id="{8788CC84-69E0-E560-04C1-FB515B4726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9453315"/>
              </p:ext>
            </p:extLst>
          </p:nvPr>
        </p:nvGraphicFramePr>
        <p:xfrm>
          <a:off x="425226" y="2177098"/>
          <a:ext cx="5094513" cy="4330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13" name="Áudio 12">
            <a:hlinkClick r:id="" action="ppaction://media"/>
            <a:extLst>
              <a:ext uri="{FF2B5EF4-FFF2-40B4-BE49-F238E27FC236}">
                <a16:creationId xmlns:a16="http://schemas.microsoft.com/office/drawing/2014/main" id="{790114D9-C9AF-2A95-60F7-18E9BD3006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94041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006"/>
    </mc:Choice>
    <mc:Fallback>
      <p:transition spd="slow" advTm="1310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8A029CF2-7BC6-95ED-5891-2FBE4515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Requesitos</a:t>
            </a:r>
            <a:endParaRPr lang="pt-BR" dirty="0"/>
          </a:p>
        </p:txBody>
      </p:sp>
      <p:graphicFrame>
        <p:nvGraphicFramePr>
          <p:cNvPr id="24" name="Espaço Reservado para Conteúdo 20">
            <a:extLst>
              <a:ext uri="{FF2B5EF4-FFF2-40B4-BE49-F238E27FC236}">
                <a16:creationId xmlns:a16="http://schemas.microsoft.com/office/drawing/2014/main" id="{1D469B93-0DF9-F699-81E1-C80E40C4126A}"/>
              </a:ext>
            </a:extLst>
          </p:cNvPr>
          <p:cNvGraphicFramePr>
            <a:graphicFrameLocks/>
          </p:cNvGraphicFramePr>
          <p:nvPr/>
        </p:nvGraphicFramePr>
        <p:xfrm>
          <a:off x="601437" y="2159000"/>
          <a:ext cx="5094513" cy="4330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Espaço Reservado para Conteúdo 20">
            <a:extLst>
              <a:ext uri="{FF2B5EF4-FFF2-40B4-BE49-F238E27FC236}">
                <a16:creationId xmlns:a16="http://schemas.microsoft.com/office/drawing/2014/main" id="{8788CC84-69E0-E560-04C1-FB515B472669}"/>
              </a:ext>
            </a:extLst>
          </p:cNvPr>
          <p:cNvGraphicFramePr>
            <a:graphicFrameLocks/>
          </p:cNvGraphicFramePr>
          <p:nvPr/>
        </p:nvGraphicFramePr>
        <p:xfrm>
          <a:off x="425226" y="2177098"/>
          <a:ext cx="5094513" cy="4330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0" name="Áudio 19">
            <a:hlinkClick r:id="" action="ppaction://media"/>
            <a:extLst>
              <a:ext uri="{FF2B5EF4-FFF2-40B4-BE49-F238E27FC236}">
                <a16:creationId xmlns:a16="http://schemas.microsoft.com/office/drawing/2014/main" id="{921A6B4D-67C3-94EE-CD82-E499A8EFD9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graphicFrame>
        <p:nvGraphicFramePr>
          <p:cNvPr id="2" name="Espaço Reservado para Conteúdo 20">
            <a:extLst>
              <a:ext uri="{FF2B5EF4-FFF2-40B4-BE49-F238E27FC236}">
                <a16:creationId xmlns:a16="http://schemas.microsoft.com/office/drawing/2014/main" id="{AC1E6E87-20FA-4A8C-19EA-6C90F7C18A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0117765"/>
              </p:ext>
            </p:extLst>
          </p:nvPr>
        </p:nvGraphicFramePr>
        <p:xfrm>
          <a:off x="4444776" y="2177098"/>
          <a:ext cx="5094513" cy="4400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</p:spTree>
    <p:extLst>
      <p:ext uri="{BB962C8B-B14F-4D97-AF65-F5344CB8AC3E}">
        <p14:creationId xmlns:p14="http://schemas.microsoft.com/office/powerpoint/2010/main" val="765254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749"/>
    </mc:Choice>
    <mc:Fallback>
      <p:transition spd="slow" advTm="667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D5E4C100-2586-931C-250C-5A2EDE0AA1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2133197"/>
              </p:ext>
            </p:extLst>
          </p:nvPr>
        </p:nvGraphicFramePr>
        <p:xfrm>
          <a:off x="141668" y="1404408"/>
          <a:ext cx="6246432" cy="5381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830F5DBD-0A65-A1EB-F061-8888A10BD1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911012"/>
              </p:ext>
            </p:extLst>
          </p:nvPr>
        </p:nvGraphicFramePr>
        <p:xfrm>
          <a:off x="5981700" y="1441448"/>
          <a:ext cx="6150199" cy="5381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5" name="Áudio 24">
            <a:hlinkClick r:id="" action="ppaction://media"/>
            <a:extLst>
              <a:ext uri="{FF2B5EF4-FFF2-40B4-BE49-F238E27FC236}">
                <a16:creationId xmlns:a16="http://schemas.microsoft.com/office/drawing/2014/main" id="{6D317592-04BF-15C9-0409-55179D46F2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4280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537"/>
    </mc:Choice>
    <mc:Fallback>
      <p:transition spd="slow" advTm="595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111" x="5186363" y="6510338"/>
          <p14:tracePt t="9160" x="5016500" y="6669088"/>
          <p14:tracePt t="9166" x="5021263" y="6543675"/>
          <p14:tracePt t="9172" x="5060950" y="6248400"/>
          <p14:tracePt t="9179" x="5106988" y="5819775"/>
          <p14:tracePt t="9188" x="5153025" y="5289550"/>
          <p14:tracePt t="9189" x="5157788" y="5153025"/>
          <p14:tracePt t="9190" x="5170488" y="5038725"/>
          <p14:tracePt t="9201" x="5175250" y="4475163"/>
          <p14:tracePt t="9202" x="5181600" y="4395788"/>
          <p14:tracePt t="9203" x="5181600" y="4343400"/>
          <p14:tracePt t="9205" x="5181600" y="4252913"/>
          <p14:tracePt t="9206" x="5181600" y="4149725"/>
          <p14:tracePt t="9210" x="5181600" y="3984625"/>
          <p14:tracePt t="9211" x="5181600" y="3938588"/>
          <p14:tracePt t="9212" x="5181600" y="3894138"/>
          <p14:tracePt t="9214" x="5181600" y="3848100"/>
          <p14:tracePt t="9221" x="5175250" y="3562350"/>
          <p14:tracePt t="9236" x="5141913" y="3073400"/>
          <p14:tracePt t="9238" x="5129213" y="2992438"/>
          <p14:tracePt t="9240" x="5124450" y="2919413"/>
          <p14:tracePt t="9249" x="5106988" y="2752725"/>
          <p14:tracePt t="9263" x="5073650" y="2508250"/>
          <p14:tracePt t="9269" x="5049838" y="2393950"/>
          <p14:tracePt t="9277" x="5032375" y="2314575"/>
          <p14:tracePt t="9279" x="5021263" y="2286000"/>
          <p14:tracePt t="9280" x="5010150" y="2263775"/>
          <p14:tracePt t="9281" x="5010150" y="2257425"/>
          <p14:tracePt t="9282" x="5010150" y="2246313"/>
          <p14:tracePt t="9285" x="5003800" y="2228850"/>
          <p14:tracePt t="9290" x="4992688" y="2206625"/>
          <p14:tracePt t="9297" x="4975225" y="2178050"/>
          <p14:tracePt t="9304" x="4959350" y="2160588"/>
          <p14:tracePt t="9311" x="4953000" y="2149475"/>
          <p14:tracePt t="9318" x="4948238" y="2143125"/>
          <p14:tracePt t="9325" x="4941888" y="2143125"/>
          <p14:tracePt t="9332" x="4935538" y="2143125"/>
          <p14:tracePt t="9346" x="4930775" y="2143125"/>
          <p14:tracePt t="9360" x="4919663" y="2143125"/>
          <p14:tracePt t="9367" x="4913313" y="2143125"/>
          <p14:tracePt t="9374" x="4906963" y="2143125"/>
          <p14:tracePt t="9381" x="4902200" y="2143125"/>
          <p14:tracePt t="9382" x="4895850" y="2143125"/>
          <p14:tracePt t="9383" x="4891088" y="2138363"/>
          <p14:tracePt t="9385" x="4891088" y="2125663"/>
          <p14:tracePt t="9387" x="4878388" y="2125663"/>
          <p14:tracePt t="9390" x="4873625" y="2109788"/>
          <p14:tracePt t="9402" x="4810125" y="1984375"/>
          <p14:tracePt t="9403" x="4776788" y="1909763"/>
          <p14:tracePt t="9405" x="4759325" y="1870075"/>
          <p14:tracePt t="9406" x="4741863" y="1824038"/>
          <p14:tracePt t="9407" x="4724400" y="1806575"/>
          <p14:tracePt t="9410" x="4702175" y="1755775"/>
          <p14:tracePt t="9423" x="4594225" y="1555750"/>
          <p14:tracePt t="9437" x="4502150" y="1414463"/>
          <p14:tracePt t="9443" x="4486275" y="1379538"/>
          <p14:tracePt t="9450" x="4479925" y="1373188"/>
          <p14:tracePt t="9480" x="4475163" y="1373188"/>
          <p14:tracePt t="9486" x="4475163" y="1379538"/>
          <p14:tracePt t="9487" x="4468813" y="1379538"/>
          <p14:tracePt t="9488" x="4468813" y="1385888"/>
          <p14:tracePt t="9491" x="4468813" y="1390650"/>
          <p14:tracePt t="9493" x="4468813" y="1397000"/>
          <p14:tracePt t="9494" x="4462463" y="1397000"/>
          <p14:tracePt t="9495" x="4462463" y="1401763"/>
          <p14:tracePt t="9496" x="4457700" y="1408113"/>
          <p14:tracePt t="9500" x="4451350" y="1419225"/>
          <p14:tracePt t="9501" x="4451350" y="1425575"/>
          <p14:tracePt t="9502" x="4451350" y="1430338"/>
          <p14:tracePt t="9503" x="4446588" y="1436688"/>
          <p14:tracePt t="9504" x="4446588" y="1443038"/>
          <p14:tracePt t="9507" x="4446588" y="1454150"/>
          <p14:tracePt t="9513" x="4429125" y="1487488"/>
          <p14:tracePt t="9520" x="4411663" y="1533525"/>
          <p14:tracePt t="9527" x="4389438" y="1590675"/>
          <p14:tracePt t="9534" x="4371975" y="1636713"/>
          <p14:tracePt t="9540" x="4360863" y="1687513"/>
          <p14:tracePt t="9547" x="4343400" y="1720850"/>
          <p14:tracePt t="9554" x="4343400" y="1749425"/>
          <p14:tracePt t="9561" x="4337050" y="1778000"/>
          <p14:tracePt t="9568" x="4332288" y="1812925"/>
          <p14:tracePt t="9576" x="4332288" y="1863725"/>
          <p14:tracePt t="9577" x="4332288" y="1870075"/>
          <p14:tracePt t="9579" x="4332288" y="1874838"/>
          <p14:tracePt t="9580" x="4332288" y="1887538"/>
          <p14:tracePt t="9582" x="4332288" y="1898650"/>
          <p14:tracePt t="9589" x="4343400" y="1949450"/>
          <p14:tracePt t="9596" x="4354513" y="2000250"/>
          <p14:tracePt t="9597" x="4360863" y="2012950"/>
          <p14:tracePt t="9599" x="4360863" y="2017713"/>
          <p14:tracePt t="9600" x="4365625" y="2028825"/>
          <p14:tracePt t="9601" x="4365625" y="2035175"/>
          <p14:tracePt t="9605" x="4376738" y="2052638"/>
          <p14:tracePt t="9610" x="4389438" y="2070100"/>
          <p14:tracePt t="9617" x="4394200" y="2085975"/>
          <p14:tracePt t="9624" x="4400550" y="2092325"/>
          <p14:tracePt t="9836" x="4400550" y="2097088"/>
          <p14:tracePt t="9839" x="4400550" y="2103438"/>
          <p14:tracePt t="9846" x="4383088" y="2114550"/>
          <p14:tracePt t="9853" x="4354513" y="2149475"/>
          <p14:tracePt t="9860" x="4321175" y="2189163"/>
          <p14:tracePt t="9867" x="4275138" y="2228850"/>
          <p14:tracePt t="9874" x="4235450" y="2274888"/>
          <p14:tracePt t="9881" x="4195763" y="2314575"/>
          <p14:tracePt t="9887" x="4143375" y="2365375"/>
          <p14:tracePt t="9894" x="4086225" y="2411413"/>
          <p14:tracePt t="9902" x="4029075" y="2462213"/>
          <p14:tracePt t="9904" x="4002088" y="2479675"/>
          <p14:tracePt t="9905" x="3989388" y="2490788"/>
          <p14:tracePt t="9906" x="3973513" y="2508250"/>
          <p14:tracePt t="9907" x="3960813" y="2514600"/>
          <p14:tracePt t="9910" x="3921125" y="2543175"/>
          <p14:tracePt t="9911" x="3910013" y="2554288"/>
          <p14:tracePt t="9912" x="3898900" y="2559050"/>
          <p14:tracePt t="9913" x="3887788" y="2571750"/>
          <p14:tracePt t="9914" x="3870325" y="2576513"/>
          <p14:tracePt t="9917" x="3830638" y="2616200"/>
          <p14:tracePt t="9918" x="3813175" y="2616200"/>
          <p14:tracePt t="9919" x="3795713" y="2633663"/>
          <p14:tracePt t="9921" x="3778250" y="2640013"/>
          <p14:tracePt t="9922" x="3762375" y="2655888"/>
          <p14:tracePt t="9925" x="3652838" y="2730500"/>
          <p14:tracePt t="9926" x="3636963" y="2741613"/>
          <p14:tracePt t="9927" x="3613150" y="2759075"/>
          <p14:tracePt t="9928" x="3597275" y="2770188"/>
          <p14:tracePt t="9932" x="3516313" y="2816225"/>
          <p14:tracePt t="9934" x="3500438" y="2827338"/>
          <p14:tracePt t="9935" x="3471863" y="2844800"/>
          <p14:tracePt t="9939" x="3346450" y="2924175"/>
          <p14:tracePt t="9940" x="3300413" y="2952750"/>
          <p14:tracePt t="9941" x="3282950" y="2970213"/>
          <p14:tracePt t="9942" x="3254375" y="2987675"/>
          <p14:tracePt t="9946" x="3197225" y="3027363"/>
          <p14:tracePt t="9947" x="3168650" y="3038475"/>
          <p14:tracePt t="9948" x="3128963" y="3067050"/>
          <p14:tracePt t="9949" x="3106738" y="3084513"/>
          <p14:tracePt t="9953" x="3027363" y="3135313"/>
          <p14:tracePt t="9953" x="3003550" y="3146425"/>
          <p14:tracePt t="9954" x="2986088" y="3163888"/>
          <p14:tracePt t="9956" x="2952750" y="3186113"/>
          <p14:tracePt t="9959" x="2889250" y="3227388"/>
          <p14:tracePt t="9964" x="2816225" y="3282950"/>
          <p14:tracePt t="9972" x="2719388" y="3357563"/>
          <p14:tracePt t="9973" x="2673350" y="3397250"/>
          <p14:tracePt t="9974" x="2655888" y="3408363"/>
          <p14:tracePt t="9975" x="2644775" y="3421063"/>
          <p14:tracePt t="9977" x="2638425" y="3432175"/>
          <p14:tracePt t="9978" x="2622550" y="3443288"/>
          <p14:tracePt t="9980" x="2581275" y="3471863"/>
          <p14:tracePt t="9981" x="2576513" y="3482975"/>
          <p14:tracePt t="9984" x="2541588" y="3517900"/>
          <p14:tracePt t="9992" x="2497138" y="3575050"/>
          <p14:tracePt t="9999" x="2462213" y="3608388"/>
          <p14:tracePt t="10006" x="2433638" y="3648075"/>
          <p14:tracePt t="10013" x="2411413" y="3687763"/>
          <p14:tracePt t="10019" x="2393950" y="3711575"/>
          <p14:tracePt t="10027" x="2382838" y="3733800"/>
          <p14:tracePt t="10028" x="2376488" y="3740150"/>
          <p14:tracePt t="10029" x="2371725" y="3744913"/>
          <p14:tracePt t="10033" x="2365375" y="3751263"/>
          <p14:tracePt t="10040" x="2343150" y="3779838"/>
          <p14:tracePt t="10049" x="2314575" y="3808413"/>
          <p14:tracePt t="10050" x="2290763" y="3825875"/>
          <p14:tracePt t="10051" x="2286000" y="3836988"/>
          <p14:tracePt t="10052" x="2279650" y="3836988"/>
          <p14:tracePt t="10053" x="2274888" y="3841750"/>
          <p14:tracePt t="10056" x="2251075" y="3859213"/>
          <p14:tracePt t="10057" x="2246313" y="3859213"/>
          <p14:tracePt t="10061" x="2222500" y="3876675"/>
          <p14:tracePt t="10068" x="2171700" y="3910013"/>
          <p14:tracePt t="10075" x="2114550" y="3944938"/>
          <p14:tracePt t="10082" x="2046288" y="3979863"/>
          <p14:tracePt t="10089" x="1989138" y="4002088"/>
          <p14:tracePt t="10096" x="1931988" y="4035425"/>
          <p14:tracePt t="10103" x="1881188" y="4059238"/>
          <p14:tracePt t="10110" x="1841500" y="4076700"/>
          <p14:tracePt t="10124" x="1789113" y="4098925"/>
          <p14:tracePt t="10131" x="1778000" y="4110038"/>
          <p14:tracePt t="10138" x="1766888" y="4110038"/>
          <p14:tracePt t="10144" x="1749425" y="4121150"/>
          <p14:tracePt t="10152" x="1720850" y="4132263"/>
          <p14:tracePt t="10158" x="1676400" y="4156075"/>
          <p14:tracePt t="10165" x="1624013" y="4178300"/>
          <p14:tracePt t="10173" x="1562100" y="4202113"/>
          <p14:tracePt t="10174" x="1527175" y="4213225"/>
          <p14:tracePt t="10175" x="1522413" y="4213225"/>
          <p14:tracePt t="10176" x="1516063" y="4217988"/>
          <p14:tracePt t="10177" x="1504950" y="4217988"/>
          <p14:tracePt t="10180" x="1476375" y="4230688"/>
          <p14:tracePt t="10181" x="1465263" y="4235450"/>
          <p14:tracePt t="10182" x="1458913" y="4235450"/>
          <p14:tracePt t="10183" x="1447800" y="4241800"/>
          <p14:tracePt t="10188" x="1397000" y="4252913"/>
          <p14:tracePt t="10193" x="1368425" y="4257675"/>
          <p14:tracePt t="10200" x="1316038" y="4270375"/>
          <p14:tracePt t="10207" x="1276350" y="4275138"/>
          <p14:tracePt t="10214" x="1247775" y="4275138"/>
          <p14:tracePt t="10216" x="1243013" y="4281488"/>
          <p14:tracePt t="10217" x="1236663" y="4281488"/>
          <p14:tracePt t="10221" x="1231900" y="4281488"/>
          <p14:tracePt t="10228" x="1219200" y="4281488"/>
          <p14:tracePt t="10417" x="1219200" y="4275138"/>
          <p14:tracePt t="10421" x="1219200" y="4270375"/>
          <p14:tracePt t="10425" x="1219200" y="4264025"/>
          <p14:tracePt t="10430" x="1219200" y="4257675"/>
          <p14:tracePt t="10436" x="1219200" y="4246563"/>
          <p14:tracePt t="10443" x="1219200" y="4230688"/>
          <p14:tracePt t="10450" x="1219200" y="4213225"/>
          <p14:tracePt t="10457" x="1219200" y="4202113"/>
          <p14:tracePt t="10464" x="1219200" y="4189413"/>
          <p14:tracePt t="10471" x="1219200" y="4184650"/>
          <p14:tracePt t="10486" x="1219200" y="4178300"/>
          <p14:tracePt t="10500" x="1214438" y="4173538"/>
          <p14:tracePt t="10511" x="1214438" y="4167188"/>
          <p14:tracePt t="10516" x="1214438" y="4160838"/>
          <p14:tracePt t="10521" x="1214438" y="4156075"/>
          <p14:tracePt t="10522" x="1214438" y="4149725"/>
          <p14:tracePt t="10528" x="1214438" y="4144963"/>
          <p14:tracePt t="10529" x="1214438" y="4138613"/>
          <p14:tracePt t="10535" x="1214438" y="4132263"/>
          <p14:tracePt t="10535" x="1214438" y="4127500"/>
          <p14:tracePt t="10542" x="1214438" y="4121150"/>
          <p14:tracePt t="10547" x="1214438" y="4116388"/>
          <p14:tracePt t="10554" x="1208088" y="4116388"/>
          <p14:tracePt t="10562" x="1208088" y="4110038"/>
          <p14:tracePt t="10568" x="1208088" y="4105275"/>
          <p14:tracePt t="10580" x="1208088" y="4098925"/>
          <p14:tracePt t="10591" x="1208088" y="4092575"/>
          <p14:tracePt t="10598" x="1208088" y="4087813"/>
          <p14:tracePt t="10601" x="1208088" y="4081463"/>
          <p14:tracePt t="10605" x="1203325" y="4081463"/>
          <p14:tracePt t="10610" x="1203325" y="4076700"/>
          <p14:tracePt t="10617" x="1203325" y="4070350"/>
          <p14:tracePt t="10624" x="1196975" y="4052888"/>
          <p14:tracePt t="10631" x="1196975" y="4041775"/>
          <p14:tracePt t="10638" x="1196975" y="4024313"/>
          <p14:tracePt t="10644" x="1196975" y="4006850"/>
          <p14:tracePt t="10652" x="1196975" y="3995738"/>
          <p14:tracePt t="10659" x="1196975" y="3979863"/>
          <p14:tracePt t="10672" x="1190625" y="3944938"/>
          <p14:tracePt t="10679" x="1190625" y="3922713"/>
          <p14:tracePt t="10686" x="1190625" y="3894138"/>
          <p14:tracePt t="10693" x="1185863" y="3870325"/>
          <p14:tracePt t="10700" x="1185863" y="3841750"/>
          <p14:tracePt t="10707" x="1185863" y="3825875"/>
          <p14:tracePt t="10715" x="1185863" y="3808413"/>
          <p14:tracePt t="10716" x="1185863" y="3802063"/>
          <p14:tracePt t="10721" x="1185863" y="3790950"/>
          <p14:tracePt t="10728" x="1190625" y="3779838"/>
          <p14:tracePt t="10735" x="1190625" y="3762375"/>
          <p14:tracePt t="10742" x="1203325" y="3744913"/>
          <p14:tracePt t="10744" x="1203325" y="3733800"/>
          <p14:tracePt t="10745" x="1208088" y="3733800"/>
          <p14:tracePt t="10746" x="1208088" y="3729038"/>
          <p14:tracePt t="10747" x="1208088" y="3722688"/>
          <p14:tracePt t="10748" x="1208088" y="3716338"/>
          <p14:tracePt t="10750" x="1214438" y="3705225"/>
          <p14:tracePt t="10755" x="1219200" y="3694113"/>
          <p14:tracePt t="10763" x="1231900" y="3671888"/>
          <p14:tracePt t="10769" x="1243013" y="3648075"/>
          <p14:tracePt t="10777" x="1247775" y="3625850"/>
          <p14:tracePt t="10783" x="1258888" y="3608388"/>
          <p14:tracePt t="10791" x="1271588" y="3590925"/>
          <p14:tracePt t="10797" x="1287463" y="3562350"/>
          <p14:tracePt t="10804" x="1316038" y="3546475"/>
          <p14:tracePt t="10811" x="1339850" y="3522663"/>
          <p14:tracePt t="10818" x="1362075" y="3505200"/>
          <p14:tracePt t="10825" x="1379538" y="3489325"/>
          <p14:tracePt t="10832" x="1401763" y="3478213"/>
          <p14:tracePt t="10839" x="1412875" y="3471863"/>
          <p14:tracePt t="10846" x="1425575" y="3471863"/>
          <p14:tracePt t="10860" x="1458913" y="3465513"/>
          <p14:tracePt t="10861" x="1470025" y="3465513"/>
          <p14:tracePt t="10867" x="1482725" y="3465513"/>
          <p14:tracePt t="10874" x="1509713" y="3465513"/>
          <p14:tracePt t="10880" x="1544638" y="3465513"/>
          <p14:tracePt t="10888" x="1573213" y="3465513"/>
          <p14:tracePt t="10895" x="1608138" y="3465513"/>
          <p14:tracePt t="10902" x="1647825" y="3465513"/>
          <p14:tracePt t="10908" x="1704975" y="3471863"/>
          <p14:tracePt t="10915" x="1766888" y="3471863"/>
          <p14:tracePt t="10923" x="1857375" y="3471863"/>
          <p14:tracePt t="10924" x="1870075" y="3471863"/>
          <p14:tracePt t="10925" x="1881188" y="3471863"/>
          <p14:tracePt t="10926" x="1898650" y="3471863"/>
          <p14:tracePt t="10928" x="1931988" y="3471863"/>
          <p14:tracePt t="10931" x="1960563" y="3471863"/>
          <p14:tracePt t="10936" x="2017713" y="3471863"/>
          <p14:tracePt t="10943" x="2097088" y="3471863"/>
          <p14:tracePt t="10950" x="2182813" y="3471863"/>
          <p14:tracePt t="10957" x="2286000" y="3478213"/>
          <p14:tracePt t="10971" x="2462213" y="3482975"/>
          <p14:tracePt t="10972" x="2513013" y="3489325"/>
          <p14:tracePt t="10973" x="2519363" y="3489325"/>
          <p14:tracePt t="10974" x="2525713" y="3489325"/>
          <p14:tracePt t="10978" x="2565400" y="3489325"/>
          <p14:tracePt t="10979" x="2587625" y="3489325"/>
          <p14:tracePt t="10980" x="2598738" y="3489325"/>
          <p14:tracePt t="10981" x="2609850" y="3489325"/>
          <p14:tracePt t="10982" x="2627313" y="3489325"/>
          <p14:tracePt t="10984" x="2644775" y="3489325"/>
          <p14:tracePt t="10986" x="2673350" y="3489325"/>
          <p14:tracePt t="10987" x="2684463" y="3494088"/>
          <p14:tracePt t="10988" x="2695575" y="3494088"/>
          <p14:tracePt t="10989" x="2706688" y="3494088"/>
          <p14:tracePt t="10990" x="2719388" y="3494088"/>
          <p14:tracePt t="10993" x="2747963" y="3500438"/>
          <p14:tracePt t="10994" x="2759075" y="3500438"/>
          <p14:tracePt t="10995" x="2763838" y="3500438"/>
          <p14:tracePt t="10998" x="2787650" y="3500438"/>
          <p14:tracePt t="11005" x="2832100" y="3511550"/>
          <p14:tracePt t="11013" x="2867025" y="3511550"/>
          <p14:tracePt t="11019" x="2889250" y="3517900"/>
          <p14:tracePt t="11027" x="2895600" y="3517900"/>
          <p14:tracePt t="11052" x="2895600" y="3522663"/>
          <p14:tracePt t="11055" x="2901950" y="3522663"/>
          <p14:tracePt t="11061" x="2901950" y="3529013"/>
          <p14:tracePt t="11068" x="2901950" y="3533775"/>
          <p14:tracePt t="11082" x="2901950" y="3579813"/>
          <p14:tracePt t="11090" x="2901950" y="3608388"/>
          <p14:tracePt t="11091" x="2901950" y="3614738"/>
          <p14:tracePt t="11092" x="2901950" y="3619500"/>
          <p14:tracePt t="11096" x="2906713" y="3625850"/>
          <p14:tracePt t="11103" x="2906713" y="3659188"/>
          <p14:tracePt t="11110" x="2906713" y="3683000"/>
          <p14:tracePt t="11117" x="2913063" y="3705225"/>
          <p14:tracePt t="11124" x="2917825" y="3722688"/>
          <p14:tracePt t="11131" x="2924175" y="3744913"/>
          <p14:tracePt t="11138" x="2924175" y="3762375"/>
          <p14:tracePt t="11145" x="2924175" y="3784600"/>
          <p14:tracePt t="11152" x="2924175" y="3808413"/>
          <p14:tracePt t="11159" x="2924175" y="3830638"/>
          <p14:tracePt t="11166" x="2917825" y="3870325"/>
          <p14:tracePt t="11174" x="2906713" y="3905250"/>
          <p14:tracePt t="11186" x="2884488" y="3973513"/>
          <p14:tracePt t="11193" x="2878138" y="4002088"/>
          <p14:tracePt t="11200" x="2878138" y="4024313"/>
          <p14:tracePt t="11201" x="2873375" y="4030663"/>
          <p14:tracePt t="11202" x="2873375" y="4035425"/>
          <p14:tracePt t="11207" x="2867025" y="4041775"/>
          <p14:tracePt t="11214" x="2867025" y="4059238"/>
          <p14:tracePt t="11216" x="2867025" y="4064000"/>
          <p14:tracePt t="11217" x="2867025" y="4070350"/>
          <p14:tracePt t="11218" x="2867025" y="4076700"/>
          <p14:tracePt t="11222" x="2867025" y="4081463"/>
          <p14:tracePt t="11228" x="2867025" y="4087813"/>
          <p14:tracePt t="11235" x="2860675" y="4098925"/>
          <p14:tracePt t="11242" x="2860675" y="4105275"/>
          <p14:tracePt t="11249" x="2855913" y="4121150"/>
          <p14:tracePt t="11256" x="2844800" y="4132263"/>
          <p14:tracePt t="11263" x="2838450" y="4156075"/>
          <p14:tracePt t="11269" x="2820988" y="4178300"/>
          <p14:tracePt t="11277" x="2798763" y="4213225"/>
          <p14:tracePt t="11284" x="2770188" y="4241800"/>
          <p14:tracePt t="11290" x="2719388" y="4286250"/>
          <p14:tracePt t="11298" x="2673350" y="4321175"/>
          <p14:tracePt t="11299" x="2655888" y="4332288"/>
          <p14:tracePt t="11305" x="2627313" y="4343400"/>
          <p14:tracePt t="11306" x="2605088" y="4360863"/>
          <p14:tracePt t="11307" x="2598738" y="4360863"/>
          <p14:tracePt t="11309" x="2581275" y="4367213"/>
          <p14:tracePt t="11313" x="2565400" y="4378325"/>
          <p14:tracePt t="11314" x="2554288" y="4378325"/>
          <p14:tracePt t="11315" x="2547938" y="4378325"/>
          <p14:tracePt t="11316" x="2541588" y="4378325"/>
          <p14:tracePt t="11317" x="2530475" y="4383088"/>
          <p14:tracePt t="11320" x="2513013" y="4389438"/>
          <p14:tracePt t="11325" x="2497138" y="4395788"/>
          <p14:tracePt t="11332" x="2462213" y="4400550"/>
          <p14:tracePt t="11340" x="2428875" y="4406900"/>
          <p14:tracePt t="11346" x="2405063" y="4411663"/>
          <p14:tracePt t="11353" x="2371725" y="4418013"/>
          <p14:tracePt t="11360" x="2336800" y="4429125"/>
          <p14:tracePt t="11367" x="2303463" y="4440238"/>
          <p14:tracePt t="11374" x="2262188" y="4452938"/>
          <p14:tracePt t="11381" x="2211388" y="4464050"/>
          <p14:tracePt t="11388" x="2143125" y="4481513"/>
          <p14:tracePt t="11395" x="2063750" y="4497388"/>
          <p14:tracePt t="11402" x="1971675" y="4514850"/>
          <p14:tracePt t="11408" x="1863725" y="4532313"/>
          <p14:tracePt t="11416" x="1760538" y="4537075"/>
          <p14:tracePt t="11423" x="1652588" y="4537075"/>
          <p14:tracePt t="11429" x="1538288" y="4537075"/>
          <p14:tracePt t="11436" x="1436688" y="4521200"/>
          <p14:tracePt t="11443" x="1333500" y="4503738"/>
          <p14:tracePt t="11450" x="1243013" y="4481513"/>
          <p14:tracePt t="11457" x="1162050" y="4446588"/>
          <p14:tracePt t="11465" x="1071563" y="4406900"/>
          <p14:tracePt t="11466" x="1065213" y="4400550"/>
          <p14:tracePt t="11467" x="1054100" y="4395788"/>
          <p14:tracePt t="11469" x="1049338" y="4395788"/>
          <p14:tracePt t="11470" x="1031875" y="4389438"/>
          <p14:tracePt t="11473" x="1014413" y="4383088"/>
          <p14:tracePt t="11474" x="1009650" y="4378325"/>
          <p14:tracePt t="11475" x="996950" y="4371975"/>
          <p14:tracePt t="11479" x="992188" y="4367213"/>
          <p14:tracePt t="11480" x="974725" y="4360863"/>
          <p14:tracePt t="11480" x="968375" y="4356100"/>
          <p14:tracePt t="11481" x="963613" y="4356100"/>
          <p14:tracePt t="11482" x="957263" y="4356100"/>
          <p14:tracePt t="11484" x="952500" y="4356100"/>
          <p14:tracePt t="11485" x="952500" y="4349750"/>
          <p14:tracePt t="11488" x="923925" y="4338638"/>
          <p14:tracePt t="11489" x="923925" y="4332288"/>
          <p14:tracePt t="11490" x="911225" y="4332288"/>
          <p14:tracePt t="11493" x="906463" y="4327525"/>
          <p14:tracePt t="11499" x="866775" y="4310063"/>
          <p14:tracePt t="11506" x="831850" y="4286250"/>
          <p14:tracePt t="11512" x="803275" y="4264025"/>
          <p14:tracePt t="11519" x="769938" y="4230688"/>
          <p14:tracePt t="11527" x="735013" y="4195763"/>
          <p14:tracePt t="11528" x="712788" y="4178300"/>
          <p14:tracePt t="11529" x="706438" y="4167188"/>
          <p14:tracePt t="11531" x="701675" y="4167188"/>
          <p14:tracePt t="11531" x="695325" y="4156075"/>
          <p14:tracePt t="11533" x="688975" y="4149725"/>
          <p14:tracePt t="11535" x="673100" y="4127500"/>
          <p14:tracePt t="11536" x="673100" y="4121150"/>
          <p14:tracePt t="11537" x="666750" y="4116388"/>
          <p14:tracePt t="11538" x="660400" y="4110038"/>
          <p14:tracePt t="11539" x="655638" y="4105275"/>
          <p14:tracePt t="11543" x="638175" y="4076700"/>
          <p14:tracePt t="11547" x="620713" y="4059238"/>
          <p14:tracePt t="11554" x="592138" y="4019550"/>
          <p14:tracePt t="11562" x="569913" y="3984625"/>
          <p14:tracePt t="11568" x="558800" y="3951288"/>
          <p14:tracePt t="11570" x="552450" y="3944938"/>
          <p14:tracePt t="11570" x="552450" y="3938588"/>
          <p14:tracePt t="11575" x="547688" y="3927475"/>
          <p14:tracePt t="11582" x="536575" y="3905250"/>
          <p14:tracePt t="11590" x="530225" y="3881438"/>
          <p14:tracePt t="11596" x="530225" y="3865563"/>
          <p14:tracePt t="11603" x="530225" y="3854450"/>
          <p14:tracePt t="11611" x="530225" y="3830638"/>
          <p14:tracePt t="11617" x="530225" y="3808413"/>
          <p14:tracePt t="11625" x="530225" y="3790950"/>
          <p14:tracePt t="11632" x="541338" y="3762375"/>
          <p14:tracePt t="11645" x="563563" y="3716338"/>
          <p14:tracePt t="11653" x="587375" y="3694113"/>
          <p14:tracePt t="11655" x="604838" y="3683000"/>
          <p14:tracePt t="11656" x="609600" y="3671888"/>
          <p14:tracePt t="11658" x="620713" y="3671888"/>
          <p14:tracePt t="11666" x="660400" y="3636963"/>
          <p14:tracePt t="11673" x="723900" y="3603625"/>
          <p14:tracePt t="11681" x="803275" y="3568700"/>
          <p14:tracePt t="11689" x="906463" y="3522663"/>
          <p14:tracePt t="11694" x="968375" y="3489325"/>
          <p14:tracePt t="11701" x="1071563" y="3454400"/>
          <p14:tracePt t="11707" x="1168400" y="3414713"/>
          <p14:tracePt t="11723" x="1384300" y="3352800"/>
          <p14:tracePt t="11725" x="1436688" y="3340100"/>
          <p14:tracePt t="11726" x="1465263" y="3340100"/>
          <p14:tracePt t="11728" x="1476375" y="3340100"/>
          <p14:tracePt t="11732" x="1538288" y="3335338"/>
          <p14:tracePt t="11734" x="1555750" y="3335338"/>
          <p14:tracePt t="11735" x="1579563" y="3328988"/>
          <p14:tracePt t="11739" x="1630363" y="3328988"/>
          <p14:tracePt t="11741" x="1641475" y="3328988"/>
          <p14:tracePt t="11742" x="1663700" y="3328988"/>
          <p14:tracePt t="11743" x="1676400" y="3328988"/>
          <p14:tracePt t="11748" x="1727200" y="3328988"/>
          <p14:tracePt t="11749" x="1733550" y="3335338"/>
          <p14:tracePt t="11753" x="1760538" y="3335338"/>
          <p14:tracePt t="11754" x="1773238" y="3340100"/>
          <p14:tracePt t="11755" x="1778000" y="3340100"/>
          <p14:tracePt t="11756" x="1795463" y="3346450"/>
          <p14:tracePt t="11761" x="1830388" y="3352800"/>
          <p14:tracePt t="11763" x="1852613" y="3357563"/>
          <p14:tracePt t="11768" x="1874838" y="3375025"/>
          <p14:tracePt t="11769" x="1892300" y="3375025"/>
          <p14:tracePt t="11772" x="1903413" y="3386138"/>
          <p14:tracePt t="11777" x="1920875" y="3392488"/>
          <p14:tracePt t="11784" x="1943100" y="3408363"/>
          <p14:tracePt t="11791" x="1966913" y="3432175"/>
          <p14:tracePt t="11797" x="1982788" y="3449638"/>
          <p14:tracePt t="11804" x="2000250" y="3471863"/>
          <p14:tracePt t="11812" x="2024063" y="3494088"/>
          <p14:tracePt t="11818" x="2039938" y="3522663"/>
          <p14:tracePt t="11826" x="2063750" y="3557588"/>
          <p14:tracePt t="11827" x="2074863" y="3568700"/>
          <p14:tracePt t="11832" x="2085975" y="3586163"/>
          <p14:tracePt t="11846" x="2143125" y="3643313"/>
          <p14:tracePt t="11853" x="2165350" y="3671888"/>
          <p14:tracePt t="11860" x="2193925" y="3687763"/>
          <p14:tracePt t="11867" x="2222500" y="3716338"/>
          <p14:tracePt t="11874" x="2257425" y="3751263"/>
          <p14:tracePt t="11881" x="2286000" y="3784600"/>
          <p14:tracePt t="11882" x="2303463" y="3802063"/>
          <p14:tracePt t="11883" x="2303463" y="3808413"/>
          <p14:tracePt t="11885" x="2314575" y="3819525"/>
          <p14:tracePt t="11886" x="2319338" y="3830638"/>
          <p14:tracePt t="11890" x="2336800" y="3859213"/>
          <p14:tracePt t="11891" x="2343150" y="3865563"/>
          <p14:tracePt t="11892" x="2343150" y="3870325"/>
          <p14:tracePt t="11894" x="2347913" y="3876675"/>
          <p14:tracePt t="11897" x="2365375" y="3910013"/>
          <p14:tracePt t="11898" x="2365375" y="3916363"/>
          <p14:tracePt t="11900" x="2371725" y="3922713"/>
          <p14:tracePt t="11901" x="2382838" y="3933825"/>
          <p14:tracePt t="11904" x="2387600" y="3962400"/>
          <p14:tracePt t="11905" x="2393950" y="3967163"/>
          <p14:tracePt t="11906" x="2393950" y="3979863"/>
          <p14:tracePt t="11911" x="2400300" y="4006850"/>
          <p14:tracePt t="11915" x="2400300" y="4024313"/>
          <p14:tracePt t="11923" x="2400300" y="4081463"/>
          <p14:tracePt t="11924" x="2400300" y="4098925"/>
          <p14:tracePt t="11929" x="2400300" y="4116388"/>
          <p14:tracePt t="11937" x="2387600" y="4167188"/>
          <p14:tracePt t="11943" x="2371725" y="4195763"/>
          <p14:tracePt t="11950" x="2354263" y="4224338"/>
          <p14:tracePt t="11957" x="2330450" y="4241800"/>
          <p14:tracePt t="11964" x="2314575" y="4257675"/>
          <p14:tracePt t="11971" x="2303463" y="4270375"/>
          <p14:tracePt t="11978" x="2286000" y="4275138"/>
          <p14:tracePt t="11985" x="2274888" y="4281488"/>
          <p14:tracePt t="11992" x="2257425" y="4281488"/>
          <p14:tracePt t="11999" x="2239963" y="4286250"/>
          <p14:tracePt t="12006" x="2217738" y="4286250"/>
          <p14:tracePt t="12013" x="2193925" y="4286250"/>
          <p14:tracePt t="12020" x="2165350" y="4292600"/>
          <p14:tracePt t="12027" x="2132013" y="4292600"/>
          <p14:tracePt t="12033" x="2092325" y="4292600"/>
          <p14:tracePt t="12041" x="2052638" y="4292600"/>
          <p14:tracePt t="12042" x="2035175" y="4292600"/>
          <p14:tracePt t="12043" x="2024063" y="4292600"/>
          <p14:tracePt t="12049" x="1995488" y="4292600"/>
          <p14:tracePt t="12050" x="1989138" y="4286250"/>
          <p14:tracePt t="12051" x="1978025" y="4286250"/>
          <p14:tracePt t="12055" x="1971675" y="4281488"/>
          <p14:tracePt t="12056" x="1949450" y="4275138"/>
          <p14:tracePt t="12059" x="1943100" y="4275138"/>
          <p14:tracePt t="12064" x="1920875" y="4264025"/>
          <p14:tracePt t="12076" x="1857375" y="4230688"/>
          <p14:tracePt t="12077" x="1841500" y="4217988"/>
          <p14:tracePt t="12078" x="1835150" y="4217988"/>
          <p14:tracePt t="12080" x="1830388" y="4213225"/>
          <p14:tracePt t="12081" x="1824038" y="4206875"/>
          <p14:tracePt t="12084" x="1806575" y="4195763"/>
          <p14:tracePt t="12089" x="1789113" y="4178300"/>
          <p14:tracePt t="12097" x="1760538" y="4149725"/>
          <p14:tracePt t="12098" x="1749425" y="4144963"/>
          <p14:tracePt t="12099" x="1749425" y="4138613"/>
          <p14:tracePt t="12099" x="1749425" y="4132263"/>
          <p14:tracePt t="12100" x="1738313" y="4127500"/>
          <p14:tracePt t="12103" x="1733550" y="4116388"/>
          <p14:tracePt t="12111" x="1709738" y="4076700"/>
          <p14:tracePt t="12113" x="1704975" y="4076700"/>
          <p14:tracePt t="12114" x="1704975" y="4070350"/>
          <p14:tracePt t="12114" x="1704975" y="4064000"/>
          <p14:tracePt t="12115" x="1698625" y="4059238"/>
          <p14:tracePt t="12118" x="1692275" y="4048125"/>
          <p14:tracePt t="12119" x="1692275" y="4041775"/>
          <p14:tracePt t="12120" x="1687513" y="4035425"/>
          <p14:tracePt t="12131" x="1676400" y="4002088"/>
          <p14:tracePt t="12138" x="1670050" y="3979863"/>
          <p14:tracePt t="12144" x="1663700" y="3962400"/>
          <p14:tracePt t="12152" x="1663700" y="3938588"/>
          <p14:tracePt t="12166" x="1663700" y="3881438"/>
          <p14:tracePt t="12173" x="1670050" y="3830638"/>
          <p14:tracePt t="12187" x="1692275" y="3722688"/>
          <p14:tracePt t="12194" x="1704975" y="3665538"/>
          <p14:tracePt t="12195" x="1709738" y="3630613"/>
          <p14:tracePt t="12196" x="1709738" y="3625850"/>
          <p14:tracePt t="12197" x="1716088" y="3614738"/>
          <p14:tracePt t="12199" x="1716088" y="3590925"/>
          <p14:tracePt t="12203" x="1727200" y="3562350"/>
          <p14:tracePt t="12203" x="1727200" y="3551238"/>
          <p14:tracePt t="12204" x="1733550" y="3540125"/>
          <p14:tracePt t="12205" x="1733550" y="3533775"/>
          <p14:tracePt t="12214" x="1749425" y="3449638"/>
          <p14:tracePt t="12216" x="1755775" y="3421063"/>
          <p14:tracePt t="12217" x="1760538" y="3408363"/>
          <p14:tracePt t="12218" x="1760538" y="3403600"/>
          <p14:tracePt t="12219" x="1766888" y="3392488"/>
          <p14:tracePt t="12223" x="1773238" y="3357563"/>
          <p14:tracePt t="12224" x="1778000" y="3335338"/>
          <p14:tracePt t="12225" x="1778000" y="3324225"/>
          <p14:tracePt t="12226" x="1789113" y="3311525"/>
          <p14:tracePt t="12227" x="1789113" y="3306763"/>
          <p14:tracePt t="12235" x="1830388" y="3214688"/>
          <p14:tracePt t="12242" x="1852613" y="3146425"/>
          <p14:tracePt t="12249" x="1903413" y="3073400"/>
          <p14:tracePt t="12263" x="2039938" y="2913063"/>
          <p14:tracePt t="12270" x="2108200" y="2851150"/>
          <p14:tracePt t="12284" x="2308225" y="2708275"/>
          <p14:tracePt t="12285" x="2354263" y="2679700"/>
          <p14:tracePt t="12286" x="2371725" y="2668588"/>
          <p14:tracePt t="12287" x="2387600" y="2662238"/>
          <p14:tracePt t="12288" x="2405063" y="2651125"/>
          <p14:tracePt t="12290" x="2416175" y="2644775"/>
          <p14:tracePt t="12297" x="2525713" y="2587625"/>
          <p14:tracePt t="12305" x="2690813" y="2514600"/>
          <p14:tracePt t="12306" x="2713038" y="2501900"/>
          <p14:tracePt t="12307" x="2730500" y="2501900"/>
          <p14:tracePt t="12309" x="2752725" y="2490788"/>
          <p14:tracePt t="12311" x="2770188" y="2479675"/>
          <p14:tracePt t="12312" x="2805113" y="2474913"/>
          <p14:tracePt t="12313" x="2816225" y="2462213"/>
          <p14:tracePt t="12314" x="2832100" y="2462213"/>
          <p14:tracePt t="12315" x="2844800" y="2457450"/>
          <p14:tracePt t="12316" x="2860675" y="2446338"/>
          <p14:tracePt t="12317" x="2878138" y="2446338"/>
          <p14:tracePt t="12319" x="2906713" y="2433638"/>
          <p14:tracePt t="12320" x="2924175" y="2422525"/>
          <p14:tracePt t="12321" x="2935288" y="2422525"/>
          <p14:tracePt t="12322" x="2952750" y="2417763"/>
          <p14:tracePt t="12323" x="2970213" y="2411413"/>
          <p14:tracePt t="12324" x="2981325" y="2411413"/>
          <p14:tracePt t="12328" x="3032125" y="2393950"/>
          <p14:tracePt t="12332" x="3049588" y="2389188"/>
          <p14:tracePt t="12339" x="3152775" y="2360613"/>
          <p14:tracePt t="12346" x="3232150" y="2343150"/>
          <p14:tracePt t="12353" x="3305175" y="2336800"/>
          <p14:tracePt t="12360" x="3379788" y="2336800"/>
          <p14:tracePt t="12361" x="3403600" y="2336800"/>
          <p14:tracePt t="12362" x="3414713" y="2336800"/>
          <p14:tracePt t="12363" x="3419475" y="2336800"/>
          <p14:tracePt t="12364" x="3430588" y="2336800"/>
          <p14:tracePt t="12365" x="3443288" y="2336800"/>
          <p14:tracePt t="12368" x="3482975" y="2336800"/>
          <p14:tracePt t="12374" x="3522663" y="2349500"/>
          <p14:tracePt t="12381" x="3573463" y="2371725"/>
          <p14:tracePt t="12388" x="3625850" y="2400300"/>
          <p14:tracePt t="12402" x="3709988" y="2468563"/>
          <p14:tracePt t="12403" x="3727450" y="2486025"/>
          <p14:tracePt t="12404" x="3727450" y="2490788"/>
          <p14:tracePt t="12406" x="3733800" y="2497138"/>
          <p14:tracePt t="12406" x="3738563" y="2501900"/>
          <p14:tracePt t="12409" x="3744913" y="2508250"/>
          <p14:tracePt t="12410" x="3762375" y="2530475"/>
          <p14:tracePt t="12411" x="3762375" y="2536825"/>
          <p14:tracePt t="12412" x="3767138" y="2547938"/>
          <p14:tracePt t="12413" x="3773488" y="2554288"/>
          <p14:tracePt t="12414" x="3773488" y="2559050"/>
          <p14:tracePt t="12418" x="3790950" y="2582863"/>
          <p14:tracePt t="12422" x="3802063" y="2605088"/>
          <p14:tracePt t="12430" x="3835400" y="2655888"/>
          <p14:tracePt t="12431" x="3835400" y="2662238"/>
          <p14:tracePt t="12431" x="3841750" y="2668588"/>
          <p14:tracePt t="12433" x="3848100" y="2679700"/>
          <p14:tracePt t="12434" x="3852863" y="2697163"/>
          <p14:tracePt t="12435" x="3863975" y="2701925"/>
          <p14:tracePt t="12436" x="3863975" y="2713038"/>
          <p14:tracePt t="12439" x="3887788" y="2741613"/>
          <p14:tracePt t="12443" x="3898900" y="2759075"/>
          <p14:tracePt t="12450" x="3927475" y="2809875"/>
          <p14:tracePt t="12457" x="3956050" y="2855913"/>
          <p14:tracePt t="12464" x="3973513" y="2890838"/>
          <p14:tracePt t="12471" x="4002088" y="2924175"/>
          <p14:tracePt t="12478" x="4017963" y="2952750"/>
          <p14:tracePt t="12486" x="4035425" y="2981325"/>
          <p14:tracePt t="12487" x="4035425" y="2987675"/>
          <p14:tracePt t="12492" x="4046538" y="2998788"/>
          <p14:tracePt t="12499" x="4052888" y="3009900"/>
          <p14:tracePt t="12506" x="4057650" y="3016250"/>
          <p14:tracePt t="12513" x="4057650" y="3021013"/>
          <p14:tracePt t="12551" x="4057650" y="3027363"/>
          <p14:tracePt t="12553" x="4057650" y="3032125"/>
          <p14:tracePt t="12556" x="4052888" y="3032125"/>
          <p14:tracePt t="12556" x="4052888" y="3038475"/>
          <p14:tracePt t="12557" x="4046538" y="3038475"/>
          <p14:tracePt t="12559" x="4041775" y="3044825"/>
          <p14:tracePt t="12563" x="4035425" y="3049588"/>
          <p14:tracePt t="12564" x="4035425" y="3055938"/>
          <p14:tracePt t="12565" x="4029075" y="3055938"/>
          <p14:tracePt t="12568" x="4017963" y="3060700"/>
          <p14:tracePt t="12575" x="3995738" y="3084513"/>
          <p14:tracePt t="12582" x="3967163" y="3101975"/>
          <p14:tracePt t="12589" x="3938588" y="3117850"/>
          <p14:tracePt t="12596" x="3903663" y="3128963"/>
          <p14:tracePt t="12604" x="3863975" y="3146425"/>
          <p14:tracePt t="12605" x="3852863" y="3146425"/>
          <p14:tracePt t="12610" x="3835400" y="3146425"/>
          <p14:tracePt t="12617" x="3819525" y="3152775"/>
          <p14:tracePt t="12624" x="3806825" y="3152775"/>
          <p14:tracePt t="12631" x="3795713" y="3152775"/>
          <p14:tracePt t="12638" x="3790950" y="3152775"/>
          <p14:tracePt t="12646" x="3784600" y="3152775"/>
          <p14:tracePt t="12690" x="3784600" y="3146425"/>
          <p14:tracePt t="12692" x="3784600" y="3141663"/>
          <p14:tracePt t="12695" x="3784600" y="3135313"/>
          <p14:tracePt t="12695" x="3784600" y="3128963"/>
          <p14:tracePt t="12697" x="3784600" y="3124200"/>
          <p14:tracePt t="12698" x="3784600" y="3117850"/>
          <p14:tracePt t="12700" x="3784600" y="3113088"/>
          <p14:tracePt t="12707" x="3784600" y="3060700"/>
          <p14:tracePt t="12714" x="3784600" y="2981325"/>
          <p14:tracePt t="12715" x="3784600" y="2947988"/>
          <p14:tracePt t="12716" x="3784600" y="2935288"/>
          <p14:tracePt t="12717" x="3784600" y="2924175"/>
          <p14:tracePt t="12721" x="3795713" y="2873375"/>
          <p14:tracePt t="12728" x="3813175" y="2759075"/>
          <p14:tracePt t="12735" x="3841750" y="2571750"/>
          <p14:tracePt t="12742" x="3863975" y="2400300"/>
          <p14:tracePt t="12743" x="3876675" y="2349500"/>
          <p14:tracePt t="12744" x="3887788" y="2320925"/>
          <p14:tracePt t="12745" x="3892550" y="2297113"/>
          <p14:tracePt t="12747" x="3898900" y="2257425"/>
          <p14:tracePt t="12748" x="3898900" y="2235200"/>
          <p14:tracePt t="12749" x="3903663" y="2206625"/>
          <p14:tracePt t="12752" x="3916363" y="2132013"/>
          <p14:tracePt t="12753" x="3921125" y="2109788"/>
          <p14:tracePt t="12753" x="3927475" y="2092325"/>
          <p14:tracePt t="12756" x="3927475" y="2070100"/>
          <p14:tracePt t="12757" x="3938588" y="1995488"/>
          <p14:tracePt t="12759" x="3949700" y="1944688"/>
          <p14:tracePt t="12760" x="3956050" y="1909763"/>
          <p14:tracePt t="12761" x="3960813" y="1898650"/>
          <p14:tracePt t="12765" x="3973513" y="1824038"/>
          <p14:tracePt t="12766" x="3978275" y="1806575"/>
          <p14:tracePt t="12767" x="3984625" y="1790700"/>
          <p14:tracePt t="12768" x="3984625" y="1773238"/>
          <p14:tracePt t="12771" x="3995738" y="1733550"/>
          <p14:tracePt t="12777" x="4013200" y="1687513"/>
          <p14:tracePt t="12778" x="4017963" y="1652588"/>
          <p14:tracePt t="12779" x="4029075" y="1641475"/>
          <p14:tracePt t="12781" x="4029075" y="1630363"/>
          <p14:tracePt t="12782" x="4035425" y="1624013"/>
          <p14:tracePt t="12783" x="4041775" y="1608138"/>
          <p14:tracePt t="12785" x="4052888" y="1590675"/>
          <p14:tracePt t="12790" x="4070350" y="1562100"/>
          <p14:tracePt t="12797" x="4098925" y="1527175"/>
          <p14:tracePt t="12805" x="4125913" y="1504950"/>
          <p14:tracePt t="12812" x="4149725" y="1498600"/>
          <p14:tracePt t="12813" x="4154488" y="1493838"/>
          <p14:tracePt t="12818" x="4171950" y="1487488"/>
          <p14:tracePt t="12825" x="4195763" y="1487488"/>
          <p14:tracePt t="12832" x="4211638" y="1487488"/>
          <p14:tracePt t="12840" x="4240213" y="1487488"/>
          <p14:tracePt t="12841" x="4246563" y="1487488"/>
          <p14:tracePt t="12841" x="4251325" y="1487488"/>
          <p14:tracePt t="12842" x="4257675" y="1487488"/>
          <p14:tracePt t="12844" x="4264025" y="1487488"/>
          <p14:tracePt t="12845" x="4268788" y="1487488"/>
          <p14:tracePt t="12847" x="4279900" y="1487488"/>
          <p14:tracePt t="12853" x="4303713" y="1487488"/>
          <p14:tracePt t="12860" x="4354513" y="1498600"/>
          <p14:tracePt t="12867" x="4418013" y="1527175"/>
          <p14:tracePt t="12874" x="4468813" y="1550988"/>
          <p14:tracePt t="12881" x="4537075" y="1595438"/>
          <p14:tracePt t="12888" x="4600575" y="1630363"/>
          <p14:tracePt t="12895" x="4656138" y="1681163"/>
          <p14:tracePt t="12902" x="4702175" y="1727200"/>
          <p14:tracePt t="12908" x="4737100" y="1778000"/>
          <p14:tracePt t="12918" x="4765675" y="1846263"/>
          <p14:tracePt t="12919" x="4770438" y="1863725"/>
          <p14:tracePt t="12920" x="4770438" y="1870075"/>
          <p14:tracePt t="12922" x="4770438" y="1874838"/>
          <p14:tracePt t="12925" x="4776788" y="1903413"/>
          <p14:tracePt t="12926" x="4776788" y="1909763"/>
          <p14:tracePt t="12930" x="4776788" y="1920875"/>
          <p14:tracePt t="12931" x="4776788" y="1938338"/>
          <p14:tracePt t="12944" x="4770438" y="2000250"/>
          <p14:tracePt t="12945" x="4770438" y="2012950"/>
          <p14:tracePt t="12946" x="4770438" y="2017713"/>
          <p14:tracePt t="12946" x="4765675" y="2024063"/>
          <p14:tracePt t="12948" x="4759325" y="2035175"/>
          <p14:tracePt t="12949" x="4759325" y="2041525"/>
          <p14:tracePt t="12952" x="4752975" y="2057400"/>
          <p14:tracePt t="12953" x="4748213" y="2063750"/>
          <p14:tracePt t="12954" x="4741863" y="2070100"/>
          <p14:tracePt t="12958" x="4737100" y="2081213"/>
          <p14:tracePt t="12959" x="4737100" y="2085975"/>
          <p14:tracePt t="12964" x="4724400" y="2103438"/>
          <p14:tracePt t="12971" x="4702175" y="2132013"/>
          <p14:tracePt t="12978" x="4684713" y="2154238"/>
          <p14:tracePt t="12985" x="4662488" y="2178050"/>
          <p14:tracePt t="12992" x="4645025" y="2200275"/>
          <p14:tracePt t="12999" x="4622800" y="2228850"/>
          <p14:tracePt t="13006" x="4605338" y="2251075"/>
          <p14:tracePt t="13013" x="4587875" y="2268538"/>
          <p14:tracePt t="13020" x="4572000" y="2292350"/>
          <p14:tracePt t="13027" x="4559300" y="2308225"/>
          <p14:tracePt t="13033" x="4548188" y="2320925"/>
          <p14:tracePt t="13040" x="4548188" y="2325688"/>
          <p14:tracePt t="13047" x="4543425" y="2332038"/>
          <p14:tracePt t="13285" x="4543425" y="2336800"/>
          <p14:tracePt t="13287" x="4543425" y="2343150"/>
          <p14:tracePt t="13291" x="4543425" y="2349500"/>
          <p14:tracePt t="13292" x="4543425" y="2360613"/>
          <p14:tracePt t="13293" x="4543425" y="2365375"/>
          <p14:tracePt t="13297" x="4543425" y="2382838"/>
          <p14:tracePt t="13304" x="4543425" y="2422525"/>
          <p14:tracePt t="13312" x="4543425" y="2462213"/>
          <p14:tracePt t="13313" x="4543425" y="2474913"/>
          <p14:tracePt t="13318" x="4543425" y="2497138"/>
          <p14:tracePt t="13325" x="4537075" y="2525713"/>
          <p14:tracePt t="13332" x="4525963" y="2554288"/>
          <p14:tracePt t="13339" x="4519613" y="2582863"/>
          <p14:tracePt t="13346" x="4514850" y="2605088"/>
          <p14:tracePt t="13353" x="4508500" y="2622550"/>
          <p14:tracePt t="13354" x="4508500" y="2627313"/>
          <p14:tracePt t="13360" x="4502150" y="2640013"/>
          <p14:tracePt t="13367" x="4497388" y="2655888"/>
          <p14:tracePt t="13374" x="4491038" y="2668588"/>
          <p14:tracePt t="13381" x="4486275" y="2684463"/>
          <p14:tracePt t="13388" x="4475163" y="2713038"/>
          <p14:tracePt t="13395" x="4462463" y="2741613"/>
          <p14:tracePt t="13402" x="4440238" y="2781300"/>
          <p14:tracePt t="13409" x="4418013" y="2833688"/>
          <p14:tracePt t="13416" x="4389438" y="2878138"/>
          <p14:tracePt t="13422" x="4343400" y="2941638"/>
          <p14:tracePt t="13429" x="4297363" y="2998788"/>
          <p14:tracePt t="13437" x="4251325" y="3049588"/>
          <p14:tracePt t="13438" x="4235450" y="3073400"/>
          <p14:tracePt t="13439" x="4224338" y="3084513"/>
          <p14:tracePt t="13443" x="4211638" y="3101975"/>
          <p14:tracePt t="13450" x="4178300" y="3152775"/>
          <p14:tracePt t="13457" x="4143375" y="3198813"/>
          <p14:tracePt t="13464" x="4125913" y="3238500"/>
          <p14:tracePt t="13466" x="4114800" y="3249613"/>
          <p14:tracePt t="13466" x="4114800" y="3254375"/>
          <p14:tracePt t="13468" x="4114800" y="3260725"/>
          <p14:tracePt t="13469" x="4110038" y="3271838"/>
          <p14:tracePt t="13470" x="4103688" y="3278188"/>
          <p14:tracePt t="13473" x="4098925" y="3289300"/>
          <p14:tracePt t="13478" x="4086225" y="3311525"/>
          <p14:tracePt t="13485" x="4070350" y="3346450"/>
          <p14:tracePt t="13492" x="4057650" y="3368675"/>
          <p14:tracePt t="13499" x="4041775" y="3397250"/>
          <p14:tracePt t="13506" x="4029075" y="3421063"/>
          <p14:tracePt t="13507" x="4024313" y="3432175"/>
          <p14:tracePt t="13512" x="4017963" y="3443288"/>
          <p14:tracePt t="13520" x="4002088" y="3465513"/>
          <p14:tracePt t="13527" x="3989388" y="3489325"/>
          <p14:tracePt t="13535" x="3973513" y="3517900"/>
          <p14:tracePt t="13536" x="3967163" y="3517900"/>
          <p14:tracePt t="13537" x="3967163" y="3522663"/>
          <p14:tracePt t="13538" x="3960813" y="3529013"/>
          <p14:tracePt t="13542" x="3960813" y="3533775"/>
          <p14:tracePt t="13543" x="3956050" y="3533775"/>
          <p14:tracePt t="13543" x="3956050" y="3540125"/>
          <p14:tracePt t="13547" x="3949700" y="3546475"/>
          <p14:tracePt t="13555" x="3938588" y="3562350"/>
          <p14:tracePt t="13561" x="3921125" y="3579813"/>
          <p14:tracePt t="13568" x="3903663" y="3597275"/>
          <p14:tracePt t="13575" x="3898900" y="3608388"/>
          <p14:tracePt t="13582" x="3887788" y="3619500"/>
          <p14:tracePt t="13589" x="3881438" y="3630613"/>
          <p14:tracePt t="13590" x="3881438" y="3636963"/>
          <p14:tracePt t="13596" x="3876675" y="3636963"/>
          <p14:tracePt t="13603" x="3876675" y="3648075"/>
          <p14:tracePt t="13610" x="3863975" y="3659188"/>
          <p14:tracePt t="13617" x="3863975" y="3671888"/>
          <p14:tracePt t="13624" x="3859213" y="3676650"/>
          <p14:tracePt t="13631" x="3852863" y="3694113"/>
          <p14:tracePt t="13638" x="3848100" y="3711575"/>
          <p14:tracePt t="13645" x="3835400" y="3722688"/>
          <p14:tracePt t="13652" x="3830638" y="3733800"/>
          <p14:tracePt t="13653" x="3830638" y="3740150"/>
          <p14:tracePt t="13654" x="3830638" y="3744913"/>
          <p14:tracePt t="13655" x="3824288" y="3744913"/>
          <p14:tracePt t="13658" x="3819525" y="3751263"/>
          <p14:tracePt t="13666" x="3819525" y="3762375"/>
          <p14:tracePt t="13672" x="3813175" y="3768725"/>
          <p14:tracePt t="13680" x="3806825" y="3779838"/>
          <p14:tracePt t="13686" x="3806825" y="3784600"/>
          <p14:tracePt t="13694" x="3806825" y="3790950"/>
          <p14:tracePt t="13695" x="3806825" y="3797300"/>
          <p14:tracePt t="13700" x="3802063" y="3802063"/>
          <p14:tracePt t="13709" x="3802063" y="3808413"/>
          <p14:tracePt t="13716" x="3802063" y="3813175"/>
          <p14:tracePt t="13771" x="3802063" y="3819525"/>
          <p14:tracePt t="13772" x="3802063" y="3825875"/>
          <p14:tracePt t="13775" x="3795713" y="3825875"/>
          <p14:tracePt t="13776" x="3795713" y="3830638"/>
          <p14:tracePt t="13779" x="3795713" y="3841750"/>
          <p14:tracePt t="13785" x="3795713" y="3854450"/>
          <p14:tracePt t="13791" x="3795713" y="3870325"/>
          <p14:tracePt t="13798" x="3795713" y="3905250"/>
          <p14:tracePt t="13799" x="3795713" y="3922713"/>
          <p14:tracePt t="13801" x="3795713" y="3933825"/>
          <p14:tracePt t="13802" x="3802063" y="3933825"/>
          <p14:tracePt t="13803" x="3802063" y="3956050"/>
          <p14:tracePt t="13807" x="3806825" y="3973513"/>
          <p14:tracePt t="13808" x="3806825" y="3984625"/>
          <p14:tracePt t="13809" x="3813175" y="3990975"/>
          <p14:tracePt t="13810" x="3813175" y="4002088"/>
          <p14:tracePt t="13813" x="3824288" y="4024313"/>
          <p14:tracePt t="13818" x="3830638" y="4048125"/>
          <p14:tracePt t="13825" x="3852863" y="4098925"/>
          <p14:tracePt t="13832" x="3870325" y="4138613"/>
          <p14:tracePt t="13834" x="3876675" y="4144963"/>
          <p14:tracePt t="13835" x="3881438" y="4156075"/>
          <p14:tracePt t="13836" x="3887788" y="4160838"/>
          <p14:tracePt t="13837" x="3892550" y="4167188"/>
          <p14:tracePt t="13841" x="3898900" y="4184650"/>
          <p14:tracePt t="13846" x="3910013" y="4202113"/>
          <p14:tracePt t="13853" x="3921125" y="4224338"/>
          <p14:tracePt t="13860" x="3932238" y="4246563"/>
          <p14:tracePt t="13867" x="3944938" y="4264025"/>
          <p14:tracePt t="13874" x="3949700" y="4275138"/>
          <p14:tracePt t="13881" x="3956050" y="4281488"/>
          <p14:tracePt t="13888" x="3960813" y="4298950"/>
          <p14:tracePt t="13895" x="3960813" y="4310063"/>
          <p14:tracePt t="13902" x="3960813" y="4327525"/>
          <p14:tracePt t="13908" x="3960813" y="4343400"/>
          <p14:tracePt t="13916" x="3960813" y="4371975"/>
          <p14:tracePt t="13922" x="3960813" y="4383088"/>
          <p14:tracePt t="13930" x="3960813" y="4406900"/>
          <p14:tracePt t="13936" x="3960813" y="4418013"/>
          <p14:tracePt t="13943" x="3960813" y="4429125"/>
          <p14:tracePt t="13951" x="3960813" y="4435475"/>
          <p14:tracePt t="13957" x="3956050" y="4440238"/>
          <p14:tracePt t="13964" x="3956050" y="4446588"/>
          <p14:tracePt t="14056" x="3949700" y="4446588"/>
          <p14:tracePt t="14059" x="3949700" y="4440238"/>
          <p14:tracePt t="14070" x="3949700" y="4435475"/>
          <p14:tracePt t="14072" x="3949700" y="4429125"/>
          <p14:tracePt t="14075" x="3949700" y="4424363"/>
          <p14:tracePt t="14082" x="3949700" y="4406900"/>
          <p14:tracePt t="14089" x="3944938" y="4389438"/>
          <p14:tracePt t="14096" x="3944938" y="4356100"/>
          <p14:tracePt t="14104" x="3944938" y="4321175"/>
          <p14:tracePt t="14104" x="3944938" y="4314825"/>
          <p14:tracePt t="14105" x="3944938" y="4310063"/>
          <p14:tracePt t="14106" x="3944938" y="4303713"/>
          <p14:tracePt t="14107" x="3944938" y="4298950"/>
          <p14:tracePt t="14110" x="3944938" y="4292600"/>
          <p14:tracePt t="14113" x="3944938" y="4275138"/>
          <p14:tracePt t="14117" x="3944938" y="4270375"/>
          <p14:tracePt t="14124" x="3949700" y="4252913"/>
          <p14:tracePt t="14131" x="3949700" y="4246563"/>
          <p14:tracePt t="14138" x="3949700" y="4235450"/>
          <p14:tracePt t="14145" x="3956050" y="4235450"/>
          <p14:tracePt t="14177" x="3956050" y="4230688"/>
          <p14:tracePt t="14188" x="3960813" y="4230688"/>
          <p14:tracePt t="14192" x="3960813" y="4224338"/>
          <p14:tracePt t="14198" x="3960813" y="4217988"/>
          <p14:tracePt t="14201" x="3960813" y="4206875"/>
          <p14:tracePt t="14208" x="3960813" y="4189413"/>
          <p14:tracePt t="14215" x="3960813" y="4167188"/>
          <p14:tracePt t="14216" x="3960813" y="4160838"/>
          <p14:tracePt t="14216" x="3960813" y="4156075"/>
          <p14:tracePt t="14217" x="3960813" y="4149725"/>
          <p14:tracePt t="14218" x="3960813" y="4144963"/>
          <p14:tracePt t="14219" x="3960813" y="4138613"/>
          <p14:tracePt t="14222" x="3960813" y="4132263"/>
          <p14:tracePt t="14223" x="3960813" y="4127500"/>
          <p14:tracePt t="14224" x="3960813" y="4116388"/>
          <p14:tracePt t="14225" x="3960813" y="4110038"/>
          <p14:tracePt t="14226" x="3960813" y="4105275"/>
          <p14:tracePt t="14230" x="3960813" y="4087813"/>
          <p14:tracePt t="14235" x="3960813" y="4070350"/>
          <p14:tracePt t="14242" x="3960813" y="4030663"/>
          <p14:tracePt t="14249" x="3960813" y="4002088"/>
          <p14:tracePt t="14256" x="3960813" y="3984625"/>
          <p14:tracePt t="14263" x="3960813" y="3956050"/>
          <p14:tracePt t="14270" x="3960813" y="3944938"/>
          <p14:tracePt t="14277" x="3967163" y="3933825"/>
          <p14:tracePt t="14284" x="3967163" y="3927475"/>
          <p14:tracePt t="14290" x="3967163" y="3916363"/>
          <p14:tracePt t="14297" x="3967163" y="3910013"/>
          <p14:tracePt t="14304" x="3967163" y="3905250"/>
          <p14:tracePt t="14311" x="3967163" y="3898900"/>
          <p14:tracePt t="14318" x="3967163" y="3887788"/>
          <p14:tracePt t="14326" x="3967163" y="3876675"/>
          <p14:tracePt t="14332" x="3967163" y="3859213"/>
          <p14:tracePt t="14339" x="3967163" y="3841750"/>
          <p14:tracePt t="14346" x="3967163" y="3819525"/>
          <p14:tracePt t="14353" x="3967163" y="3797300"/>
          <p14:tracePt t="14360" x="3967163" y="3773488"/>
          <p14:tracePt t="14367" x="3967163" y="3756025"/>
          <p14:tracePt t="14374" x="3967163" y="3744913"/>
          <p14:tracePt t="14381" x="3967163" y="3740150"/>
          <p14:tracePt t="14383" x="3967163" y="3733800"/>
          <p14:tracePt t="14481" x="3967163" y="3729038"/>
          <p14:tracePt t="14487" x="3967163" y="3722688"/>
          <p14:tracePt t="14490" x="3973513" y="3722688"/>
          <p14:tracePt t="14493" x="3973513" y="3716338"/>
          <p14:tracePt t="14499" x="3978275" y="3716338"/>
          <p14:tracePt t="14506" x="3984625" y="3705225"/>
          <p14:tracePt t="14513" x="3989388" y="3700463"/>
          <p14:tracePt t="14519" x="3989388" y="3694113"/>
          <p14:tracePt t="14527" x="3995738" y="3687763"/>
          <p14:tracePt t="14541" x="4002088" y="3683000"/>
          <p14:tracePt t="14547" x="4006850" y="3676650"/>
          <p14:tracePt t="14800" x="4006850" y="3683000"/>
          <p14:tracePt t="14806" x="4006850" y="3687763"/>
          <p14:tracePt t="14808" x="4006850" y="3694113"/>
          <p14:tracePt t="14811" x="4006850" y="3700463"/>
          <p14:tracePt t="14819" x="4006850" y="3716338"/>
          <p14:tracePt t="14820" x="4006850" y="3733800"/>
          <p14:tracePt t="14822" x="4006850" y="3740150"/>
          <p14:tracePt t="14823" x="4006850" y="3744913"/>
          <p14:tracePt t="14825" x="4006850" y="3751263"/>
          <p14:tracePt t="14833" x="4013200" y="3779838"/>
          <p14:tracePt t="14834" x="4013200" y="3790950"/>
          <p14:tracePt t="14835" x="4017963" y="3797300"/>
          <p14:tracePt t="14839" x="4024313" y="3808413"/>
          <p14:tracePt t="14853" x="4024313" y="3854450"/>
          <p14:tracePt t="14860" x="4029075" y="3865563"/>
          <p14:tracePt t="14874" x="4029075" y="3876675"/>
          <p14:tracePt t="15066" x="4035425" y="3876675"/>
          <p14:tracePt t="15070" x="4035425" y="3870325"/>
          <p14:tracePt t="15075" x="4035425" y="3865563"/>
          <p14:tracePt t="15082" x="4041775" y="3854450"/>
          <p14:tracePt t="15090" x="4041775" y="3836988"/>
          <p14:tracePt t="15091" x="4046538" y="3830638"/>
          <p14:tracePt t="15103" x="4052888" y="3797300"/>
          <p14:tracePt t="15111" x="4057650" y="3784600"/>
          <p14:tracePt t="15124" x="4064000" y="3756025"/>
          <p14:tracePt t="15132" x="4064000" y="3751263"/>
          <p14:tracePt t="15138" x="4064000" y="3744913"/>
          <p14:tracePt t="15164" x="4064000" y="3740150"/>
          <p14:tracePt t="15167" x="4070350" y="3740150"/>
          <p14:tracePt t="15172" x="4070350" y="3733800"/>
          <p14:tracePt t="15180" x="4075113" y="3729038"/>
          <p14:tracePt t="15181" x="4075113" y="3716338"/>
          <p14:tracePt t="15186" x="4081463" y="3711575"/>
          <p14:tracePt t="15200" x="4086225" y="3683000"/>
          <p14:tracePt t="15207" x="4098925" y="3671888"/>
          <p14:tracePt t="15214" x="4098925" y="3659188"/>
          <p14:tracePt t="15221" x="4103688" y="3648075"/>
          <p14:tracePt t="15235" x="4125913" y="3636963"/>
          <p14:tracePt t="15249" x="4178300" y="3625850"/>
          <p14:tracePt t="15251" x="4195763" y="3619500"/>
          <p14:tracePt t="15252" x="4206875" y="3619500"/>
          <p14:tracePt t="15255" x="4217988" y="3614738"/>
          <p14:tracePt t="15263" x="4257675" y="3608388"/>
          <p14:tracePt t="15270" x="4297363" y="3597275"/>
          <p14:tracePt t="15271" x="4321175" y="3597275"/>
          <p14:tracePt t="15272" x="4325938" y="3597275"/>
          <p14:tracePt t="15273" x="4332288" y="3597275"/>
          <p14:tracePt t="15274" x="4337050" y="3597275"/>
          <p14:tracePt t="15278" x="4360863" y="3590925"/>
          <p14:tracePt t="15279" x="4371975" y="3590925"/>
          <p14:tracePt t="15280" x="4376738" y="3590925"/>
          <p14:tracePt t="15281" x="4383088" y="3590925"/>
          <p14:tracePt t="15282" x="4389438" y="3590925"/>
          <p14:tracePt t="15291" x="4429125" y="3586163"/>
          <p14:tracePt t="15298" x="4462463" y="3579813"/>
          <p14:tracePt t="15300" x="4479925" y="3579813"/>
          <p14:tracePt t="15305" x="4491038" y="3575050"/>
          <p14:tracePt t="15312" x="4530725" y="3575050"/>
          <p14:tracePt t="15325" x="4600575" y="3568700"/>
          <p14:tracePt t="15332" x="4633913" y="3568700"/>
          <p14:tracePt t="15339" x="4662488" y="3562350"/>
          <p14:tracePt t="15346" x="4679950" y="3562350"/>
          <p14:tracePt t="15353" x="4697413" y="3562350"/>
          <p14:tracePt t="15360" x="4713288" y="3562350"/>
          <p14:tracePt t="15367" x="4730750" y="3562350"/>
          <p14:tracePt t="15375" x="4759325" y="3562350"/>
          <p14:tracePt t="15381" x="4787900" y="3562350"/>
          <p14:tracePt t="15388" x="4822825" y="3568700"/>
          <p14:tracePt t="15395" x="4878388" y="3579813"/>
          <p14:tracePt t="15402" x="4941888" y="3586163"/>
          <p14:tracePt t="15409" x="5016500" y="3603625"/>
          <p14:tracePt t="15416" x="5089525" y="3614738"/>
          <p14:tracePt t="15422" x="5157788" y="3630613"/>
          <p14:tracePt t="15429" x="5221288" y="3648075"/>
          <p14:tracePt t="15437" x="5278438" y="3665538"/>
          <p14:tracePt t="15450" x="5357813" y="3700463"/>
          <p14:tracePt t="15457" x="5375275" y="3705225"/>
          <p14:tracePt t="15465" x="5392738" y="3722688"/>
          <p14:tracePt t="15471" x="5397500" y="3722688"/>
          <p14:tracePt t="15478" x="5403850" y="3733800"/>
          <p14:tracePt t="15485" x="5403850" y="3740150"/>
          <p14:tracePt t="15492" x="5408613" y="3744913"/>
          <p14:tracePt t="15499" x="5408613" y="3751263"/>
          <p14:tracePt t="15501" x="5414963" y="3756025"/>
          <p14:tracePt t="15507" x="5414963" y="3768725"/>
          <p14:tracePt t="15508" x="5421313" y="3768725"/>
          <p14:tracePt t="15513" x="5421313" y="3773488"/>
          <p14:tracePt t="15520" x="5421313" y="3784600"/>
          <p14:tracePt t="15521" x="5426075" y="3790950"/>
          <p14:tracePt t="15528" x="5426075" y="3802063"/>
          <p14:tracePt t="15528" x="5432425" y="3813175"/>
          <p14:tracePt t="15533" x="5437188" y="3825875"/>
          <p14:tracePt t="15541" x="5443538" y="3854450"/>
          <p14:tracePt t="15548" x="5454650" y="3887788"/>
          <p14:tracePt t="15554" x="5461000" y="3933825"/>
          <p14:tracePt t="15562" x="5476875" y="3995738"/>
          <p14:tracePt t="15563" x="5483225" y="4019550"/>
          <p14:tracePt t="15564" x="5489575" y="4030663"/>
          <p14:tracePt t="15565" x="5494338" y="4035425"/>
          <p14:tracePt t="15566" x="5494338" y="4041775"/>
          <p14:tracePt t="15570" x="5505450" y="4070350"/>
          <p14:tracePt t="15571" x="5505450" y="4076700"/>
          <p14:tracePt t="15572" x="5511800" y="4087813"/>
          <p14:tracePt t="15576" x="5511800" y="4092575"/>
          <p14:tracePt t="15577" x="5518150" y="4110038"/>
          <p14:tracePt t="15578" x="5522913" y="4121150"/>
          <p14:tracePt t="15579" x="5522913" y="4127500"/>
          <p14:tracePt t="15580" x="5522913" y="4132263"/>
          <p14:tracePt t="15581" x="5529263" y="4144963"/>
          <p14:tracePt t="15583" x="5534025" y="4156075"/>
          <p14:tracePt t="15584" x="5534025" y="4160838"/>
          <p14:tracePt t="15585" x="5534025" y="4167188"/>
          <p14:tracePt t="15586" x="5540375" y="4173538"/>
          <p14:tracePt t="15590" x="5540375" y="4178300"/>
          <p14:tracePt t="15591" x="5546725" y="4189413"/>
          <p14:tracePt t="15596" x="5551488" y="4202113"/>
          <p14:tracePt t="15603" x="5557838" y="4217988"/>
          <p14:tracePt t="15610" x="5562600" y="4224338"/>
          <p14:tracePt t="15617" x="5562600" y="4230688"/>
          <p14:tracePt t="15625" x="5562600" y="4235450"/>
          <p14:tracePt t="15637" x="5562600" y="4241800"/>
          <p14:tracePt t="15640" x="5562600" y="4246563"/>
          <p14:tracePt t="15646" x="5562600" y="4252913"/>
          <p14:tracePt t="15647" x="5562600" y="4257675"/>
          <p14:tracePt t="15652" x="5562600" y="4264025"/>
          <p14:tracePt t="15659" x="5562600" y="4281488"/>
          <p14:tracePt t="15665" x="5562600" y="4303713"/>
          <p14:tracePt t="15673" x="5557838" y="4327525"/>
          <p14:tracePt t="15680" x="5546725" y="4360863"/>
          <p14:tracePt t="15687" x="5540375" y="4383088"/>
          <p14:tracePt t="15688" x="5534025" y="4400550"/>
          <p14:tracePt t="15693" x="5529263" y="4411663"/>
          <p14:tracePt t="15701" x="5518150" y="4435475"/>
          <p14:tracePt t="15707" x="5500688" y="4457700"/>
          <p14:tracePt t="15714" x="5483225" y="4475163"/>
          <p14:tracePt t="15721" x="5454650" y="4497388"/>
          <p14:tracePt t="15728" x="5421313" y="4514850"/>
          <p14:tracePt t="15735" x="5386388" y="4532313"/>
          <p14:tracePt t="15742" x="5329238" y="4554538"/>
          <p14:tracePt t="15749" x="5260975" y="4578350"/>
          <p14:tracePt t="15756" x="5186363" y="4589463"/>
          <p14:tracePt t="15763" x="5100638" y="4611688"/>
          <p14:tracePt t="15770" x="5010150" y="4618038"/>
          <p14:tracePt t="15777" x="4919663" y="4629150"/>
          <p14:tracePt t="15784" x="4833938" y="4635500"/>
          <p14:tracePt t="15791" x="4759325" y="4635500"/>
          <p14:tracePt t="15797" x="4673600" y="4635500"/>
          <p14:tracePt t="15804" x="4605338" y="4635500"/>
          <p14:tracePt t="15812" x="4543425" y="4635500"/>
          <p14:tracePt t="15813" x="4519613" y="4635500"/>
          <p14:tracePt t="15814" x="4502150" y="4635500"/>
          <p14:tracePt t="15815" x="4497388" y="4635500"/>
          <p14:tracePt t="15816" x="4486275" y="4635500"/>
          <p14:tracePt t="15817" x="4479925" y="4635500"/>
          <p14:tracePt t="15820" x="4451350" y="4629150"/>
          <p14:tracePt t="15825" x="4418013" y="4629150"/>
          <p14:tracePt t="15832" x="4354513" y="4629150"/>
          <p14:tracePt t="15840" x="4292600" y="4629150"/>
          <p14:tracePt t="15841" x="4264025" y="4629150"/>
          <p14:tracePt t="15842" x="4246563" y="4629150"/>
          <p14:tracePt t="15843" x="4240213" y="4635500"/>
          <p14:tracePt t="15844" x="4229100" y="4635500"/>
          <p14:tracePt t="15845" x="4206875" y="4635500"/>
          <p14:tracePt t="15848" x="4167188" y="4640263"/>
          <p14:tracePt t="15849" x="4160838" y="4640263"/>
          <p14:tracePt t="15851" x="4149725" y="4640263"/>
          <p14:tracePt t="15852" x="4138613" y="4640263"/>
          <p14:tracePt t="15853" x="4121150" y="4640263"/>
          <p14:tracePt t="15855" x="4092575" y="4640263"/>
          <p14:tracePt t="15856" x="4081463" y="4646613"/>
          <p14:tracePt t="15857" x="4064000" y="4646613"/>
          <p14:tracePt t="15860" x="4017963" y="4651375"/>
          <p14:tracePt t="15867" x="3910013" y="4657725"/>
          <p14:tracePt t="15874" x="3802063" y="4657725"/>
          <p14:tracePt t="15881" x="3676650" y="4657725"/>
          <p14:tracePt t="15888" x="3533775" y="4651375"/>
          <p14:tracePt t="15895" x="3357563" y="4618038"/>
          <p14:tracePt t="15902" x="3203575" y="4578350"/>
          <p14:tracePt t="15908" x="3067050" y="4543425"/>
          <p14:tracePt t="15916" x="2917825" y="4497388"/>
          <p14:tracePt t="15917" x="2884488" y="4486275"/>
          <p14:tracePt t="15918" x="2873375" y="4481513"/>
          <p14:tracePt t="15919" x="2855913" y="4475163"/>
          <p14:tracePt t="15921" x="2838450" y="4468813"/>
          <p14:tracePt t="15922" x="2832100" y="4468813"/>
          <p14:tracePt t="15925" x="2776538" y="4446588"/>
          <p14:tracePt t="15927" x="2763838" y="4446588"/>
          <p14:tracePt t="15928" x="2752725" y="4440238"/>
          <p14:tracePt t="15929" x="2747963" y="4440238"/>
          <p14:tracePt t="15933" x="2695575" y="4418013"/>
          <p14:tracePt t="15934" x="2690813" y="4411663"/>
          <p14:tracePt t="15936" x="2679700" y="4411663"/>
          <p14:tracePt t="15939" x="2655888" y="4400550"/>
          <p14:tracePt t="15944" x="2638425" y="4395788"/>
          <p14:tracePt t="15951" x="2616200" y="4383088"/>
          <p14:tracePt t="15957" x="2609850" y="4371975"/>
          <p14:tracePt t="15980" x="2609850" y="4367213"/>
          <p14:tracePt t="15983" x="2609850" y="4356100"/>
          <p14:tracePt t="15985" x="2609850" y="4349750"/>
          <p14:tracePt t="15992" x="2622550" y="4314825"/>
          <p14:tracePt t="15999" x="2651125" y="4275138"/>
          <p14:tracePt t="16006" x="2684463" y="4213225"/>
          <p14:tracePt t="16013" x="2735263" y="4156075"/>
          <p14:tracePt t="16019" x="2781300" y="4092575"/>
          <p14:tracePt t="16027" x="2832100" y="4035425"/>
          <p14:tracePt t="16028" x="2849563" y="4006850"/>
          <p14:tracePt t="16030" x="2860675" y="3995738"/>
          <p14:tracePt t="16031" x="2867025" y="3990975"/>
          <p14:tracePt t="16032" x="2873375" y="3973513"/>
          <p14:tracePt t="16035" x="2901950" y="3956050"/>
          <p14:tracePt t="16041" x="2924175" y="3922713"/>
          <p14:tracePt t="16048" x="2974975" y="3865563"/>
          <p14:tracePt t="16054" x="3038475" y="3813175"/>
          <p14:tracePt t="16062" x="3111500" y="3756025"/>
          <p14:tracePt t="16068" x="3197225" y="3700463"/>
          <p14:tracePt t="16075" x="3311525" y="3630613"/>
          <p14:tracePt t="16083" x="3403600" y="3586163"/>
          <p14:tracePt t="16089" x="3527425" y="3529013"/>
          <p14:tracePt t="16096" x="3613150" y="3489325"/>
          <p14:tracePt t="16103" x="3709988" y="3454400"/>
          <p14:tracePt t="16117" x="3881438" y="3386138"/>
          <p14:tracePt t="16119" x="3903663" y="3375025"/>
          <p14:tracePt t="16120" x="3921125" y="3375025"/>
          <p14:tracePt t="16121" x="3932238" y="3375025"/>
          <p14:tracePt t="16124" x="3949700" y="3357563"/>
          <p14:tracePt t="16131" x="4029075" y="3335338"/>
          <p14:tracePt t="16132" x="4064000" y="3324225"/>
          <p14:tracePt t="16135" x="4075113" y="3311525"/>
          <p14:tracePt t="16136" x="4103688" y="3306763"/>
          <p14:tracePt t="16139" x="4125913" y="3300413"/>
          <p14:tracePt t="16145" x="4167188" y="3282950"/>
          <p14:tracePt t="16151" x="4229100" y="3260725"/>
          <p14:tracePt t="16159" x="4279900" y="3249613"/>
          <p14:tracePt t="16166" x="4332288" y="3232150"/>
          <p14:tracePt t="16167" x="4360863" y="3227388"/>
          <p14:tracePt t="16168" x="4365625" y="3221038"/>
          <p14:tracePt t="16170" x="4376738" y="3221038"/>
          <p14:tracePt t="16171" x="4394200" y="3221038"/>
          <p14:tracePt t="16174" x="4422775" y="3209925"/>
          <p14:tracePt t="16175" x="4433888" y="3209925"/>
          <p14:tracePt t="16176" x="4440238" y="3209925"/>
          <p14:tracePt t="16177" x="4457700" y="3209925"/>
          <p14:tracePt t="16178" x="4462463" y="3209925"/>
          <p14:tracePt t="16182" x="4491038" y="3203575"/>
          <p14:tracePt t="16183" x="4502150" y="3203575"/>
          <p14:tracePt t="16184" x="4519613" y="3203575"/>
          <p14:tracePt t="16185" x="4530725" y="3203575"/>
          <p14:tracePt t="16188" x="4565650" y="3198813"/>
          <p14:tracePt t="16189" x="4572000" y="3198813"/>
          <p14:tracePt t="16190" x="4583113" y="3198813"/>
          <p14:tracePt t="16191" x="4600575" y="3198813"/>
          <p14:tracePt t="16195" x="4627563" y="3198813"/>
          <p14:tracePt t="16197" x="4645025" y="3198813"/>
          <p14:tracePt t="16198" x="4662488" y="3198813"/>
          <p14:tracePt t="16199" x="4679950" y="3198813"/>
          <p14:tracePt t="16200" x="4691063" y="3198813"/>
          <p14:tracePt t="16202" x="4730750" y="3198813"/>
          <p14:tracePt t="16204" x="4741863" y="3198813"/>
          <p14:tracePt t="16205" x="4765675" y="3198813"/>
          <p14:tracePt t="16207" x="4776788" y="3198813"/>
          <p14:tracePt t="16208" x="4833938" y="3203575"/>
          <p14:tracePt t="16214" x="4913313" y="3214688"/>
          <p14:tracePt t="16221" x="5067300" y="3243263"/>
          <p14:tracePt t="16228" x="5210175" y="3271838"/>
          <p14:tracePt t="16235" x="5386388" y="3324225"/>
          <p14:tracePt t="16242" x="5500688" y="3368675"/>
          <p14:tracePt t="16249" x="5597525" y="3414713"/>
          <p14:tracePt t="16250" x="5626100" y="3436938"/>
          <p14:tracePt t="16251" x="5643563" y="3449638"/>
          <p14:tracePt t="16253" x="5648325" y="3454400"/>
          <p14:tracePt t="16253" x="5659438" y="3465513"/>
          <p14:tracePt t="16255" x="5665788" y="3471863"/>
          <p14:tracePt t="16258" x="5688013" y="3505200"/>
          <p14:tracePt t="16259" x="5694363" y="3505200"/>
          <p14:tracePt t="16260" x="5694363" y="3517900"/>
          <p14:tracePt t="16262" x="5699125" y="3522663"/>
          <p14:tracePt t="16265" x="5711825" y="3551238"/>
          <p14:tracePt t="16266" x="5711825" y="3562350"/>
          <p14:tracePt t="16267" x="5716588" y="3568700"/>
          <p14:tracePt t="16269" x="5716588" y="3579813"/>
          <p14:tracePt t="16272" x="5722938" y="3603625"/>
          <p14:tracePt t="16277" x="5727700" y="3648075"/>
          <p14:tracePt t="16284" x="5740400" y="3729038"/>
          <p14:tracePt t="16291" x="5756275" y="3841750"/>
          <p14:tracePt t="16298" x="5791200" y="3951288"/>
          <p14:tracePt t="16305" x="5819775" y="4041775"/>
          <p14:tracePt t="16312" x="5865813" y="4156075"/>
          <p14:tracePt t="16326" x="5945188" y="4303713"/>
          <p14:tracePt t="16327" x="5949950" y="4314825"/>
          <p14:tracePt t="16328" x="5956300" y="4321175"/>
          <p14:tracePt t="16329" x="5962650" y="4327525"/>
          <p14:tracePt t="16330" x="5967413" y="4338638"/>
          <p14:tracePt t="16333" x="5978525" y="4356100"/>
          <p14:tracePt t="16334" x="5984875" y="4356100"/>
          <p14:tracePt t="16335" x="5984875" y="4360863"/>
          <p14:tracePt t="16336" x="5984875" y="4367213"/>
          <p14:tracePt t="16338" x="5991225" y="4367213"/>
          <p14:tracePt t="16339" x="5991225" y="4371975"/>
          <p14:tracePt t="16342" x="6002338" y="4383088"/>
          <p14:tracePt t="16346" x="6002338" y="4395788"/>
          <p14:tracePt t="16353" x="6013450" y="4411663"/>
          <p14:tracePt t="16360" x="6013450" y="4435475"/>
          <p14:tracePt t="16367" x="6013450" y="4457700"/>
          <p14:tracePt t="16374" x="6013450" y="4486275"/>
          <p14:tracePt t="16381" x="6002338" y="4532313"/>
          <p14:tracePt t="16388" x="5978525" y="4578350"/>
          <p14:tracePt t="16395" x="5938838" y="4646613"/>
          <p14:tracePt t="16402" x="5899150" y="4703763"/>
          <p14:tracePt t="16403" x="5876925" y="4732338"/>
          <p14:tracePt t="16404" x="5870575" y="4743450"/>
          <p14:tracePt t="16405" x="5859463" y="4754563"/>
          <p14:tracePt t="16407" x="5853113" y="4760913"/>
          <p14:tracePt t="16408" x="5842000" y="4772025"/>
          <p14:tracePt t="16410" x="5819775" y="4794250"/>
          <p14:tracePt t="16416" x="5791200" y="4833938"/>
          <p14:tracePt t="16423" x="5734050" y="4886325"/>
          <p14:tracePt t="16430" x="5688013" y="4919663"/>
          <p14:tracePt t="16437" x="5643563" y="4941888"/>
          <p14:tracePt t="16443" x="5614988" y="4954588"/>
          <p14:tracePt t="16451" x="5591175" y="4959350"/>
          <p14:tracePt t="16457" x="5573713" y="4959350"/>
          <p14:tracePt t="16465" x="5568950" y="4959350"/>
          <p14:tracePt t="16471" x="5562600" y="4959350"/>
          <p14:tracePt t="16480" x="5557838" y="4954588"/>
          <p14:tracePt t="16493" x="5557838" y="4948238"/>
          <p14:tracePt t="16496" x="5557838" y="4941888"/>
          <p14:tracePt t="16499" x="5557838" y="4937125"/>
          <p14:tracePt t="16506" x="5557838" y="4926013"/>
          <p14:tracePt t="16513" x="5557838" y="4908550"/>
          <p14:tracePt t="16520" x="5557838" y="4891088"/>
          <p14:tracePt t="16527" x="5551488" y="4873625"/>
          <p14:tracePt t="16534" x="5551488" y="4857750"/>
          <p14:tracePt t="16541" x="5551488" y="4840288"/>
          <p14:tracePt t="16548" x="5551488" y="4822825"/>
          <p14:tracePt t="16555" x="5551488" y="4811713"/>
          <p14:tracePt t="16561" x="5557838" y="4800600"/>
          <p14:tracePt t="16568" x="5562600" y="4783138"/>
          <p14:tracePt t="16576" x="5562600" y="4772025"/>
          <p14:tracePt t="16582" x="5568950" y="4754563"/>
          <p14:tracePt t="16590" x="5568950" y="4737100"/>
          <p14:tracePt t="16591" x="5568950" y="4732338"/>
          <p14:tracePt t="16596" x="5573713" y="4719638"/>
          <p14:tracePt t="16603" x="5573713" y="4703763"/>
          <p14:tracePt t="16610" x="5580063" y="4686300"/>
          <p14:tracePt t="16617" x="5591175" y="4662488"/>
          <p14:tracePt t="16624" x="5591175" y="4646613"/>
          <p14:tracePt t="16631" x="5602288" y="4622800"/>
          <p14:tracePt t="16638" x="5608638" y="4600575"/>
          <p14:tracePt t="16645" x="5614988" y="4578350"/>
          <p14:tracePt t="16652" x="5619750" y="4560888"/>
          <p14:tracePt t="16659" x="5630863" y="4543425"/>
          <p14:tracePt t="16666" x="5637213" y="4532313"/>
          <p14:tracePt t="16673" x="5643563" y="4514850"/>
          <p14:tracePt t="16679" x="5659438" y="4503738"/>
          <p14:tracePt t="16687" x="5665788" y="4486275"/>
          <p14:tracePt t="16693" x="5683250" y="4475163"/>
          <p14:tracePt t="16700" x="5699125" y="4457700"/>
          <p14:tracePt t="16707" x="5722938" y="4440238"/>
          <p14:tracePt t="16714" x="5727700" y="4435475"/>
          <p14:tracePt t="17075" x="5722938" y="4440238"/>
          <p14:tracePt t="17077" x="5716588" y="4452938"/>
          <p14:tracePt t="17082" x="5705475" y="4464050"/>
          <p14:tracePt t="17089" x="5672138" y="4508500"/>
          <p14:tracePt t="17096" x="5626100" y="4578350"/>
          <p14:tracePt t="17103" x="5557838" y="4662488"/>
          <p14:tracePt t="17111" x="5489575" y="4754563"/>
          <p14:tracePt t="17112" x="5465763" y="4787900"/>
          <p14:tracePt t="17112" x="5454650" y="4805363"/>
          <p14:tracePt t="17113" x="5437188" y="4829175"/>
          <p14:tracePt t="17114" x="5426075" y="4833938"/>
          <p14:tracePt t="17115" x="5403850" y="4868863"/>
          <p14:tracePt t="17120" x="5346700" y="4937125"/>
          <p14:tracePt t="17121" x="5335588" y="4959350"/>
          <p14:tracePt t="17122" x="5318125" y="4976813"/>
          <p14:tracePt t="17123" x="5300663" y="4999038"/>
          <p14:tracePt t="17124" x="5278438" y="5016500"/>
          <p14:tracePt t="17126" x="5238750" y="5067300"/>
          <p14:tracePt t="17131" x="5186363" y="5130800"/>
          <p14:tracePt t="17138" x="5045075" y="5284788"/>
          <p14:tracePt t="17145" x="4924425" y="5421313"/>
          <p14:tracePt t="17152" x="4816475" y="5535613"/>
          <p14:tracePt t="17159" x="4697413" y="5649913"/>
          <p14:tracePt t="17166" x="4611688" y="5735638"/>
          <p14:tracePt t="17173" x="4525963" y="5815013"/>
          <p14:tracePt t="17180" x="4433888" y="5900738"/>
          <p14:tracePt t="17187" x="4349750" y="5973763"/>
          <p14:tracePt t="17194" x="4246563" y="6065838"/>
          <p14:tracePt t="17201" x="4114800" y="6173788"/>
          <p14:tracePt t="17207" x="3921125" y="6327775"/>
          <p14:tracePt t="17215" x="3727450" y="6475413"/>
          <p14:tracePt t="17216" x="3670300" y="6516688"/>
          <p14:tracePt t="17216" x="3636963" y="6538913"/>
          <p14:tracePt t="17221" x="3527425" y="6613525"/>
          <p14:tracePt t="17228" x="3317875" y="6754813"/>
          <p14:tracePt t="17624" x="1857375" y="6851650"/>
          <p14:tracePt t="17631" x="1852613" y="6846888"/>
          <p14:tracePt t="17638" x="1846263" y="6840538"/>
          <p14:tracePt t="17645" x="1841500" y="6840538"/>
          <p14:tracePt t="17652" x="1835150" y="6840538"/>
          <p14:tracePt t="17658" x="1830388" y="6835775"/>
          <p14:tracePt t="17673" x="1795463" y="6823075"/>
          <p14:tracePt t="17674" x="1784350" y="6818313"/>
          <p14:tracePt t="17680" x="1773238" y="6811963"/>
          <p14:tracePt t="17681" x="1766888" y="6811963"/>
          <p14:tracePt t="17682" x="1760538" y="6811963"/>
          <p14:tracePt t="17684" x="1755775" y="6811963"/>
          <p14:tracePt t="17686" x="1749425" y="6811963"/>
          <p14:tracePt t="17694" x="1727200" y="6800850"/>
          <p14:tracePt t="17695" x="1709738" y="6794500"/>
          <p14:tracePt t="17700" x="1698625" y="6789738"/>
          <p14:tracePt t="17707" x="1676400" y="6778625"/>
          <p14:tracePt t="17714" x="1658938" y="6767513"/>
          <p14:tracePt t="17728" x="1619250" y="6750050"/>
          <p14:tracePt t="17735" x="1595438" y="6738938"/>
          <p14:tracePt t="17742" x="1579563" y="6726238"/>
          <p14:tracePt t="17756" x="1544638" y="6715125"/>
          <p14:tracePt t="17763" x="1527175" y="6710363"/>
          <p14:tracePt t="17777" x="1476375" y="6710363"/>
          <p14:tracePt t="17784" x="1454150" y="6710363"/>
          <p14:tracePt t="17791" x="1430338" y="6710363"/>
          <p14:tracePt t="17798" x="1412875" y="6710363"/>
          <p14:tracePt t="17804" x="1390650" y="6704013"/>
          <p14:tracePt t="17812" x="1379538" y="6704013"/>
          <p14:tracePt t="17818" x="1373188" y="6697663"/>
          <p14:tracePt t="17825" x="1368425" y="6697663"/>
          <p14:tracePt t="17926" x="1373188" y="6697663"/>
          <p14:tracePt t="17929" x="1379538" y="6697663"/>
          <p14:tracePt t="17931" x="1384300" y="6697663"/>
          <p14:tracePt t="17932" x="1390650" y="6697663"/>
          <p14:tracePt t="17936" x="1401763" y="6692900"/>
          <p14:tracePt t="17943" x="1441450" y="6681788"/>
          <p14:tracePt t="17950" x="1487488" y="6675438"/>
          <p14:tracePt t="17957" x="1555750" y="6664325"/>
          <p14:tracePt t="17965" x="1635125" y="6642100"/>
          <p14:tracePt t="17971" x="1716088" y="6624638"/>
          <p14:tracePt t="17978" x="1801813" y="6596063"/>
          <p14:tracePt t="17985" x="1903413" y="6572250"/>
          <p14:tracePt t="17992" x="1982788" y="6543675"/>
          <p14:tracePt t="17999" x="2063750" y="6527800"/>
          <p14:tracePt t="18006" x="2125663" y="6510338"/>
          <p14:tracePt t="18013" x="2171700" y="6499225"/>
          <p14:tracePt t="18020" x="2206625" y="6492875"/>
          <p14:tracePt t="18027" x="2222500" y="6488113"/>
          <p14:tracePt t="18034" x="2228850" y="6488113"/>
          <p14:tracePt t="18211" x="2233613" y="6488113"/>
          <p14:tracePt t="18218" x="2239963" y="6488113"/>
          <p14:tracePt t="18220" x="2246313" y="6488113"/>
          <p14:tracePt t="18228" x="2257425" y="6488113"/>
          <p14:tracePt t="18235" x="2268538" y="6488113"/>
          <p14:tracePt t="18236" x="2274888" y="6488113"/>
          <p14:tracePt t="18237" x="2279650" y="6488113"/>
          <p14:tracePt t="18242" x="2286000" y="6488113"/>
          <p14:tracePt t="18249" x="2303463" y="6488113"/>
          <p14:tracePt t="18256" x="2314575" y="6488113"/>
          <p14:tracePt t="18263" x="2330450" y="6488113"/>
          <p14:tracePt t="18270" x="2343150" y="6492875"/>
          <p14:tracePt t="18277" x="2347913" y="6492875"/>
          <p14:tracePt t="18284" x="2354263" y="6492875"/>
          <p14:tracePt t="18291" x="2365375" y="6499225"/>
          <p14:tracePt t="18297" x="2371725" y="6503988"/>
          <p14:tracePt t="18304" x="2376488" y="6503988"/>
          <p14:tracePt t="18353" x="2382838" y="6503988"/>
          <p14:tracePt t="18355" x="2382838" y="6510338"/>
          <p14:tracePt t="18360" x="2387600" y="6510338"/>
          <p14:tracePt t="18367" x="2400300" y="6510338"/>
          <p14:tracePt t="18374" x="2411413" y="6516688"/>
          <p14:tracePt t="18381" x="2433638" y="6516688"/>
          <p14:tracePt t="18388" x="2455863" y="6521450"/>
          <p14:tracePt t="18395" x="2479675" y="6521450"/>
          <p14:tracePt t="18402" x="2501900" y="6521450"/>
          <p14:tracePt t="18409" x="2525713" y="6521450"/>
          <p14:tracePt t="18416" x="2541588" y="6521450"/>
          <p14:tracePt t="18423" x="2565400" y="6521450"/>
          <p14:tracePt t="18430" x="2581275" y="6521450"/>
          <p14:tracePt t="18437" x="2587625" y="6521450"/>
          <p14:tracePt t="18444" x="2593975" y="6521450"/>
          <p14:tracePt t="18528" x="2598738" y="6521450"/>
          <p14:tracePt t="18536" x="2609850" y="6521450"/>
          <p14:tracePt t="18540" x="2616200" y="6521450"/>
          <p14:tracePt t="18545" x="2622550" y="6521450"/>
          <p14:tracePt t="18549" x="2627313" y="6521450"/>
          <p14:tracePt t="18550" x="2633663" y="6521450"/>
          <p14:tracePt t="18556" x="2638425" y="6521450"/>
          <p14:tracePt t="18557" x="2644775" y="6521450"/>
          <p14:tracePt t="18563" x="2651125" y="6521450"/>
          <p14:tracePt t="18568" x="2662238" y="6521450"/>
          <p14:tracePt t="18576" x="2667000" y="6521450"/>
          <p14:tracePt t="18582" x="2679700" y="6521450"/>
          <p14:tracePt t="18589" x="2684463" y="6521450"/>
          <p14:tracePt t="18747" x="2679700" y="6521450"/>
          <p14:tracePt t="18750" x="2673350" y="6521450"/>
          <p14:tracePt t="18751" x="2673350" y="6527800"/>
          <p14:tracePt t="18756" x="2662238" y="6532563"/>
          <p14:tracePt t="18763" x="2638425" y="6538913"/>
          <p14:tracePt t="18770" x="2616200" y="6543675"/>
          <p14:tracePt t="18777" x="2587625" y="6550025"/>
          <p14:tracePt t="18784" x="2570163" y="6556375"/>
          <p14:tracePt t="18791" x="2554288" y="6561138"/>
          <p14:tracePt t="18797" x="2536825" y="6561138"/>
          <p14:tracePt t="18805" x="2525713" y="6567488"/>
          <p14:tracePt t="18812" x="2519363" y="6567488"/>
          <p14:tracePt t="18818" x="2508250" y="6572250"/>
          <p14:tracePt t="18825" x="2497138" y="6578600"/>
          <p14:tracePt t="18832" x="2490788" y="6584950"/>
          <p14:tracePt t="18840" x="2473325" y="6589713"/>
          <p14:tracePt t="18846" x="2444750" y="6596063"/>
          <p14:tracePt t="18854" x="2416175" y="6607175"/>
          <p14:tracePt t="18860" x="2376488" y="6618288"/>
          <p14:tracePt t="18867" x="2330450" y="6624638"/>
          <p14:tracePt t="18874" x="2279650" y="6635750"/>
          <p14:tracePt t="18881" x="2200275" y="6642100"/>
          <p14:tracePt t="18888" x="2132013" y="6642100"/>
          <p14:tracePt t="18895" x="2063750" y="6642100"/>
          <p14:tracePt t="18902" x="1982788" y="6642100"/>
          <p14:tracePt t="18909" x="1914525" y="6635750"/>
          <p14:tracePt t="18916" x="1841500" y="6624638"/>
          <p14:tracePt t="18923" x="1760538" y="6618288"/>
          <p14:tracePt t="18930" x="1652588" y="6613525"/>
          <p14:tracePt t="18931" x="1619250" y="6607175"/>
          <p14:tracePt t="18933" x="1601788" y="6607175"/>
          <p14:tracePt t="18934" x="1590675" y="6600825"/>
          <p14:tracePt t="18935" x="1573213" y="6600825"/>
          <p14:tracePt t="18936" x="1555750" y="6600825"/>
          <p14:tracePt t="18938" x="1516063" y="6596063"/>
          <p14:tracePt t="18940" x="1498600" y="6596063"/>
          <p14:tracePt t="18941" x="1487488" y="6596063"/>
          <p14:tracePt t="18944" x="1476375" y="6589713"/>
          <p14:tracePt t="18946" x="1408113" y="6584950"/>
          <p14:tracePt t="18948" x="1373188" y="6578600"/>
          <p14:tracePt t="18951" x="1357313" y="6578600"/>
          <p14:tracePt t="18957" x="1247775" y="6567488"/>
          <p14:tracePt t="18965" x="1157288" y="6556375"/>
          <p14:tracePt t="18971" x="1042988" y="6543675"/>
          <p14:tracePt t="18979" x="935038" y="6532563"/>
          <p14:tracePt t="18980" x="911225" y="6532563"/>
          <p14:tracePt t="18981" x="900113" y="6532563"/>
          <p14:tracePt t="18982" x="884238" y="6527800"/>
          <p14:tracePt t="18983" x="871538" y="6527800"/>
          <p14:tracePt t="18984" x="860425" y="6527800"/>
          <p14:tracePt t="18985" x="842963" y="6527800"/>
          <p14:tracePt t="18987" x="814388" y="6521450"/>
          <p14:tracePt t="18992" x="769938" y="6521450"/>
          <p14:tracePt t="18999" x="688975" y="6510338"/>
          <p14:tracePt t="19006" x="598488" y="6499225"/>
          <p14:tracePt t="19013" x="536575" y="6488113"/>
          <p14:tracePt t="19020" x="473075" y="6475413"/>
          <p14:tracePt t="19022" x="444500" y="6470650"/>
          <p14:tracePt t="19023" x="438150" y="6470650"/>
          <p14:tracePt t="19024" x="427038" y="6470650"/>
          <p14:tracePt t="19025" x="422275" y="6470650"/>
          <p14:tracePt t="19026" x="415925" y="6464300"/>
          <p14:tracePt t="19028" x="398463" y="6464300"/>
          <p14:tracePt t="19029" x="387350" y="6459538"/>
          <p14:tracePt t="19030" x="387350" y="6453188"/>
          <p14:tracePt t="19031" x="376238" y="6453188"/>
          <p14:tracePt t="19032" x="369888" y="6453188"/>
          <p14:tracePt t="19036" x="358775" y="6446838"/>
          <p14:tracePt t="19041" x="341313" y="6442075"/>
          <p14:tracePt t="19048" x="312738" y="6424613"/>
          <p14:tracePt t="19054" x="301625" y="6413500"/>
          <p14:tracePt t="19061" x="296863" y="6402388"/>
          <p14:tracePt t="19069" x="290513" y="6391275"/>
          <p14:tracePt t="19075" x="290513" y="6384925"/>
          <p14:tracePt t="19082" x="285750" y="6367463"/>
          <p14:tracePt t="19090" x="285750" y="6350000"/>
          <p14:tracePt t="19096" x="285750" y="6334125"/>
          <p14:tracePt t="19103" x="285750" y="6316663"/>
          <p14:tracePt t="19110" x="285750" y="6299200"/>
          <p14:tracePt t="19117" x="285750" y="6276975"/>
          <p14:tracePt t="19124" x="290513" y="6265863"/>
          <p14:tracePt t="19131" x="290513" y="6248400"/>
          <p14:tracePt t="19138" x="301625" y="6237288"/>
          <p14:tracePt t="19145" x="307975" y="6213475"/>
          <p14:tracePt t="19153" x="312738" y="6196013"/>
          <p14:tracePt t="19159" x="336550" y="6151563"/>
          <p14:tracePt t="19173" x="387350" y="6054725"/>
          <p14:tracePt t="19175" x="393700" y="6037263"/>
          <p14:tracePt t="19176" x="398463" y="6026150"/>
          <p14:tracePt t="19178" x="404813" y="6019800"/>
          <p14:tracePt t="19179" x="404813" y="6008688"/>
          <p14:tracePt t="19182" x="422275" y="5980113"/>
          <p14:tracePt t="19183" x="427038" y="5973763"/>
          <p14:tracePt t="19185" x="433388" y="5969000"/>
          <p14:tracePt t="19186" x="433388" y="5957888"/>
          <p14:tracePt t="19189" x="450850" y="5929313"/>
          <p14:tracePt t="19190" x="450850" y="5922963"/>
          <p14:tracePt t="19191" x="455613" y="5916613"/>
          <p14:tracePt t="19192" x="461963" y="5911850"/>
          <p14:tracePt t="19195" x="466725" y="5894388"/>
          <p14:tracePt t="19200" x="479425" y="5865813"/>
          <p14:tracePt t="19207" x="495300" y="5832475"/>
          <p14:tracePt t="19215" x="508000" y="5808663"/>
          <p14:tracePt t="19216" x="512763" y="5797550"/>
          <p14:tracePt t="19221" x="523875" y="5786438"/>
          <p14:tracePt t="19228" x="536575" y="5764213"/>
          <p14:tracePt t="19235" x="547688" y="5746750"/>
          <p14:tracePt t="19242" x="563563" y="5729288"/>
          <p14:tracePt t="19249" x="581025" y="5711825"/>
          <p14:tracePt t="19256" x="604838" y="5689600"/>
          <p14:tracePt t="19263" x="633413" y="5665788"/>
          <p14:tracePt t="19270" x="660400" y="5649913"/>
          <p14:tracePt t="19277" x="701675" y="5632450"/>
          <p14:tracePt t="19284" x="746125" y="5610225"/>
          <p14:tracePt t="19291" x="820738" y="5581650"/>
          <p14:tracePt t="19298" x="895350" y="5553075"/>
          <p14:tracePt t="19299" x="923925" y="5540375"/>
          <p14:tracePt t="19300" x="935038" y="5535613"/>
          <p14:tracePt t="19302" x="952500" y="5524500"/>
          <p14:tracePt t="19303" x="963613" y="5524500"/>
          <p14:tracePt t="19304" x="968375" y="5524500"/>
          <p14:tracePt t="19306" x="996950" y="5513388"/>
          <p14:tracePt t="19311" x="1049338" y="5489575"/>
          <p14:tracePt t="19319" x="1150938" y="5456238"/>
          <p14:tracePt t="19325" x="1236663" y="5427663"/>
          <p14:tracePt t="19333" x="1339850" y="5399088"/>
          <p14:tracePt t="19339" x="1430338" y="5375275"/>
          <p14:tracePt t="19346" x="1504950" y="5346700"/>
          <p14:tracePt t="19353" x="1573213" y="5335588"/>
          <p14:tracePt t="19361" x="1624013" y="5324475"/>
          <p14:tracePt t="19362" x="1647825" y="5318125"/>
          <p14:tracePt t="19363" x="1658938" y="5318125"/>
          <p14:tracePt t="19364" x="1670050" y="5318125"/>
          <p14:tracePt t="19365" x="1676400" y="5318125"/>
          <p14:tracePt t="19368" x="1692275" y="5318125"/>
          <p14:tracePt t="19374" x="1720850" y="5318125"/>
          <p14:tracePt t="19381" x="1773238" y="5318125"/>
          <p14:tracePt t="19388" x="1841500" y="5318125"/>
          <p14:tracePt t="19395" x="1914525" y="5330825"/>
          <p14:tracePt t="19396" x="1949450" y="5335588"/>
          <p14:tracePt t="19397" x="1960563" y="5341938"/>
          <p14:tracePt t="19398" x="1966913" y="5341938"/>
          <p14:tracePt t="19399" x="1978025" y="5346700"/>
          <p14:tracePt t="19400" x="1995488" y="5346700"/>
          <p14:tracePt t="19404" x="2028825" y="5353050"/>
          <p14:tracePt t="19405" x="2057400" y="5364163"/>
          <p14:tracePt t="19406" x="2068513" y="5364163"/>
          <p14:tracePt t="19407" x="2081213" y="5364163"/>
          <p14:tracePt t="19411" x="2114550" y="5375275"/>
          <p14:tracePt t="19416" x="2165350" y="5387975"/>
          <p14:tracePt t="19417" x="2206625" y="5392738"/>
          <p14:tracePt t="19418" x="2211388" y="5399088"/>
          <p14:tracePt t="19420" x="2222500" y="5399088"/>
          <p14:tracePt t="19421" x="2239963" y="5403850"/>
          <p14:tracePt t="19425" x="2297113" y="5414963"/>
          <p14:tracePt t="19430" x="2343150" y="5427663"/>
          <p14:tracePt t="19437" x="2428875" y="5449888"/>
          <p14:tracePt t="19444" x="2519363" y="5472113"/>
          <p14:tracePt t="19450" x="2616200" y="5495925"/>
          <p14:tracePt t="19457" x="2735263" y="5535613"/>
          <p14:tracePt t="19465" x="2838450" y="5557838"/>
          <p14:tracePt t="19471" x="2928938" y="5592763"/>
          <p14:tracePt t="19486" x="3071813" y="5649913"/>
          <p14:tracePt t="19487" x="3095625" y="5661025"/>
          <p14:tracePt t="19488" x="3100388" y="5665788"/>
          <p14:tracePt t="19489" x="3111500" y="5678488"/>
          <p14:tracePt t="19492" x="3124200" y="5683250"/>
          <p14:tracePt t="19499" x="3175000" y="5711825"/>
          <p14:tracePt t="19500" x="3192463" y="5722938"/>
          <p14:tracePt t="19502" x="3197225" y="5729288"/>
          <p14:tracePt t="19503" x="3203575" y="5735638"/>
          <p14:tracePt t="19504" x="3203575" y="5740400"/>
          <p14:tracePt t="19505" x="3214688" y="5740400"/>
          <p14:tracePt t="19508" x="3225800" y="5751513"/>
          <p14:tracePt t="19509" x="3232150" y="5764213"/>
          <p14:tracePt t="19510" x="3236913" y="5764213"/>
          <p14:tracePt t="19511" x="3236913" y="5768975"/>
          <p14:tracePt t="19512" x="3236913" y="5775325"/>
          <p14:tracePt t="19516" x="3249613" y="5786438"/>
          <p14:tracePt t="19520" x="3260725" y="5803900"/>
          <p14:tracePt t="19527" x="3278188" y="5826125"/>
          <p14:tracePt t="19534" x="3282950" y="5848350"/>
          <p14:tracePt t="19541" x="3289300" y="5876925"/>
          <p14:tracePt t="19550" x="3294063" y="5916613"/>
          <p14:tracePt t="19555" x="3294063" y="5934075"/>
          <p14:tracePt t="19562" x="3294063" y="5962650"/>
          <p14:tracePt t="19569" x="3289300" y="5991225"/>
          <p14:tracePt t="19583" x="3278188" y="6065838"/>
          <p14:tracePt t="19596" x="3278188" y="6140450"/>
          <p14:tracePt t="19603" x="3271838" y="6180138"/>
          <p14:tracePt t="19617" x="3271838" y="6259513"/>
          <p14:tracePt t="19624" x="3271838" y="6288088"/>
          <p14:tracePt t="19639" x="3254375" y="6356350"/>
          <p14:tracePt t="19640" x="3254375" y="6378575"/>
          <p14:tracePt t="19642" x="3249613" y="6391275"/>
          <p14:tracePt t="19642" x="3243263" y="6396038"/>
          <p14:tracePt t="19643" x="3243263" y="6402388"/>
          <p14:tracePt t="19646" x="3243263" y="6418263"/>
          <p14:tracePt t="19647" x="3232150" y="6430963"/>
          <p14:tracePt t="19649" x="3232150" y="6442075"/>
          <p14:tracePt t="19650" x="3225800" y="6446838"/>
          <p14:tracePt t="19651" x="3225800" y="6459538"/>
          <p14:tracePt t="19659" x="3192463" y="6510338"/>
          <p14:tracePt t="19666" x="3140075" y="6584950"/>
          <p14:tracePt t="19667" x="3111500" y="6613525"/>
          <p14:tracePt t="19669" x="3106738" y="6624638"/>
          <p14:tracePt t="19670" x="3095625" y="6629400"/>
          <p14:tracePt t="19671" x="3089275" y="6642100"/>
          <p14:tracePt t="19675" x="3043238" y="6681788"/>
          <p14:tracePt t="19676" x="3038475" y="6692900"/>
          <p14:tracePt t="19677" x="3021013" y="6697663"/>
          <p14:tracePt t="19678" x="3014663" y="6715125"/>
          <p14:tracePt t="19679" x="2998788" y="6721475"/>
          <p14:tracePt t="19687" x="2917825" y="6778625"/>
          <p14:tracePt t="19694" x="2844800" y="6823075"/>
          <p14:tracePt t="19856" x="1093788" y="6846888"/>
          <p14:tracePt t="19857" x="1093788" y="6840538"/>
          <p14:tracePt t="19858" x="1089025" y="6835775"/>
          <p14:tracePt t="19862" x="1082675" y="6823075"/>
          <p14:tracePt t="19867" x="1071563" y="6807200"/>
          <p14:tracePt t="19874" x="1060450" y="6754813"/>
          <p14:tracePt t="19881" x="1049338" y="6715125"/>
          <p14:tracePt t="19888" x="1036638" y="6646863"/>
          <p14:tracePt t="19895" x="1031875" y="6578600"/>
          <p14:tracePt t="19902" x="1031875" y="6510338"/>
          <p14:tracePt t="19909" x="1031875" y="6430963"/>
          <p14:tracePt t="19916" x="1025525" y="6350000"/>
          <p14:tracePt t="19917" x="1025525" y="6316663"/>
          <p14:tracePt t="19918" x="1020763" y="6305550"/>
          <p14:tracePt t="19919" x="1020763" y="6299200"/>
          <p14:tracePt t="19920" x="1020763" y="6288088"/>
          <p14:tracePt t="19921" x="1014413" y="6281738"/>
          <p14:tracePt t="19925" x="1014413" y="6253163"/>
          <p14:tracePt t="19926" x="1009650" y="6237288"/>
          <p14:tracePt t="19927" x="1009650" y="6224588"/>
          <p14:tracePt t="19928" x="1009650" y="6219825"/>
          <p14:tracePt t="19932" x="1003300" y="6196013"/>
          <p14:tracePt t="19933" x="996950" y="6184900"/>
          <p14:tracePt t="19936" x="996950" y="6167438"/>
          <p14:tracePt t="19944" x="985838" y="6127750"/>
          <p14:tracePt t="19951" x="974725" y="6099175"/>
          <p14:tracePt t="19957" x="963613" y="6083300"/>
          <p14:tracePt t="19965" x="957263" y="6065838"/>
          <p14:tracePt t="19971" x="939800" y="6054725"/>
          <p14:tracePt t="19979" x="935038" y="6037263"/>
          <p14:tracePt t="19980" x="928688" y="6037263"/>
          <p14:tracePt t="19986" x="923925" y="6030913"/>
          <p14:tracePt t="19987" x="917575" y="6026150"/>
          <p14:tracePt t="19992" x="911225" y="6019800"/>
          <p14:tracePt t="19999" x="906463" y="6015038"/>
          <p14:tracePt t="20006" x="906463" y="6008688"/>
          <p14:tracePt t="20013" x="900113" y="6008688"/>
          <p14:tracePt t="20025" x="895350" y="6008688"/>
          <p14:tracePt t="20060" x="895350" y="6002338"/>
          <p14:tracePt t="20063" x="895350" y="5997575"/>
          <p14:tracePt t="20068" x="895350" y="5991225"/>
          <p14:tracePt t="20075" x="895350" y="5973763"/>
          <p14:tracePt t="20082" x="895350" y="5945188"/>
          <p14:tracePt t="20089" x="889000" y="5905500"/>
          <p14:tracePt t="20096" x="889000" y="5848350"/>
          <p14:tracePt t="20104" x="889000" y="5797550"/>
          <p14:tracePt t="20110" x="889000" y="5740400"/>
          <p14:tracePt t="20112" x="895350" y="5729288"/>
          <p14:tracePt t="20112" x="895350" y="5718175"/>
          <p14:tracePt t="20114" x="895350" y="5711825"/>
          <p14:tracePt t="20116" x="895350" y="5700713"/>
          <p14:tracePt t="20124" x="911225" y="5649913"/>
          <p14:tracePt t="20131" x="923925" y="5621338"/>
          <p14:tracePt t="20138" x="935038" y="5592763"/>
          <p14:tracePt t="20145" x="946150" y="5581650"/>
          <p14:tracePt t="20152" x="963613" y="5564188"/>
          <p14:tracePt t="20159" x="981075" y="5553075"/>
          <p14:tracePt t="20166" x="996950" y="5540375"/>
          <p14:tracePt t="20173" x="1020763" y="5535613"/>
          <p14:tracePt t="20179" x="1042988" y="5524500"/>
          <p14:tracePt t="20187" x="1071563" y="5518150"/>
          <p14:tracePt t="20193" x="1100138" y="5507038"/>
          <p14:tracePt t="20201" x="1117600" y="5500688"/>
          <p14:tracePt t="20207" x="1162050" y="5489575"/>
          <p14:tracePt t="20215" x="1208088" y="5472113"/>
          <p14:tracePt t="20216" x="1219200" y="5461000"/>
          <p14:tracePt t="20217" x="1231900" y="5461000"/>
          <p14:tracePt t="20218" x="1236663" y="5461000"/>
          <p14:tracePt t="20219" x="1247775" y="5456238"/>
          <p14:tracePt t="20220" x="1258888" y="5449888"/>
          <p14:tracePt t="20221" x="1271588" y="5449888"/>
          <p14:tracePt t="20224" x="1293813" y="5438775"/>
          <p14:tracePt t="20225" x="1304925" y="5438775"/>
          <p14:tracePt t="20226" x="1322388" y="5427663"/>
          <p14:tracePt t="20230" x="1357313" y="5410200"/>
          <p14:tracePt t="20231" x="1368425" y="5403850"/>
          <p14:tracePt t="20232" x="1379538" y="5403850"/>
          <p14:tracePt t="20233" x="1412875" y="5387975"/>
          <p14:tracePt t="20234" x="1436688" y="5381625"/>
          <p14:tracePt t="20237" x="1458913" y="5375275"/>
          <p14:tracePt t="20242" x="1527175" y="5341938"/>
          <p14:tracePt t="20249" x="1630363" y="5313363"/>
          <p14:tracePt t="20256" x="1720850" y="5284788"/>
          <p14:tracePt t="20263" x="1817688" y="5273675"/>
          <p14:tracePt t="20270" x="1909763" y="5267325"/>
          <p14:tracePt t="20277" x="2006600" y="5267325"/>
          <p14:tracePt t="20284" x="2149475" y="5284788"/>
          <p14:tracePt t="20292" x="2325688" y="5346700"/>
          <p14:tracePt t="20293" x="2343150" y="5353050"/>
          <p14:tracePt t="20295" x="2371725" y="5370513"/>
          <p14:tracePt t="20296" x="2387600" y="5370513"/>
          <p14:tracePt t="20297" x="2405063" y="5381625"/>
          <p14:tracePt t="20298" x="2451100" y="5403850"/>
          <p14:tracePt t="20299" x="2473325" y="5410200"/>
          <p14:tracePt t="20300" x="2508250" y="5421313"/>
          <p14:tracePt t="20301" x="2525713" y="5432425"/>
          <p14:tracePt t="20303" x="2554288" y="5443538"/>
          <p14:tracePt t="20304" x="2570163" y="5449888"/>
          <p14:tracePt t="20308" x="2667000" y="5489575"/>
          <p14:tracePt t="20312" x="2719388" y="5518150"/>
          <p14:tracePt t="20319" x="2895600" y="5592763"/>
          <p14:tracePt t="20320" x="2946400" y="5621338"/>
          <p14:tracePt t="20325" x="3049588" y="5665788"/>
          <p14:tracePt t="20332" x="3157538" y="5722938"/>
          <p14:tracePt t="20340" x="3265488" y="5775325"/>
          <p14:tracePt t="20346" x="3346450" y="5819775"/>
          <p14:tracePt t="20353" x="3408363" y="5854700"/>
          <p14:tracePt t="20360" x="3448050" y="5876925"/>
          <p14:tracePt t="20367" x="3476625" y="5905500"/>
          <p14:tracePt t="20376" x="3494088" y="5916613"/>
          <p14:tracePt t="20377" x="3494088" y="5929313"/>
          <p14:tracePt t="20383" x="3500438" y="5934075"/>
          <p14:tracePt t="20384" x="3500438" y="5940425"/>
          <p14:tracePt t="20389" x="3500438" y="5945188"/>
          <p14:tracePt t="20390" x="3500438" y="5951538"/>
          <p14:tracePt t="20395" x="3500438" y="5957888"/>
          <p14:tracePt t="20402" x="3500438" y="5962650"/>
          <p14:tracePt t="20409" x="3500438" y="5986463"/>
          <p14:tracePt t="20416" x="3487738" y="6015038"/>
          <p14:tracePt t="20430" x="3448050" y="6088063"/>
          <p14:tracePt t="20437" x="3419475" y="6122988"/>
          <p14:tracePt t="20444" x="3386138" y="6167438"/>
          <p14:tracePt t="20451" x="3340100" y="6213475"/>
          <p14:tracePt t="20458" x="3282950" y="6259513"/>
          <p14:tracePt t="20465" x="3214688" y="6310313"/>
          <p14:tracePt t="20471" x="3135313" y="6362700"/>
          <p14:tracePt t="20478" x="3043238" y="6413500"/>
          <p14:tracePt t="20485" x="2952750" y="6475413"/>
          <p14:tracePt t="20492" x="2849563" y="6527800"/>
          <p14:tracePt t="20500" x="2776538" y="6572250"/>
          <p14:tracePt t="20501" x="2719388" y="6596063"/>
          <p14:tracePt t="20503" x="2706688" y="6600825"/>
          <p14:tracePt t="20504" x="2690813" y="6613525"/>
          <p14:tracePt t="20505" x="2673350" y="6613525"/>
          <p14:tracePt t="20509" x="2622550" y="6635750"/>
          <p14:tracePt t="20513" x="2576513" y="6653213"/>
          <p14:tracePt t="20520" x="2462213" y="6686550"/>
          <p14:tracePt t="20527" x="2359025" y="6715125"/>
          <p14:tracePt t="20528" x="2330450" y="6726238"/>
          <p14:tracePt t="20529" x="2290763" y="6732588"/>
          <p14:tracePt t="20530" x="2279650" y="6732588"/>
          <p14:tracePt t="20531" x="2268538" y="6732588"/>
          <p14:tracePt t="20532" x="2251075" y="6738938"/>
          <p14:tracePt t="20535" x="2211388" y="6750050"/>
          <p14:tracePt t="20542" x="2160588" y="6750050"/>
          <p14:tracePt t="20543" x="2125663" y="6750050"/>
          <p14:tracePt t="20544" x="2114550" y="6754813"/>
          <p14:tracePt t="20545" x="2103438" y="6754813"/>
          <p14:tracePt t="20546" x="2085975" y="6754813"/>
          <p14:tracePt t="20547" x="2081213" y="6754813"/>
          <p14:tracePt t="20549" x="2046288" y="6754813"/>
          <p14:tracePt t="20550" x="2035175" y="6754813"/>
          <p14:tracePt t="20551" x="2028825" y="6754813"/>
          <p14:tracePt t="20553" x="2017713" y="6754813"/>
          <p14:tracePt t="20554" x="2006600" y="6754813"/>
          <p14:tracePt t="20557" x="1978025" y="6754813"/>
          <p14:tracePt t="20562" x="1943100" y="6754813"/>
          <p14:tracePt t="20569" x="1881188" y="6743700"/>
          <p14:tracePt t="20575" x="1835150" y="6732588"/>
          <p14:tracePt t="20583" x="1789113" y="6710363"/>
          <p14:tracePt t="20590" x="1733550" y="6692900"/>
          <p14:tracePt t="20591" x="1716088" y="6686550"/>
          <p14:tracePt t="20592" x="1709738" y="6681788"/>
          <p14:tracePt t="20604" x="1630363" y="6653213"/>
          <p14:tracePt t="20605" x="1612900" y="6642100"/>
          <p14:tracePt t="20606" x="1601788" y="6642100"/>
          <p14:tracePt t="20610" x="1573213" y="6629400"/>
          <p14:tracePt t="20617" x="1516063" y="6613525"/>
          <p14:tracePt t="20624" x="1487488" y="6596063"/>
          <p14:tracePt t="20631" x="1441450" y="6584950"/>
          <p14:tracePt t="20638" x="1397000" y="6567488"/>
          <p14:tracePt t="20645" x="1362075" y="6550025"/>
          <p14:tracePt t="20652" x="1328738" y="6532563"/>
          <p14:tracePt t="20653" x="1316038" y="6521450"/>
          <p14:tracePt t="20655" x="1311275" y="6516688"/>
          <p14:tracePt t="20659" x="1304925" y="6503988"/>
          <p14:tracePt t="20667" x="1282700" y="6488113"/>
          <p14:tracePt t="20673" x="1254125" y="6459538"/>
          <p14:tracePt t="20680" x="1236663" y="6430963"/>
          <p14:tracePt t="20694" x="1208088" y="6334125"/>
          <p14:tracePt t="20701" x="1196975" y="6276975"/>
          <p14:tracePt t="20708" x="1190625" y="6213475"/>
          <p14:tracePt t="20715" x="1190625" y="6167438"/>
          <p14:tracePt t="20722" x="1196975" y="6122988"/>
          <p14:tracePt t="20729" x="1214438" y="6083300"/>
          <p14:tracePt t="20730" x="1225550" y="6070600"/>
          <p14:tracePt t="20731" x="1225550" y="6065838"/>
          <p14:tracePt t="20732" x="1231900" y="6059488"/>
          <p14:tracePt t="20735" x="1236663" y="6048375"/>
          <p14:tracePt t="20742" x="1276350" y="6015038"/>
          <p14:tracePt t="20749" x="1316038" y="5980113"/>
          <p14:tracePt t="20756" x="1384300" y="5951538"/>
          <p14:tracePt t="20763" x="1454150" y="5922963"/>
          <p14:tracePt t="20770" x="1538288" y="5900738"/>
          <p14:tracePt t="20777" x="1612900" y="5876925"/>
          <p14:tracePt t="20784" x="1692275" y="5861050"/>
          <p14:tracePt t="20791" x="1784350" y="5832475"/>
          <p14:tracePt t="20798" x="1885950" y="5797550"/>
          <p14:tracePt t="20805" x="1982788" y="5751513"/>
          <p14:tracePt t="20812" x="2085975" y="5689600"/>
          <p14:tracePt t="20819" x="2228850" y="5597525"/>
          <p14:tracePt t="20826" x="2336800" y="5529263"/>
          <p14:tracePt t="20832" x="2428875" y="5472113"/>
          <p14:tracePt t="21153" x="2433638" y="5472113"/>
          <p14:tracePt t="21155" x="2451100" y="5472113"/>
          <p14:tracePt t="21156" x="2462213" y="5472113"/>
          <p14:tracePt t="21157" x="2473325" y="5472113"/>
          <p14:tracePt t="21161" x="2497138" y="5467350"/>
          <p14:tracePt t="21166" x="2513013" y="5467350"/>
          <p14:tracePt t="21173" x="2541588" y="5461000"/>
          <p14:tracePt t="21180" x="2559050" y="5449888"/>
          <p14:tracePt t="21187" x="2581275" y="5443538"/>
          <p14:tracePt t="21193" x="2587625" y="5443538"/>
          <p14:tracePt t="21201" x="2598738" y="5443538"/>
          <p14:tracePt t="21208" x="2609850" y="5443538"/>
          <p14:tracePt t="21214" x="2616200" y="5443538"/>
          <p14:tracePt t="21221" x="2622550" y="5443538"/>
          <p14:tracePt t="21228" x="2627313" y="5443538"/>
          <p14:tracePt t="21235" x="2633663" y="5438775"/>
          <p14:tracePt t="21242" x="2644775" y="5438775"/>
          <p14:tracePt t="21249" x="2655888" y="5432425"/>
          <p14:tracePt t="21256" x="2673350" y="5432425"/>
          <p14:tracePt t="21263" x="2695575" y="5432425"/>
          <p14:tracePt t="21270" x="2719388" y="5432425"/>
          <p14:tracePt t="21277" x="2735263" y="5432425"/>
          <p14:tracePt t="21279" x="2752725" y="5432425"/>
          <p14:tracePt t="21284" x="2770188" y="5432425"/>
          <p14:tracePt t="21291" x="2798763" y="5427663"/>
          <p14:tracePt t="21298" x="2827338" y="5427663"/>
          <p14:tracePt t="21305" x="2860675" y="5421313"/>
          <p14:tracePt t="21313" x="2906713" y="5414963"/>
          <p14:tracePt t="21319" x="2946400" y="5410200"/>
          <p14:tracePt t="21325" x="2992438" y="5410200"/>
          <p14:tracePt t="21333" x="3049588" y="5399088"/>
          <p14:tracePt t="21340" x="3095625" y="5392738"/>
          <p14:tracePt t="21346" x="3146425" y="5381625"/>
          <p14:tracePt t="21353" x="3197225" y="5375275"/>
          <p14:tracePt t="21361" x="3243263" y="5364163"/>
          <p14:tracePt t="21367" x="3278188" y="5359400"/>
          <p14:tracePt t="21374" x="3300413" y="5346700"/>
          <p14:tracePt t="21381" x="3328988" y="5341938"/>
          <p14:tracePt t="21388" x="3357563" y="5330825"/>
          <p14:tracePt t="21395" x="3368675" y="5324475"/>
          <p14:tracePt t="21402" x="3386138" y="5318125"/>
          <p14:tracePt t="21409" x="3397250" y="5307013"/>
          <p14:tracePt t="21416" x="3403600" y="5302250"/>
          <p14:tracePt t="21424" x="3408363" y="5295900"/>
          <p14:tracePt t="21430" x="3408363" y="5289550"/>
          <p14:tracePt t="21437" x="3414713" y="5289550"/>
          <p14:tracePt t="21443" x="3425825" y="5278438"/>
          <p14:tracePt t="21450" x="3436938" y="5267325"/>
          <p14:tracePt t="21457" x="3454400" y="5256213"/>
          <p14:tracePt t="21464" x="3465513" y="5245100"/>
          <p14:tracePt t="21471" x="3476625" y="5233988"/>
          <p14:tracePt t="21478" x="3494088" y="5221288"/>
          <p14:tracePt t="21486" x="3516313" y="5210175"/>
          <p14:tracePt t="21487" x="3527425" y="5205413"/>
          <p14:tracePt t="21492" x="3533775" y="5205413"/>
          <p14:tracePt t="21499" x="3551238" y="5187950"/>
          <p14:tracePt t="21506" x="3579813" y="5176838"/>
          <p14:tracePt t="21513" x="3602038" y="5159375"/>
          <p14:tracePt t="21520" x="3625850" y="5148263"/>
          <p14:tracePt t="21527" x="3652838" y="5137150"/>
          <p14:tracePt t="21534" x="3676650" y="5124450"/>
          <p14:tracePt t="21541" x="3705225" y="5113338"/>
          <p14:tracePt t="21548" x="3733800" y="5102225"/>
          <p14:tracePt t="21555" x="3751263" y="5091113"/>
          <p14:tracePt t="21562" x="3773488" y="5084763"/>
          <p14:tracePt t="21569" x="3784600" y="5080000"/>
          <p14:tracePt t="21575" x="3795713" y="5073650"/>
          <p14:tracePt t="21583" x="3806825" y="5073650"/>
          <p14:tracePt t="21590" x="3813175" y="5067300"/>
          <p14:tracePt t="21596" x="3819525" y="5067300"/>
          <p14:tracePt t="21611" x="3830638" y="5056188"/>
          <p14:tracePt t="21619" x="3835400" y="5056188"/>
          <p14:tracePt t="21631" x="3841750" y="5051425"/>
          <p14:tracePt t="21645" x="3848100" y="5045075"/>
          <p14:tracePt t="21652" x="3852863" y="5045075"/>
          <p14:tracePt t="21666" x="3852863" y="5038725"/>
          <p14:tracePt t="21831" x="3852863" y="5033963"/>
          <p14:tracePt t="21835" x="3852863" y="5027613"/>
          <p14:tracePt t="21839" x="3863975" y="5027613"/>
          <p14:tracePt t="21846" x="3876675" y="5011738"/>
          <p14:tracePt t="21854" x="3898900" y="4987925"/>
          <p14:tracePt t="21855" x="3903663" y="4976813"/>
          <p14:tracePt t="21860" x="3916363" y="4959350"/>
          <p14:tracePt t="21867" x="3938588" y="4937125"/>
          <p14:tracePt t="21874" x="3973513" y="4897438"/>
          <p14:tracePt t="21888" x="4035425" y="4816475"/>
          <p14:tracePt t="21890" x="4064000" y="4787900"/>
          <p14:tracePt t="21891" x="4070350" y="4787900"/>
          <p14:tracePt t="21892" x="4075113" y="4776788"/>
          <p14:tracePt t="21893" x="4081463" y="4772025"/>
          <p14:tracePt t="21894" x="4092575" y="4760913"/>
          <p14:tracePt t="21896" x="4114800" y="4737100"/>
          <p14:tracePt t="21897" x="4125913" y="4725988"/>
          <p14:tracePt t="21898" x="4132263" y="4719638"/>
          <p14:tracePt t="21899" x="4138613" y="4708525"/>
          <p14:tracePt t="21901" x="4149725" y="4703763"/>
          <p14:tracePt t="21905" x="4183063" y="4657725"/>
          <p14:tracePt t="21906" x="4195763" y="4651375"/>
          <p14:tracePt t="21907" x="4206875" y="4640263"/>
          <p14:tracePt t="21908" x="4217988" y="4629150"/>
          <p14:tracePt t="21917" x="4314825" y="4532313"/>
          <p14:tracePt t="21918" x="4321175" y="4521200"/>
          <p14:tracePt t="21919" x="4337050" y="4503738"/>
          <p14:tracePt t="21923" x="4360863" y="4481513"/>
          <p14:tracePt t="21937" x="4594225" y="4252913"/>
          <p14:tracePt t="21944" x="4724400" y="4127500"/>
          <p14:tracePt t="21958" x="5016500" y="3859213"/>
          <p14:tracePt t="21972" x="5322888" y="3590925"/>
          <p14:tracePt t="21973" x="5368925" y="3551238"/>
          <p14:tracePt t="21974" x="5397500" y="3529013"/>
          <p14:tracePt t="21975" x="5421313" y="3511550"/>
          <p14:tracePt t="21976" x="5461000" y="3482975"/>
          <p14:tracePt t="21977" x="5483225" y="3465513"/>
          <p14:tracePt t="21980" x="5557838" y="3408363"/>
          <p14:tracePt t="21981" x="5573713" y="3386138"/>
          <p14:tracePt t="21982" x="5619750" y="3357563"/>
          <p14:tracePt t="21992" x="5830888" y="3181350"/>
          <p14:tracePt t="21999" x="5967413" y="3084513"/>
          <p14:tracePt t="22006" x="6127750" y="2963863"/>
          <p14:tracePt t="22013" x="6246813" y="2878138"/>
          <p14:tracePt t="22020" x="6383338" y="2781300"/>
          <p14:tracePt t="22027" x="6526213" y="2684463"/>
          <p14:tracePt t="22034" x="6680200" y="2587625"/>
          <p14:tracePt t="22041" x="6823075" y="2497138"/>
          <p14:tracePt t="22049" x="6977063" y="2405063"/>
          <p14:tracePt t="22050" x="7067550" y="2354263"/>
          <p14:tracePt t="22052" x="7091363" y="2343150"/>
          <p14:tracePt t="22053" x="7107238" y="2325688"/>
          <p14:tracePt t="22054" x="7124700" y="2320925"/>
          <p14:tracePt t="22062" x="7232650" y="2251075"/>
          <p14:tracePt t="22069" x="7342188" y="2189163"/>
          <p14:tracePt t="22076" x="7426325" y="2132013"/>
          <p14:tracePt t="22083" x="7478713" y="2097088"/>
          <p14:tracePt t="22090" x="7523163" y="2070100"/>
          <p14:tracePt t="22096" x="7535863" y="2063750"/>
          <p14:tracePt t="22103" x="7546975" y="2057400"/>
          <p14:tracePt t="22177" x="7546975" y="2063750"/>
          <p14:tracePt t="22182" x="7546975" y="2070100"/>
          <p14:tracePt t="22190" x="7546975" y="2074863"/>
          <p14:tracePt t="22193" x="7546975" y="2081213"/>
          <p14:tracePt t="22200" x="7546975" y="2085975"/>
          <p14:tracePt t="22207" x="7551738" y="2085975"/>
          <p14:tracePt t="22214" x="7551738" y="2092325"/>
          <p14:tracePt t="22237" x="7551738" y="2097088"/>
          <p14:tracePt t="22244" x="7551738" y="2103438"/>
          <p14:tracePt t="22247" x="7551738" y="2109788"/>
          <p14:tracePt t="22251" x="7558088" y="2114550"/>
          <p14:tracePt t="22252" x="7558088" y="2120900"/>
          <p14:tracePt t="22253" x="7558088" y="2125663"/>
          <p14:tracePt t="22257" x="7558088" y="2138363"/>
          <p14:tracePt t="22259" x="7558088" y="2143125"/>
          <p14:tracePt t="22260" x="7564438" y="2149475"/>
          <p14:tracePt t="22261" x="7569200" y="2154238"/>
          <p14:tracePt t="22270" x="7575550" y="2195513"/>
          <p14:tracePt t="22277" x="7586663" y="2228850"/>
          <p14:tracePt t="22284" x="7591425" y="2263775"/>
          <p14:tracePt t="22291" x="7604125" y="2292350"/>
          <p14:tracePt t="22298" x="7615238" y="2320925"/>
          <p14:tracePt t="22305" x="7620000" y="2349500"/>
          <p14:tracePt t="22312" x="7632700" y="2371725"/>
          <p14:tracePt t="22319" x="7637463" y="2393950"/>
          <p14:tracePt t="22325" x="7643813" y="2411413"/>
          <p14:tracePt t="22333" x="7654925" y="2428875"/>
          <p14:tracePt t="22340" x="7661275" y="2439988"/>
          <p14:tracePt t="22346" x="7672388" y="2457450"/>
          <p14:tracePt t="22353" x="7689850" y="2468563"/>
          <p14:tracePt t="22361" x="7700963" y="2486025"/>
          <p14:tracePt t="22367" x="7723188" y="2501900"/>
          <p14:tracePt t="22374" x="7745413" y="2514600"/>
          <p14:tracePt t="22381" x="7769225" y="2530475"/>
          <p14:tracePt t="22388" x="7780338" y="2536825"/>
          <p14:tracePt t="22395" x="7797800" y="2547938"/>
          <p14:tracePt t="22402" x="7815263" y="2554288"/>
          <p14:tracePt t="22409" x="7820025" y="2559050"/>
          <p14:tracePt t="22417" x="7826375" y="2559050"/>
          <p14:tracePt t="22491" x="7831138" y="2559050"/>
          <p14:tracePt t="22492" x="7837488" y="2559050"/>
          <p14:tracePt t="22496" x="7842250" y="2559050"/>
          <p14:tracePt t="22501" x="7848600" y="2559050"/>
          <p14:tracePt t="22506" x="7859713" y="2554288"/>
          <p14:tracePt t="22513" x="7883525" y="2543175"/>
          <p14:tracePt t="22520" x="7899400" y="2536825"/>
          <p14:tracePt t="22527" x="7923213" y="2525713"/>
          <p14:tracePt t="22534" x="7956550" y="2514600"/>
          <p14:tracePt t="22541" x="7985125" y="2501900"/>
          <p14:tracePt t="22548" x="8020050" y="2486025"/>
          <p14:tracePt t="22555" x="8042275" y="2479675"/>
          <p14:tracePt t="22562" x="8070850" y="2468563"/>
          <p14:tracePt t="22569" x="8088313" y="2457450"/>
          <p14:tracePt t="22576" x="8110538" y="2446338"/>
          <p14:tracePt t="22583" x="8128000" y="2433638"/>
          <p14:tracePt t="22596" x="8162925" y="2417763"/>
          <p14:tracePt t="22603" x="8178800" y="2411413"/>
          <p14:tracePt t="22610" x="8196263" y="2400300"/>
          <p14:tracePt t="22617" x="8213725" y="2393950"/>
          <p14:tracePt t="22624" x="8231188" y="2382838"/>
          <p14:tracePt t="22631" x="8247063" y="2376488"/>
          <p14:tracePt t="22638" x="8264525" y="2371725"/>
          <p14:tracePt t="22645" x="8288338" y="2360613"/>
          <p14:tracePt t="22652" x="8310563" y="2354263"/>
          <p14:tracePt t="22659" x="8328025" y="2349500"/>
          <p14:tracePt t="22666" x="8332788" y="2343150"/>
          <p14:tracePt t="22673" x="8343900" y="2343150"/>
          <p14:tracePt t="22773" x="8343900" y="2349500"/>
          <p14:tracePt t="22775" x="8350250" y="2349500"/>
          <p14:tracePt t="22778" x="8350250" y="2354263"/>
          <p14:tracePt t="22787" x="8350250" y="2360613"/>
          <p14:tracePt t="22800" x="8356600" y="2360613"/>
          <p14:tracePt t="23434" x="8356600" y="2365375"/>
          <p14:tracePt t="23440" x="8356600" y="2371725"/>
          <p14:tracePt t="23444" x="8356600" y="2376488"/>
          <p14:tracePt t="23451" x="8356600" y="2389188"/>
          <p14:tracePt t="23458" x="8350250" y="2411413"/>
          <p14:tracePt t="23466" x="8339138" y="2433638"/>
          <p14:tracePt t="23471" x="8332788" y="2439988"/>
          <p14:tracePt t="23479" x="8328025" y="2457450"/>
          <p14:tracePt t="23486" x="8315325" y="2474913"/>
          <p14:tracePt t="23492" x="8304213" y="2486025"/>
          <p14:tracePt t="23499" x="8288338" y="2501900"/>
          <p14:tracePt t="23506" x="8275638" y="2514600"/>
          <p14:tracePt t="23513" x="8259763" y="2525713"/>
          <p14:tracePt t="23520" x="8247063" y="2530475"/>
          <p14:tracePt t="23527" x="8242300" y="2536825"/>
          <p14:tracePt t="24096" x="8242300" y="2543175"/>
          <p14:tracePt t="24237" x="8235950" y="2543175"/>
          <p14:tracePt t="24239" x="8235950" y="2547938"/>
          <p14:tracePt t="24242" x="8231188" y="2554288"/>
          <p14:tracePt t="24249" x="8202613" y="2576513"/>
          <p14:tracePt t="24256" x="8162925" y="2611438"/>
          <p14:tracePt t="24270" x="8042275" y="2673350"/>
          <p14:tracePt t="24277" x="7985125" y="2701925"/>
          <p14:tracePt t="24284" x="7927975" y="2725738"/>
          <p14:tracePt t="24299" x="7842250" y="2752725"/>
          <p14:tracePt t="24300" x="7826375" y="2752725"/>
          <p14:tracePt t="24301" x="7820025" y="2752725"/>
          <p14:tracePt t="24306" x="7808913" y="2752725"/>
          <p14:tracePt t="24312" x="7791450" y="2752725"/>
          <p14:tracePt t="24319" x="7780338" y="2752725"/>
          <p14:tracePt t="24325" x="7773988" y="2752725"/>
          <p14:tracePt t="24437" x="7769225" y="2752725"/>
          <p14:tracePt t="24445" x="7762875" y="2752725"/>
          <p14:tracePt t="24450" x="7758113" y="2752725"/>
          <p14:tracePt t="24455" x="7751763" y="2752725"/>
          <p14:tracePt t="24465" x="7740650" y="2752725"/>
          <p14:tracePt t="24466" x="7734300" y="2752725"/>
          <p14:tracePt t="24479" x="7705725" y="2752725"/>
          <p14:tracePt t="24480" x="7700963" y="2759075"/>
          <p14:tracePt t="24481" x="7694613" y="2759075"/>
          <p14:tracePt t="24485" x="7683500" y="2759075"/>
          <p14:tracePt t="24500" x="7643813" y="2759075"/>
          <p14:tracePt t="24501" x="7637463" y="2759075"/>
          <p14:tracePt t="24502" x="7632700" y="2759075"/>
          <p14:tracePt t="24506" x="7626350" y="2759075"/>
          <p14:tracePt t="24520" x="7591425" y="2747963"/>
          <p14:tracePt t="24527" x="7575550" y="2741613"/>
          <p14:tracePt t="24534" x="7551738" y="2736850"/>
          <p14:tracePt t="24549" x="7500938" y="2719388"/>
          <p14:tracePt t="24550" x="7489825" y="2719388"/>
          <p14:tracePt t="24551" x="7489825" y="2713038"/>
          <p14:tracePt t="24552" x="7483475" y="2713038"/>
          <p14:tracePt t="24553" x="7478713" y="2713038"/>
          <p14:tracePt t="24555" x="7472363" y="2713038"/>
          <p14:tracePt t="24562" x="7450138" y="2701925"/>
          <p14:tracePt t="24577" x="7397750" y="2697163"/>
          <p14:tracePt t="24583" x="7369175" y="2697163"/>
          <p14:tracePt t="24590" x="7346950" y="2690813"/>
          <p14:tracePt t="24597" x="7329488" y="2690813"/>
          <p14:tracePt t="24611" x="7296150" y="2690813"/>
          <p14:tracePt t="24617" x="7289800" y="2684463"/>
          <p14:tracePt t="24631" x="7272338" y="2673350"/>
          <p14:tracePt t="24645" x="7232650" y="2651125"/>
          <p14:tracePt t="24652" x="7199313" y="2627313"/>
          <p14:tracePt t="24666" x="7124700" y="2571750"/>
          <p14:tracePt t="24674" x="7078663" y="2536825"/>
          <p14:tracePt t="24675" x="7056438" y="2519363"/>
          <p14:tracePt t="24676" x="7050088" y="2519363"/>
          <p14:tracePt t="24677" x="7045325" y="2508250"/>
          <p14:tracePt t="24680" x="7038975" y="2508250"/>
          <p14:tracePt t="24687" x="6988175" y="2474913"/>
          <p14:tracePt t="24701" x="6919913" y="2417763"/>
          <p14:tracePt t="24702" x="6908800" y="2411413"/>
          <p14:tracePt t="24703" x="6902450" y="2400300"/>
          <p14:tracePt t="24707" x="6884988" y="2389188"/>
          <p14:tracePt t="24714" x="6856413" y="2354263"/>
          <p14:tracePt t="24721" x="6823075" y="2314575"/>
          <p14:tracePt t="24729" x="6783388" y="2274888"/>
          <p14:tracePt t="24736" x="6743700" y="2228850"/>
          <p14:tracePt t="24738" x="6715125" y="2200275"/>
          <p14:tracePt t="24739" x="6715125" y="2189163"/>
          <p14:tracePt t="24740" x="6702425" y="2182813"/>
          <p14:tracePt t="24741" x="6697663" y="2171700"/>
          <p14:tracePt t="24742" x="6686550" y="2166938"/>
          <p14:tracePt t="24749" x="6640513" y="2114550"/>
          <p14:tracePt t="24756" x="6583363" y="2063750"/>
          <p14:tracePt t="24763" x="6526213" y="2012950"/>
          <p14:tracePt t="24770" x="6475413" y="1978025"/>
          <p14:tracePt t="24777" x="6435725" y="1944688"/>
          <p14:tracePt t="24784" x="6407150" y="1920875"/>
          <p14:tracePt t="24792" x="6394450" y="1898650"/>
          <p14:tracePt t="24793" x="6394450" y="1892300"/>
          <p14:tracePt t="24798" x="6394450" y="1881188"/>
          <p14:tracePt t="24805" x="6389688" y="1870075"/>
          <p14:tracePt t="24812" x="6389688" y="1852613"/>
          <p14:tracePt t="24819" x="6389688" y="1830388"/>
          <p14:tracePt t="24826" x="6389688" y="1806575"/>
          <p14:tracePt t="24833" x="6400800" y="1773238"/>
          <p14:tracePt t="24840" x="6411913" y="1733550"/>
          <p14:tracePt t="24847" x="6423025" y="1698625"/>
          <p14:tracePt t="24854" x="6440488" y="1658938"/>
          <p14:tracePt t="24860" x="6464300" y="1624013"/>
          <p14:tracePt t="24867" x="6486525" y="1584325"/>
          <p14:tracePt t="24875" x="6515100" y="1550988"/>
          <p14:tracePt t="24881" x="6554788" y="1516063"/>
          <p14:tracePt t="24888" x="6600825" y="1476375"/>
          <p14:tracePt t="24895" x="6662738" y="1447800"/>
          <p14:tracePt t="24902" x="6765925" y="1401763"/>
          <p14:tracePt t="24909" x="6845300" y="1373188"/>
          <p14:tracePt t="24916" x="6931025" y="1357313"/>
          <p14:tracePt t="24923" x="7045325" y="1357313"/>
          <p14:tracePt t="24931" x="7135813" y="1357313"/>
          <p14:tracePt t="24932" x="7175500" y="1362075"/>
          <p14:tracePt t="24933" x="7192963" y="1362075"/>
          <p14:tracePt t="24934" x="7204075" y="1362075"/>
          <p14:tracePt t="24935" x="7232650" y="1368425"/>
          <p14:tracePt t="24938" x="7261225" y="1373188"/>
          <p14:tracePt t="24939" x="7272338" y="1379538"/>
          <p14:tracePt t="24940" x="7285038" y="1385888"/>
          <p14:tracePt t="24941" x="7296150" y="1385888"/>
          <p14:tracePt t="24943" x="7313613" y="1385888"/>
          <p14:tracePt t="24946" x="7369175" y="1401763"/>
          <p14:tracePt t="24951" x="7426325" y="1414463"/>
          <p14:tracePt t="24958" x="7500938" y="1430338"/>
          <p14:tracePt t="24965" x="7580313" y="1443038"/>
          <p14:tracePt t="24972" x="7632700" y="1447800"/>
          <p14:tracePt t="24979" x="7666038" y="1447800"/>
          <p14:tracePt t="24985" x="7689850" y="1447800"/>
          <p14:tracePt t="24992" x="7712075" y="1443038"/>
          <p14:tracePt t="24999" x="7723188" y="1436688"/>
          <p14:tracePt t="25006" x="7740650" y="1430338"/>
          <p14:tracePt t="25013" x="7751763" y="1425575"/>
          <p14:tracePt t="25020" x="7762875" y="1419225"/>
          <p14:tracePt t="25027" x="7769225" y="1419225"/>
          <p14:tracePt t="25034" x="7786688" y="1414463"/>
          <p14:tracePt t="25041" x="7808913" y="1414463"/>
          <p14:tracePt t="25048" x="7826375" y="1414463"/>
          <p14:tracePt t="25055" x="7837488" y="1414463"/>
          <p14:tracePt t="25062" x="7854950" y="1414463"/>
          <p14:tracePt t="25069" x="7859713" y="1414463"/>
          <p14:tracePt t="25076" x="7870825" y="1414463"/>
          <p14:tracePt t="25083" x="7877175" y="1419225"/>
          <p14:tracePt t="25090" x="7883525" y="1430338"/>
          <p14:tracePt t="25097" x="7888288" y="1443038"/>
          <p14:tracePt t="25104" x="7905750" y="1458913"/>
          <p14:tracePt t="25110" x="7923213" y="1476375"/>
          <p14:tracePt t="25117" x="7934325" y="1482725"/>
          <p14:tracePt t="25124" x="7951788" y="1498600"/>
          <p14:tracePt t="25131" x="7962900" y="1504950"/>
          <p14:tracePt t="25138" x="7974013" y="1516063"/>
          <p14:tracePt t="25145" x="7991475" y="1527175"/>
          <p14:tracePt t="25152" x="7991475" y="1533525"/>
          <p14:tracePt t="25159" x="7996238" y="1533525"/>
          <p14:tracePt t="25166" x="7996238" y="1539875"/>
          <p14:tracePt t="25173" x="8002588" y="1544638"/>
          <p14:tracePt t="25180" x="8002588" y="1550988"/>
          <p14:tracePt t="25187" x="8008938" y="1562100"/>
          <p14:tracePt t="25194" x="8008938" y="1579563"/>
          <p14:tracePt t="25201" x="8024813" y="1601788"/>
          <p14:tracePt t="25208" x="8031163" y="1624013"/>
          <p14:tracePt t="25215" x="8042275" y="1652588"/>
          <p14:tracePt t="25221" x="8059738" y="1687513"/>
          <p14:tracePt t="25229" x="8070850" y="1709738"/>
          <p14:tracePt t="25235" x="8077200" y="1727200"/>
          <p14:tracePt t="25242" x="8081963" y="1738313"/>
          <p14:tracePt t="25250" x="8093075" y="1755775"/>
          <p14:tracePt t="25256" x="8093075" y="1762125"/>
          <p14:tracePt t="25263" x="8099425" y="1766888"/>
          <p14:tracePt t="25271" x="8105775" y="1766888"/>
          <p14:tracePt t="25272" x="8105775" y="1773238"/>
          <p14:tracePt t="25278" x="8105775" y="1778000"/>
          <p14:tracePt t="25284" x="8110538" y="1778000"/>
          <p14:tracePt t="25291" x="8116888" y="1778000"/>
          <p14:tracePt t="25298" x="8121650" y="1784350"/>
          <p14:tracePt t="25305" x="8121650" y="1790700"/>
          <p14:tracePt t="25312" x="8128000" y="1795463"/>
          <p14:tracePt t="25319" x="8139113" y="1806575"/>
          <p14:tracePt t="25326" x="8150225" y="1812925"/>
          <p14:tracePt t="25333" x="8162925" y="1824038"/>
          <p14:tracePt t="25340" x="8174038" y="1835150"/>
          <p14:tracePt t="25347" x="8185150" y="1846263"/>
          <p14:tracePt t="25354" x="8189913" y="1852613"/>
          <p14:tracePt t="25361" x="8189913" y="1858963"/>
          <p14:tracePt t="25368" x="8196263" y="1858963"/>
          <p14:tracePt t="26228" x="8196263" y="1863725"/>
          <p14:tracePt t="26231" x="8196263" y="1870075"/>
          <p14:tracePt t="26235" x="8196263" y="1881188"/>
          <p14:tracePt t="26242" x="8207375" y="1909763"/>
          <p14:tracePt t="26250" x="8218488" y="1944688"/>
          <p14:tracePt t="26257" x="8231188" y="1978025"/>
          <p14:tracePt t="26270" x="8242300" y="2041525"/>
          <p14:tracePt t="26277" x="8247063" y="2070100"/>
          <p14:tracePt t="26284" x="8259763" y="2097088"/>
          <p14:tracePt t="26291" x="8264525" y="2114550"/>
          <p14:tracePt t="26298" x="8270875" y="2138363"/>
          <p14:tracePt t="26305" x="8270875" y="2149475"/>
          <p14:tracePt t="26312" x="8275638" y="2154238"/>
          <p14:tracePt t="26319" x="8275638" y="2160588"/>
          <p14:tracePt t="26326" x="8275638" y="2166938"/>
          <p14:tracePt t="26401" x="8275638" y="2171700"/>
          <p14:tracePt t="26403" x="8275638" y="2178050"/>
          <p14:tracePt t="26409" x="8275638" y="2182813"/>
          <p14:tracePt t="26416" x="8270875" y="2195513"/>
          <p14:tracePt t="26417" x="8264525" y="2200275"/>
          <p14:tracePt t="26423" x="8259763" y="2206625"/>
          <p14:tracePt t="26430" x="8247063" y="2217738"/>
          <p14:tracePt t="26437" x="8235950" y="2228850"/>
          <p14:tracePt t="26444" x="8224838" y="2235200"/>
          <p14:tracePt t="26458" x="8202613" y="2246313"/>
          <p14:tracePt t="26465" x="8189913" y="2251075"/>
          <p14:tracePt t="26472" x="8178800" y="2257425"/>
          <p14:tracePt t="26479" x="8167688" y="2263775"/>
          <p14:tracePt t="26486" x="8156575" y="2263775"/>
          <p14:tracePt t="26487" x="8150225" y="2263775"/>
          <p14:tracePt t="26488" x="8150225" y="2268538"/>
          <p14:tracePt t="26492" x="8145463" y="2274888"/>
          <p14:tracePt t="26499" x="8128000" y="2274888"/>
          <p14:tracePt t="26506" x="8110538" y="2274888"/>
          <p14:tracePt t="26513" x="8099425" y="2279650"/>
          <p14:tracePt t="26520" x="8077200" y="2286000"/>
          <p14:tracePt t="26534" x="8031163" y="2292350"/>
          <p14:tracePt t="26541" x="8013700" y="2297113"/>
          <p14:tracePt t="26555" x="7967663" y="2303463"/>
          <p14:tracePt t="26569" x="7940675" y="2314575"/>
          <p14:tracePt t="26576" x="7923213" y="2320925"/>
          <p14:tracePt t="26590" x="7894638" y="2325688"/>
          <p14:tracePt t="26591" x="7888288" y="2325688"/>
          <p14:tracePt t="26597" x="7883525" y="2332038"/>
          <p14:tracePt t="26611" x="7859713" y="2332038"/>
          <p14:tracePt t="26617" x="7859713" y="2336800"/>
          <p14:tracePt t="26631" x="7837488" y="2336800"/>
          <p14:tracePt t="26638" x="7826375" y="2336800"/>
          <p14:tracePt t="26652" x="7791450" y="2343150"/>
          <p14:tracePt t="26666" x="7758113" y="2354263"/>
          <p14:tracePt t="26667" x="7745413" y="2360613"/>
          <p14:tracePt t="26673" x="7734300" y="2365375"/>
          <p14:tracePt t="26688" x="7672388" y="2389188"/>
          <p14:tracePt t="26694" x="7648575" y="2400300"/>
          <p14:tracePt t="26708" x="7591425" y="2422525"/>
          <p14:tracePt t="26709" x="7580313" y="2422525"/>
          <p14:tracePt t="26710" x="7575550" y="2422525"/>
          <p14:tracePt t="26714" x="7558088" y="2428875"/>
          <p14:tracePt t="26722" x="7540625" y="2439988"/>
          <p14:tracePt t="26729" x="7518400" y="2439988"/>
          <p14:tracePt t="26736" x="7500938" y="2446338"/>
          <p14:tracePt t="26737" x="7489825" y="2451100"/>
          <p14:tracePt t="26742" x="7478713" y="2457450"/>
          <p14:tracePt t="26750" x="7443788" y="2462213"/>
          <p14:tracePt t="26756" x="7415213" y="2468563"/>
          <p14:tracePt t="26770" x="7313613" y="2486025"/>
          <p14:tracePt t="26777" x="7239000" y="2501900"/>
          <p14:tracePt t="26784" x="7170738" y="2514600"/>
          <p14:tracePt t="26791" x="7050088" y="2525713"/>
          <p14:tracePt t="26799" x="6937375" y="2536825"/>
          <p14:tracePt t="26800" x="6884988" y="2536825"/>
          <p14:tracePt t="26801" x="6873875" y="2543175"/>
          <p14:tracePt t="26802" x="6856413" y="2543175"/>
          <p14:tracePt t="26803" x="6840538" y="2543175"/>
          <p14:tracePt t="26804" x="6823075" y="2543175"/>
          <p14:tracePt t="26807" x="6770688" y="2543175"/>
          <p14:tracePt t="26812" x="6702425" y="2543175"/>
          <p14:tracePt t="26819" x="6594475" y="2543175"/>
          <p14:tracePt t="26826" x="6503988" y="2525713"/>
          <p14:tracePt t="26833" x="6418263" y="2497138"/>
          <p14:tracePt t="26840" x="6343650" y="2462213"/>
          <p14:tracePt t="26846" x="6297613" y="2439988"/>
          <p14:tracePt t="26854" x="6257925" y="2411413"/>
          <p14:tracePt t="26855" x="6246813" y="2400300"/>
          <p14:tracePt t="26861" x="6229350" y="2389188"/>
          <p14:tracePt t="26867" x="6207125" y="2360613"/>
          <p14:tracePt t="26874" x="6196013" y="2325688"/>
          <p14:tracePt t="26881" x="6178550" y="2297113"/>
          <p14:tracePt t="26888" x="6167438" y="2257425"/>
          <p14:tracePt t="26895" x="6167438" y="2211388"/>
          <p14:tracePt t="26902" x="6161088" y="2138363"/>
          <p14:tracePt t="26910" x="6172200" y="2035175"/>
          <p14:tracePt t="26911" x="6178550" y="2024063"/>
          <p14:tracePt t="26912" x="6184900" y="2006600"/>
          <p14:tracePt t="26916" x="6189663" y="1971675"/>
          <p14:tracePt t="26923" x="6224588" y="1870075"/>
          <p14:tracePt t="26930" x="6270625" y="1795463"/>
          <p14:tracePt t="26937" x="6310313" y="1720850"/>
          <p14:tracePt t="26944" x="6354763" y="1658938"/>
          <p14:tracePt t="26951" x="6389688" y="1601788"/>
          <p14:tracePt t="26958" x="6429375" y="1550988"/>
          <p14:tracePt t="26965" x="6457950" y="1516063"/>
          <p14:tracePt t="26971" x="6475413" y="1487488"/>
          <p14:tracePt t="26987" x="6503988" y="1443038"/>
          <p14:tracePt t="26988" x="6503988" y="1436688"/>
          <p14:tracePt t="26992" x="6503988" y="1430338"/>
          <p14:tracePt t="26999" x="6508750" y="1419225"/>
          <p14:tracePt t="27006" x="6515100" y="1419225"/>
          <p14:tracePt t="27013" x="6519863" y="1414463"/>
          <p14:tracePt t="27020" x="6526213" y="1408113"/>
          <p14:tracePt t="27027" x="6532563" y="1397000"/>
          <p14:tracePt t="27034" x="6548438" y="1397000"/>
          <p14:tracePt t="27041" x="6565900" y="1390650"/>
          <p14:tracePt t="27048" x="6589713" y="1390650"/>
          <p14:tracePt t="27055" x="6623050" y="1390650"/>
          <p14:tracePt t="27062" x="6662738" y="1390650"/>
          <p14:tracePt t="27069" x="6715125" y="1397000"/>
          <p14:tracePt t="27076" x="6783388" y="1419225"/>
          <p14:tracePt t="27090" x="6937375" y="1470025"/>
          <p14:tracePt t="27091" x="6953250" y="1470025"/>
          <p14:tracePt t="27092" x="6965950" y="1476375"/>
          <p14:tracePt t="27093" x="6977063" y="1476375"/>
          <p14:tracePt t="27094" x="6981825" y="1482725"/>
          <p14:tracePt t="27095" x="6999288" y="1482725"/>
          <p14:tracePt t="27096" x="7016750" y="1487488"/>
          <p14:tracePt t="27099" x="7034213" y="1493838"/>
          <p14:tracePt t="27100" x="7067550" y="1493838"/>
          <p14:tracePt t="27101" x="7078663" y="1504950"/>
          <p14:tracePt t="27102" x="7107238" y="1504950"/>
          <p14:tracePt t="27105" x="7146925" y="1511300"/>
          <p14:tracePt t="27110" x="7204075" y="1522413"/>
          <p14:tracePt t="27117" x="7285038" y="1522413"/>
          <p14:tracePt t="27124" x="7358063" y="1522413"/>
          <p14:tracePt t="27131" x="7450138" y="1527175"/>
          <p14:tracePt t="27138" x="7512050" y="1527175"/>
          <p14:tracePt t="27145" x="7564438" y="1527175"/>
          <p14:tracePt t="27152" x="7604125" y="1527175"/>
          <p14:tracePt t="27160" x="7643813" y="1527175"/>
          <p14:tracePt t="27161" x="7654925" y="1527175"/>
          <p14:tracePt t="27162" x="7661275" y="1527175"/>
          <p14:tracePt t="27166" x="7672388" y="1527175"/>
          <p14:tracePt t="27175" x="7700963" y="1527175"/>
          <p14:tracePt t="27180" x="7712075" y="1527175"/>
          <p14:tracePt t="27187" x="7716838" y="1527175"/>
          <p14:tracePt t="27194" x="7729538" y="1527175"/>
          <p14:tracePt t="27201" x="7740650" y="1527175"/>
          <p14:tracePt t="27208" x="7758113" y="1533525"/>
          <p14:tracePt t="27215" x="7773988" y="1533525"/>
          <p14:tracePt t="27222" x="7797800" y="1539875"/>
          <p14:tracePt t="27229" x="7831138" y="1550988"/>
          <p14:tracePt t="27235" x="7866063" y="1562100"/>
          <p14:tracePt t="27243" x="7912100" y="1573213"/>
          <p14:tracePt t="27249" x="7956550" y="1584325"/>
          <p14:tracePt t="27256" x="8008938" y="1595438"/>
          <p14:tracePt t="27263" x="8066088" y="1608138"/>
          <p14:tracePt t="27270" x="8121650" y="1624013"/>
          <p14:tracePt t="27277" x="8174038" y="1630363"/>
          <p14:tracePt t="27284" x="8224838" y="1641475"/>
          <p14:tracePt t="27292" x="8259763" y="1652588"/>
          <p14:tracePt t="27293" x="8281988" y="1658938"/>
          <p14:tracePt t="27298" x="8299450" y="1665288"/>
          <p14:tracePt t="27305" x="8343900" y="1665288"/>
          <p14:tracePt t="27312" x="8372475" y="1676400"/>
          <p14:tracePt t="27319" x="8407400" y="1676400"/>
          <p14:tracePt t="27326" x="8424863" y="1676400"/>
          <p14:tracePt t="27333" x="8440738" y="1681163"/>
          <p14:tracePt t="27340" x="8458200" y="1687513"/>
          <p14:tracePt t="27347" x="8464550" y="1687513"/>
          <p14:tracePt t="27354" x="8475663" y="1687513"/>
          <p14:tracePt t="27362" x="8482013" y="1687513"/>
          <p14:tracePt t="27367" x="8482013" y="1693863"/>
          <p14:tracePt t="27374" x="8482013" y="1698625"/>
          <p14:tracePt t="27381" x="8493125" y="1709738"/>
          <p14:tracePt t="27395" x="8510588" y="1766888"/>
          <p14:tracePt t="27402" x="8521700" y="1801813"/>
          <p14:tracePt t="27404" x="8526463" y="1819275"/>
          <p14:tracePt t="27405" x="8526463" y="1824038"/>
          <p14:tracePt t="27409" x="8532813" y="1841500"/>
          <p14:tracePt t="27416" x="8539163" y="1881188"/>
          <p14:tracePt t="27423" x="8550275" y="1931988"/>
          <p14:tracePt t="27430" x="8555038" y="1971675"/>
          <p14:tracePt t="27437" x="8566150" y="2017713"/>
          <p14:tracePt t="27444" x="8578850" y="2057400"/>
          <p14:tracePt t="27451" x="8578850" y="2092325"/>
          <p14:tracePt t="27458" x="8583613" y="2125663"/>
          <p14:tracePt t="27465" x="8589963" y="2154238"/>
          <p14:tracePt t="27466" x="8589963" y="2166938"/>
          <p14:tracePt t="27472" x="8589963" y="2182813"/>
          <p14:tracePt t="27479" x="8589963" y="2206625"/>
          <p14:tracePt t="27486" x="8589963" y="2228850"/>
          <p14:tracePt t="27492" x="8589963" y="2257425"/>
          <p14:tracePt t="27499" x="8578850" y="2279650"/>
          <p14:tracePt t="27506" x="8555038" y="2314575"/>
          <p14:tracePt t="27513" x="8532813" y="2336800"/>
          <p14:tracePt t="27520" x="8504238" y="2360613"/>
          <p14:tracePt t="27527" x="8475663" y="2382838"/>
          <p14:tracePt t="27534" x="8429625" y="2411413"/>
          <p14:tracePt t="27541" x="8401050" y="2428875"/>
          <p14:tracePt t="27548" x="8361363" y="2439988"/>
          <p14:tracePt t="27555" x="8328025" y="2446338"/>
          <p14:tracePt t="27562" x="8288338" y="2451100"/>
          <p14:tracePt t="27569" x="8253413" y="2457450"/>
          <p14:tracePt t="27576" x="8218488" y="2457450"/>
          <p14:tracePt t="27583" x="8178800" y="2462213"/>
          <p14:tracePt t="27590" x="8134350" y="2468563"/>
          <p14:tracePt t="27597" x="8070850" y="2474913"/>
          <p14:tracePt t="27604" x="7996238" y="2490788"/>
          <p14:tracePt t="27605" x="7974013" y="2490788"/>
          <p14:tracePt t="27606" x="7962900" y="2490788"/>
          <p14:tracePt t="27607" x="7945438" y="2490788"/>
          <p14:tracePt t="27608" x="7940675" y="2497138"/>
          <p14:tracePt t="27609" x="7927975" y="2497138"/>
          <p14:tracePt t="27612" x="7888288" y="2501900"/>
          <p14:tracePt t="27613" x="7870825" y="2501900"/>
          <p14:tracePt t="27614" x="7859713" y="2508250"/>
          <p14:tracePt t="27615" x="7848600" y="2508250"/>
          <p14:tracePt t="27618" x="7820025" y="2514600"/>
          <p14:tracePt t="27624" x="7712075" y="2530475"/>
          <p14:tracePt t="27631" x="7637463" y="2543175"/>
          <p14:tracePt t="27638" x="7483475" y="2565400"/>
          <p14:tracePt t="27645" x="7369175" y="2587625"/>
          <p14:tracePt t="27652" x="7250113" y="2605088"/>
          <p14:tracePt t="27659" x="7159625" y="2616200"/>
          <p14:tracePt t="27666" x="7073900" y="2622550"/>
          <p14:tracePt t="27674" x="6999288" y="2622550"/>
          <p14:tracePt t="27675" x="6988175" y="2622550"/>
          <p14:tracePt t="27680" x="6953250" y="2622550"/>
          <p14:tracePt t="27687" x="6924675" y="2611438"/>
          <p14:tracePt t="27694" x="6896100" y="2587625"/>
          <p14:tracePt t="27708" x="6862763" y="2543175"/>
          <p14:tracePt t="27709" x="6862763" y="2536825"/>
          <p14:tracePt t="27710" x="6862763" y="2530475"/>
          <p14:tracePt t="27715" x="6851650" y="2514600"/>
          <p14:tracePt t="27716" x="6845300" y="2501900"/>
          <p14:tracePt t="27722" x="6840538" y="2479675"/>
          <p14:tracePt t="27729" x="6823075" y="2446338"/>
          <p14:tracePt t="27730" x="6823075" y="2433638"/>
          <p14:tracePt t="27731" x="6811963" y="2422525"/>
          <p14:tracePt t="27733" x="6811963" y="2417763"/>
          <p14:tracePt t="27736" x="6811963" y="2405063"/>
          <p14:tracePt t="27742" x="6799263" y="2365375"/>
          <p14:tracePt t="27749" x="6794500" y="2343150"/>
          <p14:tracePt t="27756" x="6788150" y="2303463"/>
          <p14:tracePt t="27763" x="6777038" y="2263775"/>
          <p14:tracePt t="27770" x="6765925" y="2211388"/>
          <p14:tracePt t="27777" x="6754813" y="2154238"/>
          <p14:tracePt t="27784" x="6743700" y="2085975"/>
          <p14:tracePt t="27791" x="6737350" y="1995488"/>
          <p14:tracePt t="27799" x="6726238" y="1909763"/>
          <p14:tracePt t="27800" x="6726238" y="1874838"/>
          <p14:tracePt t="27801" x="6726238" y="1870075"/>
          <p14:tracePt t="27802" x="6726238" y="1852613"/>
          <p14:tracePt t="27803" x="6719888" y="1841500"/>
          <p14:tracePt t="27804" x="6719888" y="1824038"/>
          <p14:tracePt t="27807" x="6719888" y="1778000"/>
          <p14:tracePt t="27808" x="6719888" y="1766888"/>
          <p14:tracePt t="27809" x="6715125" y="1755775"/>
          <p14:tracePt t="27810" x="6715125" y="1744663"/>
          <p14:tracePt t="27811" x="6715125" y="1733550"/>
          <p14:tracePt t="27814" x="6715125" y="1698625"/>
          <p14:tracePt t="27815" x="6715125" y="1693863"/>
          <p14:tracePt t="27816" x="6715125" y="1681163"/>
          <p14:tracePt t="27817" x="6715125" y="1670050"/>
          <p14:tracePt t="27818" x="6715125" y="1665288"/>
          <p14:tracePt t="27820" x="6715125" y="1647825"/>
          <p14:tracePt t="27821" x="6715125" y="1630363"/>
          <p14:tracePt t="27826" x="6715125" y="1601788"/>
          <p14:tracePt t="27833" x="6726238" y="1568450"/>
          <p14:tracePt t="27840" x="6743700" y="1533525"/>
          <p14:tracePt t="27847" x="6765925" y="1498600"/>
          <p14:tracePt t="27854" x="6788150" y="1476375"/>
          <p14:tracePt t="27861" x="6823075" y="1447800"/>
          <p14:tracePt t="27867" x="6845300" y="1430338"/>
          <p14:tracePt t="27874" x="6873875" y="1419225"/>
          <p14:tracePt t="27881" x="6902450" y="1401763"/>
          <p14:tracePt t="27888" x="6931025" y="1397000"/>
          <p14:tracePt t="27895" x="6970713" y="1390650"/>
          <p14:tracePt t="27902" x="6999288" y="1390650"/>
          <p14:tracePt t="27910" x="7038975" y="1385888"/>
          <p14:tracePt t="27911" x="7062788" y="1385888"/>
          <p14:tracePt t="27912" x="7073900" y="1385888"/>
          <p14:tracePt t="27913" x="7085013" y="1385888"/>
          <p14:tracePt t="27914" x="7096125" y="1385888"/>
          <p14:tracePt t="27915" x="7102475" y="1385888"/>
          <p14:tracePt t="27924" x="7192963" y="1401763"/>
          <p14:tracePt t="27925" x="7204075" y="1408113"/>
          <p14:tracePt t="27926" x="7227888" y="1414463"/>
          <p14:tracePt t="27927" x="7243763" y="1414463"/>
          <p14:tracePt t="27929" x="7261225" y="1419225"/>
          <p14:tracePt t="27932" x="7307263" y="1430338"/>
          <p14:tracePt t="27933" x="7318375" y="1430338"/>
          <p14:tracePt t="27934" x="7335838" y="1436688"/>
          <p14:tracePt t="27935" x="7353300" y="1443038"/>
          <p14:tracePt t="27937" x="7364413" y="1443038"/>
          <p14:tracePt t="27939" x="7415213" y="1458913"/>
          <p14:tracePt t="27944" x="7489825" y="1482725"/>
          <p14:tracePt t="27951" x="7620000" y="1511300"/>
          <p14:tracePt t="27952" x="7654925" y="1522413"/>
          <p14:tracePt t="27954" x="7700963" y="1533525"/>
          <p14:tracePt t="27955" x="7716838" y="1539875"/>
          <p14:tracePt t="27956" x="7780338" y="1550988"/>
          <p14:tracePt t="27960" x="7842250" y="1568450"/>
          <p14:tracePt t="27961" x="7859713" y="1573213"/>
          <p14:tracePt t="27962" x="7883525" y="1579563"/>
          <p14:tracePt t="27963" x="7894638" y="1584325"/>
          <p14:tracePt t="27964" x="7916863" y="1584325"/>
          <p14:tracePt t="27967" x="7980363" y="1595438"/>
          <p14:tracePt t="27971" x="8059738" y="1619250"/>
          <p14:tracePt t="27979" x="8242300" y="1652588"/>
          <p14:tracePt t="27980" x="8275638" y="1658938"/>
          <p14:tracePt t="27981" x="8299450" y="1665288"/>
          <p14:tracePt t="27982" x="8315325" y="1665288"/>
          <p14:tracePt t="27983" x="8321675" y="1670050"/>
          <p14:tracePt t="27984" x="8332788" y="1670050"/>
          <p14:tracePt t="27985" x="8350250" y="1670050"/>
          <p14:tracePt t="27988" x="8401050" y="1687513"/>
          <p14:tracePt t="27989" x="8429625" y="1687513"/>
          <p14:tracePt t="27990" x="8447088" y="1687513"/>
          <p14:tracePt t="27991" x="8458200" y="1693863"/>
          <p14:tracePt t="27994" x="8497888" y="1704975"/>
          <p14:tracePt t="27995" x="8515350" y="1704975"/>
          <p14:tracePt t="27996" x="8526463" y="1704975"/>
          <p14:tracePt t="27997" x="8539163" y="1709738"/>
          <p14:tracePt t="27999" x="8550275" y="1716088"/>
          <p14:tracePt t="28003" x="8594725" y="1720850"/>
          <p14:tracePt t="28005" x="8607425" y="1727200"/>
          <p14:tracePt t="28014" x="8640763" y="1744663"/>
          <p14:tracePt t="28015" x="8651875" y="1744663"/>
          <p14:tracePt t="28020" x="8658225" y="1744663"/>
          <p14:tracePt t="28027" x="8664575" y="1749425"/>
          <p14:tracePt t="28034" x="8664575" y="1755775"/>
          <p14:tracePt t="28049" x="8664575" y="1762125"/>
          <p14:tracePt t="28052" x="8664575" y="1773238"/>
          <p14:tracePt t="28056" x="8664575" y="1778000"/>
          <p14:tracePt t="28062" x="8664575" y="1790700"/>
          <p14:tracePt t="28069" x="8664575" y="1812925"/>
          <p14:tracePt t="28076" x="8664575" y="1830388"/>
          <p14:tracePt t="28083" x="8664575" y="1846263"/>
          <p14:tracePt t="28090" x="8664575" y="1863725"/>
          <p14:tracePt t="28097" x="8664575" y="1881188"/>
          <p14:tracePt t="28104" x="8664575" y="1892300"/>
          <p14:tracePt t="28110" x="8664575" y="1903413"/>
          <p14:tracePt t="28117" x="8664575" y="1909763"/>
          <p14:tracePt t="28124" x="8664575" y="1916113"/>
          <p14:tracePt t="28132" x="8664575" y="1920875"/>
          <p14:tracePt t="28140" x="8664575" y="1927225"/>
          <p14:tracePt t="28146" x="8664575" y="1931988"/>
          <p14:tracePt t="28157" x="8664575" y="1938338"/>
          <p14:tracePt t="28162" x="8664575" y="1944688"/>
          <p14:tracePt t="28167" x="8664575" y="1949450"/>
          <p14:tracePt t="28173" x="8664575" y="1955800"/>
          <p14:tracePt t="28180" x="8664575" y="1960563"/>
          <p14:tracePt t="28188" x="8664575" y="1966913"/>
          <p14:tracePt t="28194" x="8664575" y="1971675"/>
          <p14:tracePt t="28201" x="8664575" y="1978025"/>
          <p14:tracePt t="28208" x="8664575" y="1984375"/>
          <p14:tracePt t="28215" x="8664575" y="1989138"/>
          <p14:tracePt t="28222" x="8664575" y="1995488"/>
          <p14:tracePt t="28228" x="8664575" y="2000250"/>
          <p14:tracePt t="28235" x="8664575" y="2006600"/>
          <p14:tracePt t="28242" x="8664575" y="2012950"/>
          <p14:tracePt t="28249" x="8664575" y="2017713"/>
          <p14:tracePt t="28256" x="8664575" y="2024063"/>
          <p14:tracePt t="28263" x="8664575" y="2028825"/>
          <p14:tracePt t="28270" x="8664575" y="2035175"/>
          <p14:tracePt t="28277" x="8664575" y="2046288"/>
          <p14:tracePt t="28279" x="8664575" y="2052638"/>
          <p14:tracePt t="28284" x="8664575" y="2057400"/>
          <p14:tracePt t="28291" x="8664575" y="2074863"/>
          <p14:tracePt t="28298" x="8658225" y="2081213"/>
          <p14:tracePt t="28306" x="8651875" y="2092325"/>
          <p14:tracePt t="28312" x="8647113" y="2103438"/>
          <p14:tracePt t="28319" x="8640763" y="2125663"/>
          <p14:tracePt t="28326" x="8623300" y="2143125"/>
          <p14:tracePt t="28333" x="8612188" y="2166938"/>
          <p14:tracePt t="28340" x="8601075" y="2182813"/>
          <p14:tracePt t="28346" x="8594725" y="2200275"/>
          <p14:tracePt t="28354" x="8583613" y="2211388"/>
          <p14:tracePt t="28360" x="8572500" y="2222500"/>
          <p14:tracePt t="28367" x="8572500" y="2235200"/>
          <p14:tracePt t="28374" x="8566150" y="2235200"/>
          <p14:tracePt t="28381" x="8561388" y="2235200"/>
          <p14:tracePt t="28388" x="8561388" y="2239963"/>
          <p14:tracePt t="28406" x="8561388" y="2246313"/>
          <p14:tracePt t="28417" x="8555038" y="2251075"/>
          <p14:tracePt t="28419" x="8550275" y="2251075"/>
          <p14:tracePt t="28425" x="8543925" y="2257425"/>
          <p14:tracePt t="28430" x="8539163" y="2263775"/>
          <p14:tracePt t="28437" x="8526463" y="2268538"/>
          <p14:tracePt t="28444" x="8515350" y="2274888"/>
          <p14:tracePt t="28451" x="8504238" y="2279650"/>
          <p14:tracePt t="28458" x="8497888" y="2286000"/>
          <p14:tracePt t="28465" x="8493125" y="2292350"/>
          <p14:tracePt t="28466" x="8486775" y="2297113"/>
          <p14:tracePt t="28472" x="8482013" y="2297113"/>
          <p14:tracePt t="28479" x="8475663" y="2303463"/>
          <p14:tracePt t="28489" x="8469313" y="2303463"/>
          <p14:tracePt t="28494" x="8469313" y="2308225"/>
          <p14:tracePt t="28499" x="8464550" y="2308225"/>
          <p14:tracePt t="28513" x="8447088" y="2320925"/>
          <p14:tracePt t="28521" x="8435975" y="2332038"/>
          <p14:tracePt t="28522" x="8429625" y="2336800"/>
          <p14:tracePt t="28523" x="8424863" y="2336800"/>
          <p14:tracePt t="28534" x="8396288" y="2354263"/>
          <p14:tracePt t="28541" x="8372475" y="2365375"/>
          <p14:tracePt t="28543" x="8361363" y="2371725"/>
          <p14:tracePt t="28543" x="8356600" y="2376488"/>
          <p14:tracePt t="28549" x="8343900" y="2382838"/>
          <p14:tracePt t="28550" x="8328025" y="2389188"/>
          <p14:tracePt t="28551" x="8328025" y="2393950"/>
          <p14:tracePt t="28562" x="8270875" y="2417763"/>
          <p14:tracePt t="28564" x="8253413" y="2422525"/>
          <p14:tracePt t="28565" x="8247063" y="2428875"/>
          <p14:tracePt t="28569" x="8231188" y="2433638"/>
          <p14:tracePt t="28576" x="8189913" y="2451100"/>
          <p14:tracePt t="28590" x="8116888" y="2479675"/>
          <p14:tracePt t="28591" x="8110538" y="2486025"/>
          <p14:tracePt t="28593" x="8099425" y="2486025"/>
          <p14:tracePt t="28596" x="8088313" y="2486025"/>
          <p14:tracePt t="28611" x="8053388" y="2501900"/>
          <p14:tracePt t="28612" x="8042275" y="2501900"/>
          <p14:tracePt t="28618" x="8037513" y="2501900"/>
          <p14:tracePt t="28632" x="8002588" y="2508250"/>
          <p14:tracePt t="28645" x="7940675" y="2514600"/>
          <p14:tracePt t="28652" x="7905750" y="2519363"/>
          <p14:tracePt t="28666" x="7815263" y="2525713"/>
          <p14:tracePt t="28673" x="7769225" y="2530475"/>
          <p14:tracePt t="28680" x="7716838" y="2530475"/>
          <p14:tracePt t="28694" x="7620000" y="2536825"/>
          <p14:tracePt t="28695" x="7608888" y="2536825"/>
          <p14:tracePt t="28696" x="7604125" y="2536825"/>
          <p14:tracePt t="28697" x="7597775" y="2536825"/>
          <p14:tracePt t="28698" x="7586663" y="2536825"/>
          <p14:tracePt t="28702" x="7575550" y="2536825"/>
          <p14:tracePt t="28703" x="7569200" y="2536825"/>
          <p14:tracePt t="28708" x="7558088" y="2536825"/>
          <p14:tracePt t="28715" x="7546975" y="2536825"/>
          <p14:tracePt t="28722" x="7540625" y="2536825"/>
          <p14:tracePt t="28736" x="7535863" y="2536825"/>
          <p14:tracePt t="28751" x="7535863" y="2530475"/>
          <p14:tracePt t="28766" x="7529513" y="2530475"/>
          <p14:tracePt t="28769" x="7529513" y="2525713"/>
          <p14:tracePt t="28772" x="7523163" y="2525713"/>
          <p14:tracePt t="28777" x="7512050" y="2514600"/>
          <p14:tracePt t="28784" x="7489825" y="2486025"/>
          <p14:tracePt t="28791" x="7454900" y="2451100"/>
          <p14:tracePt t="28798" x="7410450" y="2400300"/>
          <p14:tracePt t="28805" x="7364413" y="2365375"/>
          <p14:tracePt t="28812" x="7318375" y="2320925"/>
          <p14:tracePt t="28819" x="7272338" y="2286000"/>
          <p14:tracePt t="28826" x="7232650" y="2257425"/>
          <p14:tracePt t="28833" x="7199313" y="2235200"/>
          <p14:tracePt t="28840" x="7164388" y="2217738"/>
          <p14:tracePt t="28847" x="7142163" y="2200275"/>
          <p14:tracePt t="28861" x="7113588" y="2182813"/>
          <p14:tracePt t="28864" x="7107238" y="2178050"/>
          <p14:tracePt t="28870" x="7102475" y="2178050"/>
          <p14:tracePt t="28874" x="7102475" y="2171700"/>
          <p14:tracePt t="28889" x="7096125" y="2154238"/>
          <p14:tracePt t="28896" x="7085013" y="2132013"/>
          <p14:tracePt t="28910" x="7045325" y="2046288"/>
          <p14:tracePt t="28917" x="7016750" y="2000250"/>
          <p14:tracePt t="28918" x="7005638" y="1984375"/>
          <p14:tracePt t="28920" x="6999288" y="1971675"/>
          <p14:tracePt t="28921" x="6999288" y="1966913"/>
          <p14:tracePt t="28922" x="6992938" y="1960563"/>
          <p14:tracePt t="28931" x="6970713" y="1931988"/>
          <p14:tracePt t="28937" x="6953250" y="1909763"/>
          <p14:tracePt t="28952" x="6931025" y="1874838"/>
          <p14:tracePt t="28959" x="6924675" y="1870075"/>
          <p14:tracePt t="28982" x="6924675" y="1863725"/>
          <p14:tracePt t="28990" x="6924675" y="1858963"/>
          <p14:tracePt t="28997" x="6924675" y="1852613"/>
          <p14:tracePt t="29000" x="6924675" y="1846263"/>
          <p14:tracePt t="29006" x="6931025" y="1830388"/>
          <p14:tracePt t="29020" x="6948488" y="1801813"/>
          <p14:tracePt t="29028" x="6965950" y="1778000"/>
          <p14:tracePt t="29029" x="6970713" y="1773238"/>
          <p14:tracePt t="29034" x="6981825" y="1762125"/>
          <p14:tracePt t="29042" x="7005638" y="1744663"/>
          <p14:tracePt t="29043" x="7016750" y="1738313"/>
          <p14:tracePt t="29044" x="7021513" y="1733550"/>
          <p14:tracePt t="29045" x="7027863" y="1727200"/>
          <p14:tracePt t="29050" x="7045325" y="1709738"/>
          <p14:tracePt t="29051" x="7050088" y="1709738"/>
          <p14:tracePt t="29052" x="7062788" y="1709738"/>
          <p14:tracePt t="29053" x="7067550" y="1704975"/>
          <p14:tracePt t="29057" x="7078663" y="1698625"/>
          <p14:tracePt t="29062" x="7102475" y="1687513"/>
          <p14:tracePt t="29069" x="7159625" y="1670050"/>
          <p14:tracePt t="29076" x="7232650" y="1652588"/>
          <p14:tracePt t="29083" x="7300913" y="1641475"/>
          <p14:tracePt t="29090" x="7386638" y="1630363"/>
          <p14:tracePt t="29097" x="7467600" y="1619250"/>
          <p14:tracePt t="29104" x="7575550" y="1608138"/>
          <p14:tracePt t="29111" x="7654925" y="1608138"/>
          <p14:tracePt t="29118" x="7745413" y="1601788"/>
          <p14:tracePt t="29125" x="7808913" y="1601788"/>
          <p14:tracePt t="29131" x="7905750" y="1601788"/>
          <p14:tracePt t="29138" x="7967663" y="1601788"/>
          <p14:tracePt t="29145" x="8024813" y="1601788"/>
          <p14:tracePt t="29152" x="8066088" y="1601788"/>
          <p14:tracePt t="29159" x="8093075" y="1601788"/>
          <p14:tracePt t="29174" x="8128000" y="1608138"/>
          <p14:tracePt t="29180" x="8134350" y="1612900"/>
          <p14:tracePt t="29187" x="8145463" y="1612900"/>
          <p14:tracePt t="29194" x="8162925" y="1619250"/>
          <p14:tracePt t="29201" x="8185150" y="1636713"/>
          <p14:tracePt t="29208" x="8213725" y="1658938"/>
          <p14:tracePt t="29215" x="8259763" y="1687513"/>
          <p14:tracePt t="29222" x="8310563" y="1738313"/>
          <p14:tracePt t="29229" x="8356600" y="1784350"/>
          <p14:tracePt t="29236" x="8418513" y="1841500"/>
          <p14:tracePt t="29238" x="8429625" y="1863725"/>
          <p14:tracePt t="29239" x="8435975" y="1870075"/>
          <p14:tracePt t="29240" x="8447088" y="1874838"/>
          <p14:tracePt t="29241" x="8458200" y="1892300"/>
          <p14:tracePt t="29245" x="8486775" y="1920875"/>
          <p14:tracePt t="29246" x="8486775" y="1931988"/>
          <p14:tracePt t="29247" x="8497888" y="1938338"/>
          <p14:tracePt t="29248" x="8504238" y="1949450"/>
          <p14:tracePt t="29251" x="8521700" y="1971675"/>
          <p14:tracePt t="29257" x="8539163" y="2006600"/>
          <p14:tracePt t="29263" x="8572500" y="2057400"/>
          <p14:tracePt t="29270" x="8589963" y="2103438"/>
          <p14:tracePt t="29277" x="8594725" y="2149475"/>
          <p14:tracePt t="29284" x="8594725" y="2189163"/>
          <p14:tracePt t="29291" x="8589963" y="2222500"/>
          <p14:tracePt t="29299" x="8572500" y="2263775"/>
          <p14:tracePt t="29300" x="8566150" y="2274888"/>
          <p14:tracePt t="29301" x="8555038" y="2279650"/>
          <p14:tracePt t="29302" x="8555038" y="2286000"/>
          <p14:tracePt t="29305" x="8550275" y="2297113"/>
          <p14:tracePt t="29312" x="8515350" y="2332038"/>
          <p14:tracePt t="29319" x="8469313" y="2371725"/>
          <p14:tracePt t="29326" x="8413750" y="2411413"/>
          <p14:tracePt t="29327" x="8401050" y="2422525"/>
          <p14:tracePt t="29329" x="8385175" y="2433638"/>
          <p14:tracePt t="29330" x="8372475" y="2439988"/>
          <p14:tracePt t="29331" x="8367713" y="2446338"/>
          <p14:tracePt t="29332" x="8361363" y="2446338"/>
          <p14:tracePt t="29335" x="8339138" y="2462213"/>
          <p14:tracePt t="29340" x="8315325" y="2479675"/>
          <p14:tracePt t="29347" x="8264525" y="2514600"/>
          <p14:tracePt t="29354" x="8207375" y="2543175"/>
          <p14:tracePt t="29362" x="8156575" y="2571750"/>
          <p14:tracePt t="29363" x="8121650" y="2587625"/>
          <p14:tracePt t="29364" x="8110538" y="2593975"/>
          <p14:tracePt t="29365" x="8105775" y="2600325"/>
          <p14:tracePt t="29366" x="8093075" y="2600325"/>
          <p14:tracePt t="29369" x="8066088" y="2622550"/>
          <p14:tracePt t="29370" x="8053388" y="2627313"/>
          <p14:tracePt t="29371" x="8042275" y="2627313"/>
          <p14:tracePt t="29372" x="8037513" y="2633663"/>
          <p14:tracePt t="29375" x="8008938" y="2644775"/>
          <p14:tracePt t="29376" x="7991475" y="2651125"/>
          <p14:tracePt t="29377" x="7974013" y="2662238"/>
          <p14:tracePt t="29378" x="7967663" y="2668588"/>
          <p14:tracePt t="29379" x="7956550" y="2668588"/>
          <p14:tracePt t="29380" x="7945438" y="2673350"/>
          <p14:tracePt t="29383" x="7905750" y="2690813"/>
          <p14:tracePt t="29384" x="7899400" y="2701925"/>
          <p14:tracePt t="29388" x="7859713" y="2708275"/>
          <p14:tracePt t="29395" x="7780338" y="2741613"/>
          <p14:tracePt t="29402" x="7683500" y="2776538"/>
          <p14:tracePt t="29409" x="7620000" y="2798763"/>
          <p14:tracePt t="29416" x="7558088" y="2822575"/>
          <p14:tracePt t="29423" x="7500938" y="2833688"/>
          <p14:tracePt t="29430" x="7454900" y="2851150"/>
          <p14:tracePt t="29437" x="7426325" y="2862263"/>
          <p14:tracePt t="29444" x="7410450" y="2862263"/>
          <p14:tracePt t="29451" x="7392988" y="2867025"/>
          <p14:tracePt t="29459" x="7386638" y="2867025"/>
          <p14:tracePt t="29467" x="7381875" y="2873375"/>
          <p14:tracePt t="29475" x="7375525" y="2873375"/>
          <p14:tracePt t="29481" x="7369175" y="2873375"/>
          <p14:tracePt t="29486" x="7364413" y="2873375"/>
          <p14:tracePt t="29500" x="7342188" y="2878138"/>
          <p14:tracePt t="29506" x="7329488" y="2878138"/>
          <p14:tracePt t="29514" x="7313613" y="2878138"/>
          <p14:tracePt t="29520" x="7296150" y="2878138"/>
          <p14:tracePt t="29527" x="7278688" y="2873375"/>
          <p14:tracePt t="29534" x="7256463" y="2867025"/>
          <p14:tracePt t="29542" x="7243763" y="2862263"/>
          <p14:tracePt t="29548" x="7227888" y="2855913"/>
          <p14:tracePt t="29555" x="7216775" y="2844800"/>
          <p14:tracePt t="29562" x="7204075" y="2838450"/>
          <p14:tracePt t="29569" x="7199313" y="2827338"/>
          <p14:tracePt t="29576" x="7188200" y="2827338"/>
          <p14:tracePt t="29583" x="7181850" y="2822575"/>
          <p14:tracePt t="29590" x="7175500" y="2816225"/>
          <p14:tracePt t="29597" x="7164388" y="2816225"/>
          <p14:tracePt t="29604" x="7146925" y="2809875"/>
          <p14:tracePt t="29611" x="7118350" y="2809875"/>
          <p14:tracePt t="29617" x="7096125" y="2809875"/>
          <p14:tracePt t="29625" x="7062788" y="2809875"/>
          <p14:tracePt t="29631" x="7034213" y="2809875"/>
          <p14:tracePt t="29639" x="7005638" y="2809875"/>
          <p14:tracePt t="29645" x="6970713" y="2809875"/>
          <p14:tracePt t="29652" x="6937375" y="2822575"/>
          <p14:tracePt t="29659" x="6896100" y="2833688"/>
          <p14:tracePt t="29666" x="6862763" y="2844800"/>
          <p14:tracePt t="29674" x="6834188" y="2862263"/>
          <p14:tracePt t="29676" x="6811963" y="2878138"/>
          <p14:tracePt t="29687" x="6759575" y="2930525"/>
          <p14:tracePt t="29694" x="6715125" y="2981325"/>
          <p14:tracePt t="29695" x="6702425" y="3003550"/>
          <p14:tracePt t="29696" x="6697663" y="3009900"/>
          <p14:tracePt t="29697" x="6686550" y="3021013"/>
          <p14:tracePt t="29701" x="6645275" y="3073400"/>
          <p14:tracePt t="29708" x="6572250" y="3192463"/>
          <p14:tracePt t="29715" x="6464300" y="3346450"/>
          <p14:tracePt t="29722" x="6315075" y="3533775"/>
          <p14:tracePt t="29736" x="5905500" y="4059238"/>
          <p14:tracePt t="29737" x="5813425" y="4167188"/>
          <p14:tracePt t="29738" x="5784850" y="4202113"/>
          <p14:tracePt t="29739" x="5751513" y="4252913"/>
          <p14:tracePt t="29742" x="5672138" y="4349750"/>
          <p14:tracePt t="29749" x="5461000" y="4600575"/>
          <p14:tracePt t="29756" x="5249863" y="4862513"/>
          <p14:tracePt t="29764" x="5049838" y="5095875"/>
          <p14:tracePt t="29765" x="4959350" y="5210175"/>
          <p14:tracePt t="29766" x="4930775" y="5238750"/>
          <p14:tracePt t="29767" x="4902200" y="5267325"/>
          <p14:tracePt t="29768" x="4878388" y="5289550"/>
          <p14:tracePt t="29769" x="4849813" y="5330825"/>
          <p14:tracePt t="29772" x="4776788" y="5403850"/>
          <p14:tracePt t="29773" x="4748213" y="5432425"/>
          <p14:tracePt t="29774" x="4737100" y="5449888"/>
          <p14:tracePt t="29775" x="4708525" y="5478463"/>
          <p14:tracePt t="29776" x="4684713" y="5500688"/>
          <p14:tracePt t="29781" x="4559300" y="5621338"/>
          <p14:tracePt t="29785" x="4497388" y="5672138"/>
          <p14:tracePt t="29786" x="4429125" y="5740400"/>
          <p14:tracePt t="29787" x="4400550" y="5764213"/>
          <p14:tracePt t="29788" x="4383088" y="5786438"/>
          <p14:tracePt t="29798" x="4178300" y="5957888"/>
          <p14:tracePt t="29805" x="3978275" y="6099175"/>
          <p14:tracePt t="29812" x="3795713" y="6230938"/>
          <p14:tracePt t="29819" x="3579813" y="6391275"/>
          <p14:tracePt t="29826" x="3397250" y="6503988"/>
          <p14:tracePt t="29833" x="3186113" y="6635750"/>
          <p14:tracePt t="29834" x="3111500" y="6686550"/>
          <p14:tracePt t="29836" x="3089275" y="6704013"/>
          <p14:tracePt t="29837" x="3071813" y="6710363"/>
          <p14:tracePt t="29838" x="3043238" y="6726238"/>
          <p14:tracePt t="29839" x="3027363" y="6743700"/>
          <p14:tracePt t="29843" x="2941638" y="6789738"/>
          <p14:tracePt t="29844" x="2924175" y="6800850"/>
          <p14:tracePt t="29845" x="2906713" y="6811963"/>
          <p14:tracePt t="29846" x="2895600" y="6811963"/>
          <p14:tracePt t="30092" x="2233613" y="6840538"/>
          <p14:tracePt t="30093" x="2228850" y="6840538"/>
          <p14:tracePt t="30096" x="2228850" y="6835775"/>
          <p14:tracePt t="30104" x="2211388" y="6818313"/>
          <p14:tracePt t="30111" x="2200275" y="6800850"/>
          <p14:tracePt t="30118" x="2193925" y="6789738"/>
          <p14:tracePt t="30120" x="2189163" y="6772275"/>
          <p14:tracePt t="30121" x="2182813" y="6772275"/>
          <p14:tracePt t="30125" x="2182813" y="6767513"/>
          <p14:tracePt t="30131" x="2171700" y="6750050"/>
          <p14:tracePt t="30139" x="2165350" y="6726238"/>
          <p14:tracePt t="30140" x="2160588" y="6721475"/>
          <p14:tracePt t="30141" x="2160588" y="6715125"/>
          <p14:tracePt t="30142" x="2154238" y="6715125"/>
          <p14:tracePt t="30145" x="2154238" y="6710363"/>
          <p14:tracePt t="30153" x="2149475" y="6692900"/>
          <p14:tracePt t="30154" x="2149475" y="6686550"/>
          <p14:tracePt t="30156" x="2149475" y="6681788"/>
          <p14:tracePt t="30159" x="2149475" y="6675438"/>
          <p14:tracePt t="30173" x="2143125" y="6653213"/>
          <p14:tracePt t="30180" x="2143125" y="6646863"/>
          <p14:tracePt t="30187" x="2136775" y="6635750"/>
          <p14:tracePt t="30194" x="2132013" y="6618288"/>
          <p14:tracePt t="30202" x="2125663" y="6607175"/>
          <p14:tracePt t="30208" x="2114550" y="6589713"/>
          <p14:tracePt t="30222" x="2097088" y="6550025"/>
          <p14:tracePt t="30229" x="2085975" y="6532563"/>
          <p14:tracePt t="30236" x="2081213" y="6503988"/>
          <p14:tracePt t="30243" x="2068513" y="6475413"/>
          <p14:tracePt t="30251" x="2063750" y="6446838"/>
          <p14:tracePt t="30252" x="2063750" y="6435725"/>
          <p14:tracePt t="30253" x="2063750" y="6430963"/>
          <p14:tracePt t="30254" x="2063750" y="6424613"/>
          <p14:tracePt t="30258" x="2063750" y="6413500"/>
          <p14:tracePt t="30259" x="2057400" y="6407150"/>
          <p14:tracePt t="30263" x="2057400" y="6402388"/>
          <p14:tracePt t="30270" x="2057400" y="6378575"/>
          <p14:tracePt t="30277" x="2052638" y="6373813"/>
          <p14:tracePt t="30284" x="2052638" y="6362700"/>
          <p14:tracePt t="30591" x="2057400" y="6362700"/>
          <p14:tracePt t="30594" x="2063750" y="6362700"/>
          <p14:tracePt t="30597" x="2074863" y="6356350"/>
          <p14:tracePt t="30604" x="2149475" y="6338888"/>
          <p14:tracePt t="30618" x="2455863" y="6230938"/>
          <p14:tracePt t="30619" x="2554288" y="6196013"/>
          <p14:tracePt t="30622" x="2690813" y="6145213"/>
          <p14:tracePt t="30623" x="2730500" y="6127750"/>
          <p14:tracePt t="30627" x="2913063" y="6065838"/>
          <p14:tracePt t="30628" x="2970213" y="6048375"/>
          <p14:tracePt t="30629" x="3014663" y="6026150"/>
          <p14:tracePt t="30630" x="3067050" y="6008688"/>
          <p14:tracePt t="30638" x="3443288" y="5865813"/>
          <p14:tracePt t="30645" x="3956050" y="5654675"/>
          <p14:tracePt t="30652" x="4383088" y="5489575"/>
          <p14:tracePt t="30660" x="4902200" y="5262563"/>
          <p14:tracePt t="30673" x="5916613" y="4811713"/>
          <p14:tracePt t="30680" x="6429375" y="4572000"/>
          <p14:tracePt t="30687" x="6919913" y="4321175"/>
          <p14:tracePt t="30701" x="7815263" y="3854450"/>
          <p14:tracePt t="30708" x="8275638" y="3603625"/>
          <p14:tracePt t="30722" x="9045575" y="3157538"/>
          <p14:tracePt t="30736" x="9752013" y="2741613"/>
          <p14:tracePt t="30750" x="10191750" y="2486025"/>
          <p14:tracePt t="30764" x="10504488" y="2297113"/>
          <p14:tracePt t="30765" x="10550525" y="2274888"/>
          <p14:tracePt t="30766" x="10567988" y="2257425"/>
          <p14:tracePt t="30768" x="10590213" y="2246313"/>
          <p14:tracePt t="30769" x="10601325" y="2239963"/>
          <p14:tracePt t="30773" x="10641013" y="2217738"/>
          <p14:tracePt t="30784" x="10682288" y="2182813"/>
          <p14:tracePt t="30798" x="10704513" y="2160588"/>
          <p14:tracePt t="30805" x="10704513" y="2154238"/>
          <p14:tracePt t="30845" x="10704513" y="2149475"/>
          <p14:tracePt t="30852" x="10704513" y="2143125"/>
          <p14:tracePt t="30855" x="10704513" y="2138363"/>
          <p14:tracePt t="30861" x="10715625" y="2125663"/>
          <p14:tracePt t="30875" x="10733088" y="2074863"/>
          <p14:tracePt t="30877" x="10744200" y="2057400"/>
          <p14:tracePt t="30879" x="10750550" y="2046288"/>
          <p14:tracePt t="30880" x="10755313" y="2046288"/>
          <p14:tracePt t="30884" x="10766425" y="2024063"/>
          <p14:tracePt t="30885" x="10772775" y="2017713"/>
          <p14:tracePt t="30886" x="10772775" y="2012950"/>
          <p14:tracePt t="30887" x="10779125" y="2006600"/>
          <p14:tracePt t="30891" x="10790238" y="1989138"/>
          <p14:tracePt t="30892" x="10795000" y="1989138"/>
          <p14:tracePt t="30893" x="10801350" y="1984375"/>
          <p14:tracePt t="30894" x="10801350" y="1978025"/>
          <p14:tracePt t="30898" x="10818813" y="1960563"/>
          <p14:tracePt t="30899" x="10818813" y="1955800"/>
          <p14:tracePt t="30901" x="10823575" y="1949450"/>
          <p14:tracePt t="30904" x="10841038" y="1931988"/>
          <p14:tracePt t="30909" x="10852150" y="1920875"/>
          <p14:tracePt t="30916" x="10869613" y="1898650"/>
          <p14:tracePt t="30923" x="10887075" y="1874838"/>
          <p14:tracePt t="30930" x="10898188" y="1863725"/>
          <p14:tracePt t="30937" x="10904538" y="1852613"/>
          <p14:tracePt t="30944" x="10909300" y="1846263"/>
          <p14:tracePt t="30951" x="10909300" y="1841500"/>
          <p14:tracePt t="31391" x="10909300" y="1846263"/>
          <p14:tracePt t="31394" x="10904538" y="1846263"/>
          <p14:tracePt t="31398" x="10904538" y="1852613"/>
          <p14:tracePt t="31402" x="10898188" y="1858963"/>
          <p14:tracePt t="31409" x="10887075" y="1863725"/>
          <p14:tracePt t="31416" x="10875963" y="1870075"/>
          <p14:tracePt t="31425" x="10869613" y="1881188"/>
          <p14:tracePt t="31426" x="10863263" y="1881188"/>
          <p14:tracePt t="31430" x="10858500" y="1887538"/>
          <p14:tracePt t="31437" x="10852150" y="1887538"/>
          <p14:tracePt t="31452" x="10847388" y="1892300"/>
          <p14:tracePt t="31474" x="10841038" y="1892300"/>
          <p14:tracePt t="31480" x="10834688" y="1892300"/>
          <p14:tracePt t="31483" x="10834688" y="1898650"/>
          <p14:tracePt t="31508" x="10829925" y="1898650"/>
          <p14:tracePt t="31511" x="10829925" y="1903413"/>
          <p14:tracePt t="31529" x="10823575" y="1903413"/>
          <p14:tracePt t="33425" x="10823575" y="1909763"/>
          <p14:tracePt t="33429" x="10823575" y="1916113"/>
          <p14:tracePt t="33431" x="10818813" y="1916113"/>
          <p14:tracePt t="33432" x="10812463" y="1920875"/>
          <p14:tracePt t="33433" x="10812463" y="1927225"/>
          <p14:tracePt t="33437" x="10807700" y="1938338"/>
          <p14:tracePt t="33452" x="10755313" y="2000250"/>
          <p14:tracePt t="33458" x="10737850" y="2017713"/>
          <p14:tracePt t="33465" x="10709275" y="2052638"/>
          <p14:tracePt t="33479" x="10618788" y="2143125"/>
          <p14:tracePt t="33480" x="10601325" y="2160588"/>
          <p14:tracePt t="33482" x="10583863" y="2178050"/>
          <p14:tracePt t="33483" x="10572750" y="2195513"/>
          <p14:tracePt t="33484" x="10567988" y="2200275"/>
          <p14:tracePt t="33488" x="10528300" y="2246313"/>
          <p14:tracePt t="33489" x="10510838" y="2257425"/>
          <p14:tracePt t="33490" x="10504488" y="2274888"/>
          <p14:tracePt t="33491" x="10493375" y="2286000"/>
          <p14:tracePt t="33500" x="10407650" y="2400300"/>
          <p14:tracePt t="33506" x="10334625" y="2490788"/>
          <p14:tracePt t="33514" x="10236200" y="2616200"/>
          <p14:tracePt t="33515" x="10196513" y="2673350"/>
          <p14:tracePt t="33516" x="10167938" y="2719388"/>
          <p14:tracePt t="33520" x="10123488" y="2770188"/>
          <p14:tracePt t="33534" x="9952038" y="2992438"/>
          <p14:tracePt t="33541" x="9872663" y="3095625"/>
          <p14:tracePt t="33548" x="9798050" y="3192463"/>
          <p14:tracePt t="33562" x="9661525" y="3368675"/>
          <p14:tracePt t="33569" x="9593263" y="3460750"/>
          <p14:tracePt t="33576" x="9507538" y="3557588"/>
          <p14:tracePt t="33590" x="9331325" y="3768725"/>
          <p14:tracePt t="33592" x="9302750" y="3797300"/>
          <p14:tracePt t="33593" x="9274175" y="3830638"/>
          <p14:tracePt t="33594" x="9263063" y="3841750"/>
          <p14:tracePt t="33595" x="9245600" y="3854450"/>
          <p14:tracePt t="33596" x="9239250" y="3865563"/>
          <p14:tracePt t="33599" x="9199563" y="3905250"/>
          <p14:tracePt t="33600" x="9188450" y="3916363"/>
          <p14:tracePt t="33601" x="9170988" y="3933825"/>
          <p14:tracePt t="33602" x="9164638" y="3951288"/>
          <p14:tracePt t="33611" x="9067800" y="4041775"/>
          <p14:tracePt t="33625" x="8909050" y="4195763"/>
          <p14:tracePt t="33626" x="8880475" y="4224338"/>
          <p14:tracePt t="33627" x="8863013" y="4230688"/>
          <p14:tracePt t="33628" x="8863013" y="4241800"/>
          <p14:tracePt t="33629" x="8851900" y="4246563"/>
          <p14:tracePt t="33630" x="8840788" y="4252913"/>
          <p14:tracePt t="33633" x="8816975" y="4270375"/>
          <p14:tracePt t="33634" x="8805863" y="4286250"/>
          <p14:tracePt t="33639" x="8788400" y="4298950"/>
          <p14:tracePt t="33653" x="8726488" y="4349750"/>
          <p14:tracePt t="33654" x="8715375" y="4356100"/>
          <p14:tracePt t="33655" x="8709025" y="4356100"/>
          <p14:tracePt t="33660" x="8704263" y="4360863"/>
          <p14:tracePt t="33661" x="8691563" y="4367213"/>
          <p14:tracePt t="33674" x="8658225" y="4378325"/>
          <p14:tracePt t="33680" x="8636000" y="4389438"/>
          <p14:tracePt t="33687" x="8594725" y="4400550"/>
          <p14:tracePt t="33702" x="8504238" y="4435475"/>
          <p14:tracePt t="33708" x="8447088" y="4452938"/>
          <p14:tracePt t="33715" x="8401050" y="4468813"/>
          <p14:tracePt t="33722" x="8339138" y="4486275"/>
          <p14:tracePt t="33729" x="8293100" y="4508500"/>
          <p14:tracePt t="33743" x="8218488" y="4537075"/>
          <p14:tracePt t="33744" x="8207375" y="4537075"/>
          <p14:tracePt t="33745" x="8207375" y="4543425"/>
          <p14:tracePt t="33747" x="8196263" y="4543425"/>
          <p14:tracePt t="33748" x="8189913" y="4543425"/>
          <p14:tracePt t="33751" x="8185150" y="4543425"/>
          <p14:tracePt t="33752" x="8178800" y="4549775"/>
          <p14:tracePt t="33753" x="8174038" y="4549775"/>
          <p14:tracePt t="33758" x="8162925" y="4554538"/>
          <p14:tracePt t="33759" x="8156575" y="4554538"/>
          <p14:tracePt t="33771" x="8145463" y="4560888"/>
          <p14:tracePt t="33820" x="8139113" y="4560888"/>
          <p14:tracePt t="33823" x="8134350" y="4560888"/>
          <p14:tracePt t="33826" x="8128000" y="4560888"/>
          <p14:tracePt t="33833" x="8099425" y="4565650"/>
          <p14:tracePt t="33840" x="8066088" y="4572000"/>
          <p14:tracePt t="33847" x="8031163" y="4578350"/>
          <p14:tracePt t="33855" x="7974013" y="4583113"/>
          <p14:tracePt t="33861" x="7951788" y="4589463"/>
          <p14:tracePt t="33868" x="7916863" y="4594225"/>
          <p14:tracePt t="33875" x="7888288" y="4594225"/>
          <p14:tracePt t="33881" x="7859713" y="4600575"/>
          <p14:tracePt t="33889" x="7837488" y="4600575"/>
          <p14:tracePt t="33895" x="7826375" y="4600575"/>
          <p14:tracePt t="34053" x="7820025" y="4600575"/>
          <p14:tracePt t="34061" x="7815263" y="4600575"/>
          <p14:tracePt t="34065" x="7808913" y="4600575"/>
          <p14:tracePt t="34070" x="7797800" y="4600575"/>
          <p14:tracePt t="34076" x="7791450" y="4600575"/>
          <p14:tracePt t="34083" x="7773988" y="4600575"/>
          <p14:tracePt t="34090" x="7751763" y="4600575"/>
          <p14:tracePt t="34097" x="7740650" y="4600575"/>
          <p14:tracePt t="34104" x="7716838" y="4600575"/>
          <p14:tracePt t="34111" x="7705725" y="4594225"/>
          <p14:tracePt t="34118" x="7689850" y="4594225"/>
          <p14:tracePt t="34125" x="7677150" y="4589463"/>
          <p14:tracePt t="34131" x="7661275" y="4589463"/>
          <p14:tracePt t="34139" x="7654925" y="4583113"/>
          <p14:tracePt t="34145" x="7648575" y="4583113"/>
          <p14:tracePt t="34153" x="7637463" y="4583113"/>
          <p14:tracePt t="34159" x="7637463" y="4578350"/>
          <p14:tracePt t="34166" x="7626350" y="4578350"/>
          <p14:tracePt t="34173" x="7615238" y="4578350"/>
          <p14:tracePt t="34180" x="7604125" y="4578350"/>
          <p14:tracePt t="34187" x="7580313" y="4572000"/>
          <p14:tracePt t="34194" x="7551738" y="4572000"/>
          <p14:tracePt t="34201" x="7523163" y="4560888"/>
          <p14:tracePt t="34208" x="7489825" y="4560888"/>
          <p14:tracePt t="34215" x="7443788" y="4549775"/>
          <p14:tracePt t="34216" x="7432675" y="4549775"/>
          <p14:tracePt t="34217" x="7426325" y="4543425"/>
          <p14:tracePt t="34222" x="7410450" y="4543425"/>
          <p14:tracePt t="34229" x="7369175" y="4532313"/>
          <p14:tracePt t="34231" x="7358063" y="4532313"/>
          <p14:tracePt t="34231" x="7353300" y="4532313"/>
          <p14:tracePt t="34232" x="7346950" y="4532313"/>
          <p14:tracePt t="34236" x="7335838" y="4525963"/>
          <p14:tracePt t="34243" x="7296150" y="4514850"/>
          <p14:tracePt t="34250" x="7261225" y="4503738"/>
          <p14:tracePt t="34257" x="7221538" y="4492625"/>
          <p14:tracePt t="34271" x="7146925" y="4475163"/>
          <p14:tracePt t="34278" x="7113588" y="4464050"/>
          <p14:tracePt t="34284" x="7091363" y="4452938"/>
          <p14:tracePt t="34292" x="7062788" y="4440238"/>
          <p14:tracePt t="34298" x="7038975" y="4424363"/>
          <p14:tracePt t="34305" x="7021513" y="4418013"/>
          <p14:tracePt t="34312" x="6999288" y="4406900"/>
          <p14:tracePt t="34319" x="6970713" y="4400550"/>
          <p14:tracePt t="34326" x="6948488" y="4395788"/>
          <p14:tracePt t="34333" x="6924675" y="4383088"/>
          <p14:tracePt t="34340" x="6902450" y="4378325"/>
          <p14:tracePt t="34355" x="6873875" y="4360863"/>
          <p14:tracePt t="34356" x="6873875" y="4356100"/>
          <p14:tracePt t="34361" x="6862763" y="4349750"/>
          <p14:tracePt t="34368" x="6856413" y="4343400"/>
          <p14:tracePt t="34375" x="6851650" y="4338638"/>
          <p14:tracePt t="34381" x="6845300" y="4332288"/>
          <p14:tracePt t="34389" x="6840538" y="4327525"/>
          <p14:tracePt t="34395" x="6834188" y="4321175"/>
          <p14:tracePt t="34402" x="6827838" y="4310063"/>
          <p14:tracePt t="34409" x="6816725" y="4303713"/>
          <p14:tracePt t="34417" x="6811963" y="4292600"/>
          <p14:tracePt t="34423" x="6805613" y="4281488"/>
          <p14:tracePt t="34431" x="6794500" y="4270375"/>
          <p14:tracePt t="34437" x="6788150" y="4264025"/>
          <p14:tracePt t="34444" x="6783388" y="4257675"/>
          <p14:tracePt t="34452" x="6783388" y="4246563"/>
          <p14:tracePt t="34458" x="6777038" y="4241800"/>
          <p14:tracePt t="34465" x="6770688" y="4230688"/>
          <p14:tracePt t="34479" x="6765925" y="4206875"/>
          <p14:tracePt t="34486" x="6759575" y="4189413"/>
          <p14:tracePt t="34493" x="6759575" y="4178300"/>
          <p14:tracePt t="34494" x="6754813" y="4173538"/>
          <p14:tracePt t="34495" x="6748463" y="4173538"/>
          <p14:tracePt t="34496" x="6748463" y="4167188"/>
          <p14:tracePt t="34500" x="6748463" y="4160838"/>
          <p14:tracePt t="34514" x="6737350" y="4127500"/>
          <p14:tracePt t="34520" x="6737350" y="4110038"/>
          <p14:tracePt t="34528" x="6731000" y="4092575"/>
          <p14:tracePt t="34534" x="6726238" y="4076700"/>
          <p14:tracePt t="34541" x="6726238" y="4052888"/>
          <p14:tracePt t="34548" x="6726238" y="4035425"/>
          <p14:tracePt t="34556" x="6726238" y="4013200"/>
          <p14:tracePt t="34562" x="6731000" y="3990975"/>
          <p14:tracePt t="34577" x="6743700" y="3951288"/>
          <p14:tracePt t="34578" x="6743700" y="3944938"/>
          <p14:tracePt t="34579" x="6748463" y="3944938"/>
          <p14:tracePt t="34580" x="6748463" y="3938588"/>
          <p14:tracePt t="34583" x="6748463" y="3933825"/>
          <p14:tracePt t="34590" x="6754813" y="3916363"/>
          <p14:tracePt t="34597" x="6765925" y="3894138"/>
          <p14:tracePt t="34604" x="6777038" y="3876675"/>
          <p14:tracePt t="34611" x="6783388" y="3859213"/>
          <p14:tracePt t="34618" x="6799263" y="3841750"/>
          <p14:tracePt t="34625" x="6805613" y="3830638"/>
          <p14:tracePt t="34632" x="6816725" y="3819525"/>
          <p14:tracePt t="34639" x="6827838" y="3802063"/>
          <p14:tracePt t="34646" x="6845300" y="3784600"/>
          <p14:tracePt t="34652" x="6869113" y="3762375"/>
          <p14:tracePt t="34659" x="6884988" y="3744913"/>
          <p14:tracePt t="34667" x="6908800" y="3716338"/>
          <p14:tracePt t="34674" x="6931025" y="3694113"/>
          <p14:tracePt t="34687" x="6999288" y="3625850"/>
          <p14:tracePt t="34694" x="7038975" y="3597275"/>
          <p14:tracePt t="34701" x="7073900" y="3568700"/>
          <p14:tracePt t="34708" x="7107238" y="3540125"/>
          <p14:tracePt t="34715" x="7142163" y="3517900"/>
          <p14:tracePt t="34722" x="7175500" y="3494088"/>
          <p14:tracePt t="34729" x="7204075" y="3478213"/>
          <p14:tracePt t="34736" x="7239000" y="3460750"/>
          <p14:tracePt t="34743" x="7267575" y="3449638"/>
          <p14:tracePt t="34750" x="7296150" y="3436938"/>
          <p14:tracePt t="34756" x="7324725" y="3432175"/>
          <p14:tracePt t="34764" x="7353300" y="3421063"/>
          <p14:tracePt t="34778" x="7426325" y="3403600"/>
          <p14:tracePt t="34784" x="7472363" y="3392488"/>
          <p14:tracePt t="34792" x="7518400" y="3386138"/>
          <p14:tracePt t="34798" x="7575550" y="3375025"/>
          <p14:tracePt t="34805" x="7643813" y="3375025"/>
          <p14:tracePt t="34812" x="7712075" y="3363913"/>
          <p14:tracePt t="34819" x="7773988" y="3357563"/>
          <p14:tracePt t="34826" x="7842250" y="3357563"/>
          <p14:tracePt t="34833" x="7923213" y="3357563"/>
          <p14:tracePt t="34840" x="7974013" y="3357563"/>
          <p14:tracePt t="34847" x="8042275" y="3357563"/>
          <p14:tracePt t="34854" x="8093075" y="3357563"/>
          <p14:tracePt t="34861" x="8150225" y="3357563"/>
          <p14:tracePt t="34868" x="8189913" y="3368675"/>
          <p14:tracePt t="34875" x="8231188" y="3375025"/>
          <p14:tracePt t="34882" x="8253413" y="3386138"/>
          <p14:tracePt t="34889" x="8281988" y="3392488"/>
          <p14:tracePt t="34896" x="8299450" y="3403600"/>
          <p14:tracePt t="34909" x="8321675" y="3414713"/>
          <p14:tracePt t="34916" x="8339138" y="3421063"/>
          <p14:tracePt t="34924" x="8343900" y="3432175"/>
          <p14:tracePt t="34925" x="8343900" y="3436938"/>
          <p14:tracePt t="34926" x="8350250" y="3436938"/>
          <p14:tracePt t="34931" x="8350250" y="3443288"/>
          <p14:tracePt t="34932" x="8356600" y="3443288"/>
          <p14:tracePt t="34937" x="8356600" y="3449638"/>
          <p14:tracePt t="34944" x="8372475" y="3460750"/>
          <p14:tracePt t="34951" x="8378825" y="3471863"/>
          <p14:tracePt t="34958" x="8396288" y="3482975"/>
          <p14:tracePt t="34966" x="8401050" y="3494088"/>
          <p14:tracePt t="34972" x="8413750" y="3505200"/>
          <p14:tracePt t="34979" x="8429625" y="3522663"/>
          <p14:tracePt t="34986" x="8447088" y="3533775"/>
          <p14:tracePt t="34992" x="8464550" y="3551238"/>
          <p14:tracePt t="35000" x="8475663" y="3568700"/>
          <p14:tracePt t="35006" x="8493125" y="3579813"/>
          <p14:tracePt t="35014" x="8497888" y="3597275"/>
          <p14:tracePt t="35020" x="8510588" y="3614738"/>
          <p14:tracePt t="35028" x="8515350" y="3625850"/>
          <p14:tracePt t="35034" x="8526463" y="3636963"/>
          <p14:tracePt t="35042" x="8526463" y="3648075"/>
          <p14:tracePt t="35043" x="8532813" y="3659188"/>
          <p14:tracePt t="35048" x="8539163" y="3665538"/>
          <p14:tracePt t="35055" x="8543925" y="3683000"/>
          <p14:tracePt t="35062" x="8550275" y="3694113"/>
          <p14:tracePt t="35069" x="8555038" y="3705225"/>
          <p14:tracePt t="35076" x="8566150" y="3722688"/>
          <p14:tracePt t="35083" x="8578850" y="3740150"/>
          <p14:tracePt t="35090" x="8589963" y="3756025"/>
          <p14:tracePt t="35097" x="8594725" y="3768725"/>
          <p14:tracePt t="35104" x="8612188" y="3784600"/>
          <p14:tracePt t="35106" x="8623300" y="3797300"/>
          <p14:tracePt t="35111" x="8623300" y="3802063"/>
          <p14:tracePt t="35125" x="8640763" y="3819525"/>
          <p14:tracePt t="35132" x="8647113" y="3825875"/>
          <p14:tracePt t="35138" x="8651875" y="3830638"/>
          <p14:tracePt t="35145" x="8658225" y="3836988"/>
          <p14:tracePt t="35152" x="8658225" y="3841750"/>
          <p14:tracePt t="35159" x="8669338" y="3854450"/>
          <p14:tracePt t="35167" x="8680450" y="3865563"/>
          <p14:tracePt t="35173" x="8686800" y="3870325"/>
          <p14:tracePt t="35180" x="8697913" y="3887788"/>
          <p14:tracePt t="35187" x="8704263" y="3898900"/>
          <p14:tracePt t="35194" x="8709025" y="3916363"/>
          <p14:tracePt t="35201" x="8720138" y="3927475"/>
          <p14:tracePt t="35208" x="8726488" y="3944938"/>
          <p14:tracePt t="35215" x="8732838" y="3962400"/>
          <p14:tracePt t="35222" x="8743950" y="3979863"/>
          <p14:tracePt t="35229" x="8748713" y="3995738"/>
          <p14:tracePt t="35236" x="8748713" y="4013200"/>
          <p14:tracePt t="35250" x="8755063" y="4035425"/>
          <p14:tracePt t="35251" x="8755063" y="4041775"/>
          <p14:tracePt t="35256" x="8755063" y="4052888"/>
          <p14:tracePt t="35264" x="8755063" y="4064000"/>
          <p14:tracePt t="35270" x="8755063" y="4076700"/>
          <p14:tracePt t="35277" x="8755063" y="4081463"/>
          <p14:tracePt t="35284" x="8755063" y="4087813"/>
          <p14:tracePt t="35292" x="8755063" y="4098925"/>
          <p14:tracePt t="35298" x="8755063" y="4110038"/>
          <p14:tracePt t="35306" x="8755063" y="4121150"/>
          <p14:tracePt t="35307" x="8755063" y="4127500"/>
          <p14:tracePt t="35312" x="8755063" y="4132263"/>
          <p14:tracePt t="35319" x="8748713" y="4156075"/>
          <p14:tracePt t="35326" x="8737600" y="4178300"/>
          <p14:tracePt t="35328" x="8732838" y="4184650"/>
          <p14:tracePt t="35329" x="8732838" y="4189413"/>
          <p14:tracePt t="35333" x="8726488" y="4202113"/>
          <p14:tracePt t="35340" x="8704263" y="4224338"/>
          <p14:tracePt t="35347" x="8686800" y="4252913"/>
          <p14:tracePt t="35354" x="8658225" y="4281488"/>
          <p14:tracePt t="35355" x="8647113" y="4286250"/>
          <p14:tracePt t="35356" x="8636000" y="4292600"/>
          <p14:tracePt t="35361" x="8623300" y="4310063"/>
          <p14:tracePt t="35368" x="8589963" y="4332288"/>
          <p14:tracePt t="35375" x="8561388" y="4349750"/>
          <p14:tracePt t="35382" x="8532813" y="4367213"/>
          <p14:tracePt t="35388" x="8497888" y="4383088"/>
          <p14:tracePt t="35396" x="8458200" y="4406900"/>
          <p14:tracePt t="35403" x="8418513" y="4424363"/>
          <p14:tracePt t="35409" x="8372475" y="4440238"/>
          <p14:tracePt t="35424" x="8275638" y="4468813"/>
          <p14:tracePt t="35425" x="8259763" y="4475163"/>
          <p14:tracePt t="35433" x="8218488" y="4486275"/>
          <p14:tracePt t="35434" x="8196263" y="4492625"/>
          <p14:tracePt t="35435" x="8189913" y="4492625"/>
          <p14:tracePt t="35437" x="8178800" y="4497388"/>
          <p14:tracePt t="35439" x="8162925" y="4497388"/>
          <p14:tracePt t="35451" x="8081963" y="4508500"/>
          <p14:tracePt t="35452" x="8070850" y="4508500"/>
          <p14:tracePt t="35453" x="8066088" y="4508500"/>
          <p14:tracePt t="35454" x="8059738" y="4508500"/>
          <p14:tracePt t="35455" x="8048625" y="4508500"/>
          <p14:tracePt t="35456" x="8042275" y="4514850"/>
          <p14:tracePt t="35458" x="8037513" y="4514850"/>
          <p14:tracePt t="35460" x="8013700" y="4521200"/>
          <p14:tracePt t="35461" x="8002588" y="4521200"/>
          <p14:tracePt t="35463" x="7996238" y="4521200"/>
          <p14:tracePt t="35466" x="7980363" y="4521200"/>
          <p14:tracePt t="35467" x="7962900" y="4521200"/>
          <p14:tracePt t="35468" x="7956550" y="4521200"/>
          <p14:tracePt t="35469" x="7951788" y="4521200"/>
          <p14:tracePt t="35470" x="7940675" y="4521200"/>
          <p14:tracePt t="35473" x="7923213" y="4521200"/>
          <p14:tracePt t="35479" x="7883525" y="4521200"/>
          <p14:tracePt t="35486" x="7837488" y="4521200"/>
          <p14:tracePt t="35493" x="7791450" y="4521200"/>
          <p14:tracePt t="35500" x="7740650" y="4514850"/>
          <p14:tracePt t="35507" x="7689850" y="4508500"/>
          <p14:tracePt t="35514" x="7615238" y="4503738"/>
          <p14:tracePt t="35520" x="7529513" y="4497388"/>
          <p14:tracePt t="35528" x="7432675" y="4486275"/>
          <p14:tracePt t="35534" x="7335838" y="4468813"/>
          <p14:tracePt t="35542" x="7227888" y="4452938"/>
          <p14:tracePt t="35549" x="7124700" y="4435475"/>
          <p14:tracePt t="35555" x="7027863" y="4411663"/>
          <p14:tracePt t="35569" x="6873875" y="4383088"/>
          <p14:tracePt t="35576" x="6794500" y="4367213"/>
          <p14:tracePt t="35583" x="6743700" y="4360863"/>
          <p14:tracePt t="35590" x="6702425" y="4356100"/>
          <p14:tracePt t="35597" x="6680200" y="4343400"/>
          <p14:tracePt t="35604" x="6657975" y="4338638"/>
          <p14:tracePt t="35606" x="6651625" y="4338638"/>
          <p14:tracePt t="35606" x="6651625" y="4332288"/>
          <p14:tracePt t="35611" x="6645275" y="4332288"/>
          <p14:tracePt t="35625" x="6629400" y="4314825"/>
          <p14:tracePt t="35632" x="6618288" y="4303713"/>
          <p14:tracePt t="35646" x="6589713" y="4270375"/>
          <p14:tracePt t="35660" x="6554788" y="4230688"/>
          <p14:tracePt t="35667" x="6532563" y="4202113"/>
          <p14:tracePt t="35680" x="6492875" y="4138613"/>
          <p14:tracePt t="35687" x="6469063" y="4098925"/>
          <p14:tracePt t="35701" x="6429375" y="4013200"/>
          <p14:tracePt t="35708" x="6418263" y="3973513"/>
          <p14:tracePt t="35715" x="6400800" y="3933825"/>
          <p14:tracePt t="35731" x="6383338" y="3865563"/>
          <p14:tracePt t="35732" x="6383338" y="3859213"/>
          <p14:tracePt t="35736" x="6383338" y="3848100"/>
          <p14:tracePt t="35750" x="6383338" y="3808413"/>
          <p14:tracePt t="35757" x="6394450" y="3779838"/>
          <p14:tracePt t="35771" x="6440488" y="3711575"/>
          <p14:tracePt t="35778" x="6480175" y="3665538"/>
          <p14:tracePt t="35784" x="6515100" y="3625850"/>
          <p14:tracePt t="35798" x="6594475" y="3557588"/>
          <p14:tracePt t="35805" x="6634163" y="3522663"/>
          <p14:tracePt t="35812" x="6673850" y="3494088"/>
          <p14:tracePt t="35819" x="6719888" y="3471863"/>
          <p14:tracePt t="35827" x="6770688" y="3449638"/>
          <p14:tracePt t="35828" x="6794500" y="3436938"/>
          <p14:tracePt t="35841" x="6880225" y="3408363"/>
          <p14:tracePt t="35842" x="6902450" y="3408363"/>
          <p14:tracePt t="35843" x="6913563" y="3408363"/>
          <p14:tracePt t="35844" x="6919913" y="3403600"/>
          <p14:tracePt t="35846" x="6931025" y="3397250"/>
          <p14:tracePt t="35847" x="6937375" y="3397250"/>
          <p14:tracePt t="35849" x="6965950" y="3397250"/>
          <p14:tracePt t="35861" x="7073900" y="3379788"/>
          <p14:tracePt t="35868" x="7142163" y="3375025"/>
          <p14:tracePt t="35875" x="7199313" y="3375025"/>
          <p14:tracePt t="35882" x="7261225" y="3379788"/>
          <p14:tracePt t="35889" x="7313613" y="3392488"/>
          <p14:tracePt t="35896" x="7364413" y="3408363"/>
          <p14:tracePt t="35903" x="7415213" y="3432175"/>
          <p14:tracePt t="35904" x="7439025" y="3436938"/>
          <p14:tracePt t="35905" x="7443788" y="3443288"/>
          <p14:tracePt t="35906" x="7450138" y="3443288"/>
          <p14:tracePt t="35909" x="7461250" y="3449638"/>
          <p14:tracePt t="35916" x="7518400" y="3478213"/>
          <p14:tracePt t="35924" x="7580313" y="3505200"/>
          <p14:tracePt t="35925" x="7597775" y="3511550"/>
          <p14:tracePt t="35926" x="7608888" y="3517900"/>
          <p14:tracePt t="35927" x="7620000" y="3517900"/>
          <p14:tracePt t="35928" x="7626350" y="3522663"/>
          <p14:tracePt t="35931" x="7632700" y="3529013"/>
          <p14:tracePt t="35932" x="7661275" y="3533775"/>
          <p14:tracePt t="35934" x="7677150" y="3546475"/>
          <p14:tracePt t="35935" x="7683500" y="3546475"/>
          <p14:tracePt t="35936" x="7700963" y="3551238"/>
          <p14:tracePt t="35940" x="7716838" y="3562350"/>
          <p14:tracePt t="35940" x="7734300" y="3568700"/>
          <p14:tracePt t="35944" x="7758113" y="3575050"/>
          <p14:tracePt t="35951" x="7815263" y="3597275"/>
          <p14:tracePt t="35952" x="7831138" y="3603625"/>
          <p14:tracePt t="35958" x="7877175" y="3614738"/>
          <p14:tracePt t="35965" x="7923213" y="3630613"/>
          <p14:tracePt t="35972" x="7967663" y="3643313"/>
          <p14:tracePt t="35986" x="8048625" y="3659188"/>
          <p14:tracePt t="35987" x="8066088" y="3665538"/>
          <p14:tracePt t="35988" x="8070850" y="3671888"/>
          <p14:tracePt t="35989" x="8077200" y="3671888"/>
          <p14:tracePt t="35992" x="8081963" y="3671888"/>
          <p14:tracePt t="36000" x="8110538" y="3676650"/>
          <p14:tracePt t="36007" x="8139113" y="3683000"/>
          <p14:tracePt t="36014" x="8156575" y="3687763"/>
          <p14:tracePt t="36020" x="8174038" y="3687763"/>
          <p14:tracePt t="36027" x="8189913" y="3700463"/>
          <p14:tracePt t="36034" x="8202613" y="3700463"/>
          <p14:tracePt t="36042" x="8218488" y="3711575"/>
          <p14:tracePt t="36048" x="8235950" y="3716338"/>
          <p14:tracePt t="36056" x="8253413" y="3722688"/>
          <p14:tracePt t="36062" x="8275638" y="3729038"/>
          <p14:tracePt t="36077" x="8321675" y="3744913"/>
          <p14:tracePt t="36083" x="8339138" y="3756025"/>
          <p14:tracePt t="36090" x="8361363" y="3773488"/>
          <p14:tracePt t="36097" x="8378825" y="3779838"/>
          <p14:tracePt t="36104" x="8389938" y="3790950"/>
          <p14:tracePt t="36111" x="8407400" y="3802063"/>
          <p14:tracePt t="36118" x="8418513" y="3808413"/>
          <p14:tracePt t="36125" x="8429625" y="3825875"/>
          <p14:tracePt t="36132" x="8440738" y="3830638"/>
          <p14:tracePt t="36139" x="8453438" y="3841750"/>
          <p14:tracePt t="36145" x="8458200" y="3854450"/>
          <p14:tracePt t="36152" x="8464550" y="3859213"/>
          <p14:tracePt t="36159" x="8469313" y="3865563"/>
          <p14:tracePt t="36166" x="8475663" y="3870325"/>
          <p14:tracePt t="36173" x="8482013" y="3876675"/>
          <p14:tracePt t="36182" x="8482013" y="3881438"/>
          <p14:tracePt t="36188" x="8486775" y="3881438"/>
          <p14:tracePt t="36194" x="8493125" y="3887788"/>
          <p14:tracePt t="36201" x="8497888" y="3894138"/>
          <p14:tracePt t="36215" x="8510588" y="3905250"/>
          <p14:tracePt t="36216" x="8510588" y="3910013"/>
          <p14:tracePt t="36222" x="8521700" y="3922713"/>
          <p14:tracePt t="36229" x="8526463" y="3927475"/>
          <p14:tracePt t="36236" x="8532813" y="3938588"/>
          <p14:tracePt t="36243" x="8539163" y="3944938"/>
          <p14:tracePt t="36250" x="8543925" y="3951288"/>
          <p14:tracePt t="36257" x="8550275" y="3956050"/>
          <p14:tracePt t="36264" x="8550275" y="3967163"/>
          <p14:tracePt t="36270" x="8555038" y="3979863"/>
          <p14:tracePt t="36277" x="8555038" y="3990975"/>
          <p14:tracePt t="36284" x="8561388" y="4002088"/>
          <p14:tracePt t="36292" x="8566150" y="4013200"/>
          <p14:tracePt t="36298" x="8566150" y="4024313"/>
          <p14:tracePt t="36313" x="8566150" y="4052888"/>
          <p14:tracePt t="36313" x="8566150" y="4059238"/>
          <p14:tracePt t="36319" x="8566150" y="4064000"/>
          <p14:tracePt t="36326" x="8566150" y="4076700"/>
          <p14:tracePt t="36333" x="8561388" y="4087813"/>
          <p14:tracePt t="36340" x="8561388" y="4092575"/>
          <p14:tracePt t="36347" x="8555038" y="4105275"/>
          <p14:tracePt t="36354" x="8555038" y="4116388"/>
          <p14:tracePt t="36361" x="8550275" y="4132263"/>
          <p14:tracePt t="36368" x="8539163" y="4156075"/>
          <p14:tracePt t="36375" x="8532813" y="4173538"/>
          <p14:tracePt t="36382" x="8515350" y="4202113"/>
          <p14:tracePt t="36389" x="8497888" y="4224338"/>
          <p14:tracePt t="36396" x="8475663" y="4252913"/>
          <p14:tracePt t="36403" x="8447088" y="4281488"/>
          <p14:tracePt t="36405" x="8435975" y="4292600"/>
          <p14:tracePt t="36406" x="8429625" y="4298950"/>
          <p14:tracePt t="36407" x="8424863" y="4298950"/>
          <p14:tracePt t="36408" x="8418513" y="4303713"/>
          <p14:tracePt t="36417" x="8389938" y="4332288"/>
          <p14:tracePt t="36423" x="8350250" y="4360863"/>
          <p14:tracePt t="36431" x="8321675" y="4383088"/>
          <p14:tracePt t="36437" x="8281988" y="4418013"/>
          <p14:tracePt t="36444" x="8247063" y="4435475"/>
          <p14:tracePt t="36451" x="8202613" y="4457700"/>
          <p14:tracePt t="36458" x="8162925" y="4481513"/>
          <p14:tracePt t="36465" x="8116888" y="4497388"/>
          <p14:tracePt t="36472" x="8070850" y="4521200"/>
          <p14:tracePt t="36479" x="8024813" y="4532313"/>
          <p14:tracePt t="36486" x="7962900" y="4549775"/>
          <p14:tracePt t="36493" x="7905750" y="4560888"/>
          <p14:tracePt t="36500" x="7837488" y="4572000"/>
          <p14:tracePt t="36507" x="7769225" y="4589463"/>
          <p14:tracePt t="36514" x="7694613" y="4594225"/>
          <p14:tracePt t="36521" x="7632700" y="4594225"/>
          <p14:tracePt t="36535" x="7500938" y="4594225"/>
          <p14:tracePt t="36536" x="7478713" y="4594225"/>
          <p14:tracePt t="36537" x="7467600" y="4594225"/>
          <p14:tracePt t="36538" x="7454900" y="4594225"/>
          <p14:tracePt t="36539" x="7450138" y="4594225"/>
          <p14:tracePt t="36540" x="7443788" y="4594225"/>
          <p14:tracePt t="36543" x="7415213" y="4594225"/>
          <p14:tracePt t="36544" x="7404100" y="4594225"/>
          <p14:tracePt t="36545" x="7397750" y="4589463"/>
          <p14:tracePt t="36546" x="7392988" y="4589463"/>
          <p14:tracePt t="36547" x="7375525" y="4589463"/>
          <p14:tracePt t="36550" x="7342188" y="4583113"/>
          <p14:tracePt t="36555" x="7313613" y="4578350"/>
          <p14:tracePt t="36562" x="7256463" y="4560888"/>
          <p14:tracePt t="36569" x="7204075" y="4549775"/>
          <p14:tracePt t="36576" x="7159625" y="4525963"/>
          <p14:tracePt t="36583" x="7113588" y="4503738"/>
          <p14:tracePt t="36590" x="7078663" y="4481513"/>
          <p14:tracePt t="36597" x="7038975" y="4452938"/>
          <p14:tracePt t="36604" x="6999288" y="4418013"/>
          <p14:tracePt t="36606" x="6981825" y="4406900"/>
          <p14:tracePt t="36606" x="6970713" y="4406900"/>
          <p14:tracePt t="36607" x="6965950" y="4400550"/>
          <p14:tracePt t="36608" x="6965950" y="4395788"/>
          <p14:tracePt t="36609" x="6953250" y="4389438"/>
          <p14:tracePt t="36612" x="6924675" y="4371975"/>
          <p14:tracePt t="36618" x="6884988" y="4356100"/>
          <p14:tracePt t="36626" x="6827838" y="4327525"/>
          <p14:tracePt t="36627" x="6759575" y="4292600"/>
          <p14:tracePt t="36628" x="6748463" y="4292600"/>
          <p14:tracePt t="36629" x="6737350" y="4281488"/>
          <p14:tracePt t="36630" x="6726238" y="4275138"/>
          <p14:tracePt t="36633" x="6673850" y="4257675"/>
          <p14:tracePt t="36639" x="6623050" y="4235450"/>
          <p14:tracePt t="36645" x="6515100" y="4184650"/>
          <p14:tracePt t="36652" x="6407150" y="4138613"/>
          <p14:tracePt t="36659" x="6303963" y="4092575"/>
          <p14:tracePt t="36667" x="6218238" y="4052888"/>
          <p14:tracePt t="36668" x="6184900" y="4041775"/>
          <p14:tracePt t="36669" x="6172200" y="4035425"/>
          <p14:tracePt t="36670" x="6167438" y="4035425"/>
          <p14:tracePt t="36671" x="6156325" y="4030663"/>
          <p14:tracePt t="36673" x="6145213" y="4024313"/>
          <p14:tracePt t="36675" x="6121400" y="4013200"/>
          <p14:tracePt t="36680" x="6092825" y="3995738"/>
          <p14:tracePt t="36687" x="6064250" y="3979863"/>
          <p14:tracePt t="36694" x="6053138" y="3973513"/>
          <p14:tracePt t="36701" x="6046788" y="3967163"/>
          <p14:tracePt t="36708" x="6046788" y="3962400"/>
          <p14:tracePt t="36715" x="6046788" y="3951288"/>
          <p14:tracePt t="36722" x="6053138" y="3933825"/>
          <p14:tracePt t="36729" x="6075363" y="3894138"/>
          <p14:tracePt t="36737" x="6103938" y="3854450"/>
          <p14:tracePt t="36738" x="6121400" y="3830638"/>
          <p14:tracePt t="36739" x="6127750" y="3819525"/>
          <p14:tracePt t="36740" x="6138863" y="3808413"/>
          <p14:tracePt t="36741" x="6145213" y="3802063"/>
          <p14:tracePt t="36746" x="6172200" y="3768725"/>
          <p14:tracePt t="36747" x="6178550" y="3756025"/>
          <p14:tracePt t="36749" x="6184900" y="3751263"/>
          <p14:tracePt t="36750" x="6196013" y="3744913"/>
          <p14:tracePt t="36753" x="6224588" y="3705225"/>
          <p14:tracePt t="36754" x="6235700" y="3700463"/>
          <p14:tracePt t="36755" x="6242050" y="3687763"/>
          <p14:tracePt t="36760" x="6281738" y="3654425"/>
          <p14:tracePt t="36761" x="6297613" y="3643313"/>
          <p14:tracePt t="36762" x="6310313" y="3630613"/>
          <p14:tracePt t="36766" x="6350000" y="3597275"/>
          <p14:tracePt t="36771" x="6389688" y="3568700"/>
          <p14:tracePt t="36778" x="6475413" y="3511550"/>
          <p14:tracePt t="36784" x="6561138" y="3471863"/>
          <p14:tracePt t="36792" x="6673850" y="3421063"/>
          <p14:tracePt t="36798" x="6788150" y="3375025"/>
          <p14:tracePt t="36805" x="6924675" y="3335338"/>
          <p14:tracePt t="36812" x="7056438" y="3300413"/>
          <p14:tracePt t="36819" x="7175500" y="3271838"/>
          <p14:tracePt t="36826" x="7300913" y="3254375"/>
          <p14:tracePt t="36833" x="7404100" y="3243263"/>
          <p14:tracePt t="36840" x="7478713" y="3238500"/>
          <p14:tracePt t="36847" x="7558088" y="3238500"/>
          <p14:tracePt t="36861" x="7661275" y="3249613"/>
          <p14:tracePt t="36868" x="7694613" y="3260725"/>
          <p14:tracePt t="36875" x="7723188" y="3271838"/>
          <p14:tracePt t="36881" x="7751763" y="3282950"/>
          <p14:tracePt t="36889" x="7780338" y="3295650"/>
          <p14:tracePt t="36896" x="7808913" y="3306763"/>
          <p14:tracePt t="36902" x="7848600" y="3324225"/>
          <p14:tracePt t="36910" x="7894638" y="3340100"/>
          <p14:tracePt t="36916" x="7940675" y="3368675"/>
          <p14:tracePt t="36923" x="7985125" y="3386138"/>
          <p14:tracePt t="36930" x="8031163" y="3403600"/>
          <p14:tracePt t="36937" x="8077200" y="3421063"/>
          <p14:tracePt t="36944" x="8116888" y="3436938"/>
          <p14:tracePt t="36952" x="8156575" y="3454400"/>
          <p14:tracePt t="36958" x="8189913" y="3465513"/>
          <p14:tracePt t="36966" x="8213725" y="3482975"/>
          <p14:tracePt t="36972" x="8231188" y="3494088"/>
          <p14:tracePt t="36979" x="8253413" y="3511550"/>
          <p14:tracePt t="36986" x="8270875" y="3529013"/>
          <p14:tracePt t="36993" x="8293100" y="3551238"/>
          <p14:tracePt t="37000" x="8315325" y="3568700"/>
          <p14:tracePt t="37007" x="8339138" y="3590925"/>
          <p14:tracePt t="37014" x="8367713" y="3619500"/>
          <p14:tracePt t="37021" x="8396288" y="3648075"/>
          <p14:tracePt t="37028" x="8424863" y="3671888"/>
          <p14:tracePt t="37034" x="8440738" y="3694113"/>
          <p14:tracePt t="37042" x="8458200" y="3711575"/>
          <p14:tracePt t="37048" x="8475663" y="3729038"/>
          <p14:tracePt t="37056" x="8486775" y="3740150"/>
          <p14:tracePt t="37057" x="8493125" y="3744913"/>
          <p14:tracePt t="37063" x="8497888" y="3751263"/>
          <p14:tracePt t="37069" x="8497888" y="3762375"/>
          <p14:tracePt t="37076" x="8504238" y="3768725"/>
          <p14:tracePt t="37083" x="8515350" y="3784600"/>
          <p14:tracePt t="37097" x="8526463" y="3813175"/>
          <p14:tracePt t="37104" x="8539163" y="3836988"/>
          <p14:tracePt t="37111" x="8543925" y="3865563"/>
          <p14:tracePt t="37118" x="8550275" y="3894138"/>
          <p14:tracePt t="37119" x="8555038" y="3898900"/>
          <p14:tracePt t="37120" x="8555038" y="3905250"/>
          <p14:tracePt t="37121" x="8555038" y="3910013"/>
          <p14:tracePt t="37124" x="8555038" y="3916363"/>
          <p14:tracePt t="37132" x="8561388" y="3944938"/>
          <p14:tracePt t="37139" x="8566150" y="3967163"/>
          <p14:tracePt t="37146" x="8566150" y="3990975"/>
          <p14:tracePt t="37152" x="8572500" y="4006850"/>
          <p14:tracePt t="37159" x="8572500" y="4024313"/>
          <p14:tracePt t="37167" x="8578850" y="4035425"/>
          <p14:tracePt t="37173" x="8578850" y="4048125"/>
          <p14:tracePt t="37181" x="8578850" y="4052888"/>
          <p14:tracePt t="37187" x="8578850" y="4064000"/>
          <p14:tracePt t="37194" x="8578850" y="4070350"/>
          <p14:tracePt t="37201" x="8572500" y="4081463"/>
          <p14:tracePt t="37208" x="8572500" y="4098925"/>
          <p14:tracePt t="37215" x="8566150" y="4116388"/>
          <p14:tracePt t="37222" x="8555038" y="4138613"/>
          <p14:tracePt t="37229" x="8543925" y="4160838"/>
          <p14:tracePt t="37236" x="8526463" y="4189413"/>
          <p14:tracePt t="37243" x="8510588" y="4213225"/>
          <p14:tracePt t="37250" x="8482013" y="4252913"/>
          <p14:tracePt t="37257" x="8453438" y="4281488"/>
          <p14:tracePt t="37264" x="8413750" y="4314825"/>
          <p14:tracePt t="37271" x="8378825" y="4349750"/>
          <p14:tracePt t="37278" x="8339138" y="4383088"/>
          <p14:tracePt t="37285" x="8304213" y="4411663"/>
          <p14:tracePt t="37299" x="8231188" y="4452938"/>
          <p14:tracePt t="37306" x="8196263" y="4468813"/>
          <p14:tracePt t="37307" x="8185150" y="4475163"/>
          <p14:tracePt t="37320" x="8134350" y="4497388"/>
          <p14:tracePt t="37321" x="8128000" y="4497388"/>
          <p14:tracePt t="37322" x="8116888" y="4503738"/>
          <p14:tracePt t="37323" x="8110538" y="4508500"/>
          <p14:tracePt t="37324" x="8105775" y="4508500"/>
          <p14:tracePt t="37327" x="8088313" y="4514850"/>
          <p14:tracePt t="37333" x="8066088" y="4514850"/>
          <p14:tracePt t="37340" x="8031163" y="4525963"/>
          <p14:tracePt t="37347" x="7996238" y="4532313"/>
          <p14:tracePt t="37354" x="7962900" y="4543425"/>
          <p14:tracePt t="37361" x="7912100" y="4554538"/>
          <p14:tracePt t="37369" x="7854950" y="4565650"/>
          <p14:tracePt t="37370" x="7820025" y="4578350"/>
          <p14:tracePt t="37371" x="7802563" y="4578350"/>
          <p14:tracePt t="37372" x="7791450" y="4578350"/>
          <p14:tracePt t="37373" x="7780338" y="4578350"/>
          <p14:tracePt t="37377" x="7740650" y="4589463"/>
          <p14:tracePt t="37378" x="7729538" y="4589463"/>
          <p14:tracePt t="37378" x="7712075" y="4594225"/>
          <p14:tracePt t="37379" x="7700963" y="4594225"/>
          <p14:tracePt t="37382" x="7689850" y="4594225"/>
          <p14:tracePt t="37396" x="7472363" y="4622800"/>
          <p14:tracePt t="37403" x="7346950" y="4629150"/>
          <p14:tracePt t="37409" x="7227888" y="4640263"/>
          <p14:tracePt t="37417" x="7118350" y="4651375"/>
          <p14:tracePt t="37423" x="7021513" y="4651375"/>
          <p14:tracePt t="37431" x="6937375" y="4657725"/>
          <p14:tracePt t="37432" x="6896100" y="4657725"/>
          <p14:tracePt t="37433" x="6884988" y="4657725"/>
          <p14:tracePt t="37434" x="6873875" y="4657725"/>
          <p14:tracePt t="37435" x="6862763" y="4657725"/>
          <p14:tracePt t="37436" x="6851650" y="4662488"/>
          <p14:tracePt t="37439" x="6823075" y="4662488"/>
          <p14:tracePt t="37440" x="6811963" y="4662488"/>
          <p14:tracePt t="37441" x="6805613" y="4662488"/>
          <p14:tracePt t="37442" x="6799263" y="4662488"/>
          <p14:tracePt t="37443" x="6794500" y="4662488"/>
          <p14:tracePt t="37446" x="6770688" y="4662488"/>
          <p14:tracePt t="37451" x="6743700" y="4662488"/>
          <p14:tracePt t="37458" x="6708775" y="4662488"/>
          <p14:tracePt t="37465" x="6686550" y="4662488"/>
          <p14:tracePt t="37472" x="6669088" y="4662488"/>
          <p14:tracePt t="37479" x="6651625" y="4662488"/>
          <p14:tracePt t="37486" x="6640513" y="4651375"/>
          <p14:tracePt t="37488" x="6634163" y="4640263"/>
          <p14:tracePt t="37493" x="6629400" y="4635500"/>
          <p14:tracePt t="37500" x="6611938" y="4618038"/>
          <p14:tracePt t="37507" x="6600825" y="4594225"/>
          <p14:tracePt t="37514" x="6577013" y="4572000"/>
          <p14:tracePt t="37520" x="6561138" y="4543425"/>
          <p14:tracePt t="37527" x="6537325" y="4514850"/>
          <p14:tracePt t="37535" x="6508750" y="4486275"/>
          <p14:tracePt t="37542" x="6480175" y="4446588"/>
          <p14:tracePt t="37548" x="6451600" y="4411663"/>
          <p14:tracePt t="37555" x="6423025" y="4383088"/>
          <p14:tracePt t="37562" x="6407150" y="4356100"/>
          <p14:tracePt t="37569" x="6378575" y="4327525"/>
          <p14:tracePt t="37576" x="6361113" y="4298950"/>
          <p14:tracePt t="37583" x="6343650" y="4275138"/>
          <p14:tracePt t="37585" x="6343650" y="4264025"/>
          <p14:tracePt t="37590" x="6338888" y="4252913"/>
          <p14:tracePt t="37597" x="6332538" y="4230688"/>
          <p14:tracePt t="37605" x="6326188" y="4202113"/>
          <p14:tracePt t="37606" x="6326188" y="4195763"/>
          <p14:tracePt t="37611" x="6326188" y="4178300"/>
          <p14:tracePt t="37618" x="6326188" y="4156075"/>
          <p14:tracePt t="37632" x="6326188" y="4105275"/>
          <p14:tracePt t="37639" x="6338888" y="4081463"/>
          <p14:tracePt t="37653" x="6372225" y="4006850"/>
          <p14:tracePt t="37659" x="6407150" y="3962400"/>
          <p14:tracePt t="37674" x="6480175" y="3876675"/>
          <p14:tracePt t="37675" x="6497638" y="3859213"/>
          <p14:tracePt t="37677" x="6508750" y="3854450"/>
          <p14:tracePt t="37678" x="6515100" y="3841750"/>
          <p14:tracePt t="37680" x="6519863" y="3841750"/>
          <p14:tracePt t="37683" x="6548438" y="3819525"/>
          <p14:tracePt t="37685" x="6561138" y="3819525"/>
          <p14:tracePt t="37686" x="6565900" y="3808413"/>
          <p14:tracePt t="37687" x="6572250" y="3808413"/>
          <p14:tracePt t="37694" x="6618288" y="3779838"/>
          <p14:tracePt t="37701" x="6691313" y="3744913"/>
          <p14:tracePt t="37708" x="6754813" y="3716338"/>
          <p14:tracePt t="37722" x="6880225" y="3665538"/>
          <p14:tracePt t="37730" x="6942138" y="3643313"/>
          <p14:tracePt t="37743" x="7034213" y="3608388"/>
          <p14:tracePt t="37744" x="7038975" y="3608388"/>
          <p14:tracePt t="37750" x="7056438" y="3603625"/>
          <p14:tracePt t="37757" x="7091363" y="3597275"/>
          <p14:tracePt t="37771" x="7135813" y="3586163"/>
          <p14:tracePt t="37778" x="7153275" y="3579813"/>
          <p14:tracePt t="37792" x="7188200" y="3575050"/>
          <p14:tracePt t="37793" x="7199313" y="3575050"/>
          <p14:tracePt t="37799" x="7216775" y="3575050"/>
          <p14:tracePt t="37805" x="7239000" y="3575050"/>
          <p14:tracePt t="37819" x="7296150" y="3575050"/>
          <p14:tracePt t="37826" x="7324725" y="3575050"/>
          <p14:tracePt t="37833" x="7358063" y="3575050"/>
          <p14:tracePt t="37840" x="7381875" y="3579813"/>
          <p14:tracePt t="37847" x="7421563" y="3586163"/>
          <p14:tracePt t="37849" x="7439025" y="3590925"/>
          <p14:tracePt t="37854" x="7454900" y="3597275"/>
          <p14:tracePt t="37861" x="7494588" y="3614738"/>
          <p14:tracePt t="37868" x="7529513" y="3619500"/>
          <p14:tracePt t="37875" x="7569200" y="3636963"/>
          <p14:tracePt t="37882" x="7604125" y="3648075"/>
          <p14:tracePt t="37888" x="7661275" y="3671888"/>
          <p14:tracePt t="37896" x="7712075" y="3687763"/>
          <p14:tracePt t="37903" x="7762875" y="3711575"/>
          <p14:tracePt t="37910" x="7826375" y="3722688"/>
          <p14:tracePt t="37911" x="7848600" y="3740150"/>
          <p14:tracePt t="37912" x="7859713" y="3740150"/>
          <p14:tracePt t="37914" x="7866063" y="3751263"/>
          <p14:tracePt t="37914" x="7877175" y="3751263"/>
          <p14:tracePt t="37918" x="7894638" y="3751263"/>
          <p14:tracePt t="37919" x="7912100" y="3756025"/>
          <p14:tracePt t="37920" x="7916863" y="3762375"/>
          <p14:tracePt t="37922" x="7923213" y="3762375"/>
          <p14:tracePt t="37924" x="7927975" y="3762375"/>
          <p14:tracePt t="37926" x="7956550" y="3768725"/>
          <p14:tracePt t="37927" x="7962900" y="3773488"/>
          <p14:tracePt t="37928" x="7967663" y="3773488"/>
          <p14:tracePt t="37929" x="7974013" y="3773488"/>
          <p14:tracePt t="37933" x="8002588" y="3779838"/>
          <p14:tracePt t="37937" x="8013700" y="3779838"/>
          <p14:tracePt t="37944" x="8048625" y="3790950"/>
          <p14:tracePt t="37951" x="8077200" y="3797300"/>
          <p14:tracePt t="37966" x="8128000" y="3802063"/>
          <p14:tracePt t="37966" x="8134350" y="3802063"/>
          <p14:tracePt t="37972" x="8150225" y="3802063"/>
          <p14:tracePt t="37980" x="8162925" y="3802063"/>
          <p14:tracePt t="37986" x="8178800" y="3802063"/>
          <p14:tracePt t="37993" x="8196263" y="3802063"/>
          <p14:tracePt t="38001" x="8218488" y="3802063"/>
          <p14:tracePt t="38001" x="8224838" y="3802063"/>
          <p14:tracePt t="38007" x="8235950" y="3802063"/>
          <p14:tracePt t="38014" x="8259763" y="3802063"/>
          <p14:tracePt t="38021" x="8281988" y="3802063"/>
          <p14:tracePt t="38028" x="8310563" y="3802063"/>
          <p14:tracePt t="38036" x="8339138" y="3808413"/>
          <p14:tracePt t="38038" x="8356600" y="3808413"/>
          <p14:tracePt t="38039" x="8367713" y="3808413"/>
          <p14:tracePt t="38042" x="8372475" y="3808413"/>
          <p14:tracePt t="38048" x="8396288" y="3813175"/>
          <p14:tracePt t="38055" x="8424863" y="3813175"/>
          <p14:tracePt t="38063" x="8447088" y="3819525"/>
          <p14:tracePt t="38069" x="8464550" y="3825875"/>
          <p14:tracePt t="38077" x="8475663" y="3825875"/>
          <p14:tracePt t="38083" x="8493125" y="3830638"/>
          <p14:tracePt t="38090" x="8504238" y="3836988"/>
          <p14:tracePt t="38097" x="8515350" y="3841750"/>
          <p14:tracePt t="38104" x="8521700" y="3848100"/>
          <p14:tracePt t="38105" x="8526463" y="3848100"/>
          <p14:tracePt t="38111" x="8532813" y="3854450"/>
          <p14:tracePt t="38118" x="8539163" y="3859213"/>
          <p14:tracePt t="38125" x="8543925" y="3865563"/>
          <p14:tracePt t="38132" x="8543925" y="3876675"/>
          <p14:tracePt t="38139" x="8561388" y="3887788"/>
          <p14:tracePt t="38146" x="8572500" y="3898900"/>
          <p14:tracePt t="38153" x="8583613" y="3922713"/>
          <p14:tracePt t="38167" x="8601075" y="3951288"/>
          <p14:tracePt t="38173" x="8607425" y="3962400"/>
          <p14:tracePt t="38180" x="8612188" y="3973513"/>
          <p14:tracePt t="38187" x="8612188" y="3984625"/>
          <p14:tracePt t="38194" x="8618538" y="3995738"/>
          <p14:tracePt t="38201" x="8623300" y="4013200"/>
          <p14:tracePt t="38208" x="8623300" y="4024313"/>
          <p14:tracePt t="38215" x="8623300" y="4048125"/>
          <p14:tracePt t="38222" x="8623300" y="4059238"/>
          <p14:tracePt t="38229" x="8623300" y="4076700"/>
          <p14:tracePt t="38231" x="8623300" y="4081463"/>
          <p14:tracePt t="38231" x="8623300" y="4087813"/>
          <p14:tracePt t="38236" x="8623300" y="4098925"/>
          <p14:tracePt t="38243" x="8618538" y="4116388"/>
          <p14:tracePt t="38250" x="8618538" y="4127500"/>
          <p14:tracePt t="38257" x="8607425" y="4149725"/>
          <p14:tracePt t="38258" x="8601075" y="4156075"/>
          <p14:tracePt t="38259" x="8601075" y="4160838"/>
          <p14:tracePt t="38264" x="8594725" y="4167188"/>
          <p14:tracePt t="38278" x="8572500" y="4202113"/>
          <p14:tracePt t="38280" x="8566150" y="4206875"/>
          <p14:tracePt t="38285" x="8555038" y="4217988"/>
          <p14:tracePt t="38292" x="8543925" y="4235450"/>
          <p14:tracePt t="38299" x="8526463" y="4252913"/>
          <p14:tracePt t="38306" x="8510588" y="4264025"/>
          <p14:tracePt t="38307" x="8497888" y="4270375"/>
          <p14:tracePt t="38308" x="8493125" y="4275138"/>
          <p14:tracePt t="38320" x="8469313" y="4292600"/>
          <p14:tracePt t="38327" x="8453438" y="4303713"/>
          <p14:tracePt t="38328" x="8447088" y="4310063"/>
          <p14:tracePt t="38329" x="8447088" y="4314825"/>
          <p14:tracePt t="38330" x="8440738" y="4314825"/>
          <p14:tracePt t="38333" x="8435975" y="4314825"/>
          <p14:tracePt t="38340" x="8424863" y="4327525"/>
          <p14:tracePt t="38347" x="8413750" y="4338638"/>
          <p14:tracePt t="38354" x="8396288" y="4349750"/>
          <p14:tracePt t="38361" x="8372475" y="4367213"/>
          <p14:tracePt t="38368" x="8343900" y="4378325"/>
          <p14:tracePt t="38375" x="8299450" y="4406900"/>
          <p14:tracePt t="38382" x="8247063" y="4429125"/>
          <p14:tracePt t="38383" x="8218488" y="4446588"/>
          <p14:tracePt t="38385" x="8202613" y="4452938"/>
          <p14:tracePt t="38385" x="8189913" y="4457700"/>
          <p14:tracePt t="38387" x="8178800" y="4464050"/>
          <p14:tracePt t="38389" x="8150225" y="4468813"/>
          <p14:tracePt t="38392" x="8081963" y="4503738"/>
          <p14:tracePt t="38393" x="8070850" y="4503738"/>
          <p14:tracePt t="38395" x="8053388" y="4508500"/>
          <p14:tracePt t="38398" x="7991475" y="4532313"/>
          <p14:tracePt t="38403" x="7962900" y="4537075"/>
          <p14:tracePt t="38410" x="7820025" y="4583113"/>
          <p14:tracePt t="38417" x="7716838" y="4606925"/>
          <p14:tracePt t="38424" x="7620000" y="4622800"/>
          <p14:tracePt t="38430" x="7540625" y="4635500"/>
          <p14:tracePt t="38437" x="7472363" y="4640263"/>
          <p14:tracePt t="38444" x="7415213" y="4646613"/>
          <p14:tracePt t="38451" x="7364413" y="4646613"/>
          <p14:tracePt t="38458" x="7324725" y="4646613"/>
          <p14:tracePt t="38466" x="7285038" y="4646613"/>
          <p14:tracePt t="38472" x="7250113" y="4646613"/>
          <p14:tracePt t="38480" x="7204075" y="4635500"/>
          <p14:tracePt t="38482" x="7199313" y="4635500"/>
          <p14:tracePt t="38483" x="7181850" y="4635500"/>
          <p14:tracePt t="38485" x="7181850" y="4629150"/>
          <p14:tracePt t="38488" x="7159625" y="4622800"/>
          <p14:tracePt t="38489" x="7153275" y="4622800"/>
          <p14:tracePt t="38490" x="7146925" y="4618038"/>
          <p14:tracePt t="38491" x="7142163" y="4618038"/>
          <p14:tracePt t="38495" x="7124700" y="4606925"/>
          <p14:tracePt t="38496" x="7107238" y="4600575"/>
          <p14:tracePt t="38500" x="7102475" y="4594225"/>
          <p14:tracePt t="38507" x="7045325" y="4560888"/>
          <p14:tracePt t="38514" x="6988175" y="4532313"/>
          <p14:tracePt t="38528" x="6799263" y="4424363"/>
          <p14:tracePt t="38530" x="6754813" y="4406900"/>
          <p14:tracePt t="38531" x="6737350" y="4395788"/>
          <p14:tracePt t="38532" x="6726238" y="4383088"/>
          <p14:tracePt t="38533" x="6708775" y="4378325"/>
          <p14:tracePt t="38534" x="6697663" y="4371975"/>
          <p14:tracePt t="38536" x="6651625" y="4349750"/>
          <p14:tracePt t="38537" x="6640513" y="4343400"/>
          <p14:tracePt t="38541" x="6577013" y="4314825"/>
          <p14:tracePt t="38548" x="6464300" y="4257675"/>
          <p14:tracePt t="38555" x="6372225" y="4206875"/>
          <p14:tracePt t="38562" x="6257925" y="4149725"/>
          <p14:tracePt t="38569" x="6161088" y="4087813"/>
          <p14:tracePt t="38576" x="6088063" y="4041775"/>
          <p14:tracePt t="38583" x="6019800" y="4002088"/>
          <p14:tracePt t="38590" x="5962650" y="3962400"/>
          <p14:tracePt t="38597" x="5938838" y="3938588"/>
          <p14:tracePt t="38605" x="5927725" y="3927475"/>
          <p14:tracePt t="38612" x="5927725" y="3922713"/>
          <p14:tracePt t="38625" x="5934075" y="3894138"/>
          <p14:tracePt t="38627" x="5934075" y="3881438"/>
          <p14:tracePt t="38628" x="5938838" y="3876675"/>
          <p14:tracePt t="38632" x="5945188" y="3865563"/>
          <p14:tracePt t="38639" x="5967413" y="3830638"/>
          <p14:tracePt t="38646" x="6002338" y="3784600"/>
          <p14:tracePt t="38653" x="6042025" y="3740150"/>
          <p14:tracePt t="38660" x="6081713" y="3700463"/>
          <p14:tracePt t="38667" x="6121400" y="3659188"/>
          <p14:tracePt t="38668" x="6132513" y="3648075"/>
          <p14:tracePt t="38669" x="6138863" y="3643313"/>
          <p14:tracePt t="38670" x="6145213" y="3643313"/>
          <p14:tracePt t="38671" x="6149975" y="3630613"/>
          <p14:tracePt t="38672" x="6156325" y="3630613"/>
          <p14:tracePt t="38676" x="6172200" y="3608388"/>
          <p14:tracePt t="38677" x="6178550" y="3603625"/>
          <p14:tracePt t="38679" x="6184900" y="3597275"/>
          <p14:tracePt t="38683" x="6207125" y="3575050"/>
          <p14:tracePt t="38684" x="6213475" y="3568700"/>
          <p14:tracePt t="38690" x="6229350" y="3551238"/>
          <p14:tracePt t="38692" x="6235700" y="3546475"/>
          <p14:tracePt t="38693" x="6242050" y="3540125"/>
          <p14:tracePt t="38694" x="6242050" y="3533775"/>
          <p14:tracePt t="38701" x="6264275" y="3511550"/>
          <p14:tracePt t="38708" x="6292850" y="3489325"/>
          <p14:tracePt t="38715" x="6303963" y="3478213"/>
          <p14:tracePt t="38722" x="6338888" y="3460750"/>
          <p14:tracePt t="38729" x="6378575" y="3449638"/>
          <p14:tracePt t="38736" x="6411913" y="3436938"/>
          <p14:tracePt t="38743" x="6451600" y="3432175"/>
          <p14:tracePt t="38750" x="6526213" y="3425825"/>
          <p14:tracePt t="38757" x="6589713" y="3414713"/>
          <p14:tracePt t="38758" x="6611938" y="3414713"/>
          <p14:tracePt t="38759" x="6629400" y="3414713"/>
          <p14:tracePt t="38760" x="6640513" y="3414713"/>
          <p14:tracePt t="38761" x="6657975" y="3414713"/>
          <p14:tracePt t="38763" x="6669088" y="3414713"/>
          <p14:tracePt t="38766" x="6731000" y="3414713"/>
          <p14:tracePt t="38767" x="6743700" y="3414713"/>
          <p14:tracePt t="38769" x="6770688" y="3414713"/>
          <p14:tracePt t="38770" x="6788150" y="3414713"/>
          <p14:tracePt t="38772" x="6840538" y="3414713"/>
          <p14:tracePt t="38773" x="6856413" y="3414713"/>
          <p14:tracePt t="38774" x="6873875" y="3414713"/>
          <p14:tracePt t="38776" x="6896100" y="3414713"/>
          <p14:tracePt t="38776" x="6908800" y="3414713"/>
          <p14:tracePt t="38779" x="6959600" y="3414713"/>
          <p14:tracePt t="38780" x="6977063" y="3421063"/>
          <p14:tracePt t="38781" x="7005638" y="3421063"/>
          <p14:tracePt t="38782" x="7021513" y="3421063"/>
          <p14:tracePt t="38783" x="7038975" y="3421063"/>
          <p14:tracePt t="38786" x="7096125" y="3432175"/>
          <p14:tracePt t="38787" x="7113588" y="3436938"/>
          <p14:tracePt t="38788" x="7131050" y="3436938"/>
          <p14:tracePt t="38789" x="7146925" y="3443288"/>
          <p14:tracePt t="38790" x="7170738" y="3449638"/>
          <p14:tracePt t="38795" x="7272338" y="3460750"/>
          <p14:tracePt t="38796" x="7313613" y="3465513"/>
          <p14:tracePt t="38797" x="7324725" y="3471863"/>
          <p14:tracePt t="38802" x="7397750" y="3482975"/>
          <p14:tracePt t="38806" x="7454900" y="3489325"/>
          <p14:tracePt t="38807" x="7507288" y="3505200"/>
          <p14:tracePt t="38808" x="7523163" y="3505200"/>
          <p14:tracePt t="38809" x="7540625" y="3511550"/>
          <p14:tracePt t="38811" x="7575550" y="3517900"/>
          <p14:tracePt t="38815" x="7615238" y="3529013"/>
          <p14:tracePt t="38827" x="7773988" y="3575050"/>
          <p14:tracePt t="38828" x="7820025" y="3586163"/>
          <p14:tracePt t="38829" x="7837488" y="3597275"/>
          <p14:tracePt t="38831" x="7842250" y="3597275"/>
          <p14:tracePt t="38832" x="7877175" y="3603625"/>
          <p14:tracePt t="38835" x="7905750" y="3614738"/>
          <p14:tracePt t="38836" x="7916863" y="3619500"/>
          <p14:tracePt t="38837" x="7934325" y="3625850"/>
          <p14:tracePt t="38838" x="7940675" y="3625850"/>
          <p14:tracePt t="38842" x="7974013" y="3643313"/>
          <p14:tracePt t="38847" x="8024813" y="3659188"/>
          <p14:tracePt t="38854" x="8099425" y="3687763"/>
          <p14:tracePt t="38856" x="8116888" y="3694113"/>
          <p14:tracePt t="38856" x="8128000" y="3700463"/>
          <p14:tracePt t="38858" x="8150225" y="3705225"/>
          <p14:tracePt t="38859" x="8162925" y="3716338"/>
          <p14:tracePt t="38863" x="8189913" y="3729038"/>
          <p14:tracePt t="38868" x="8242300" y="3744913"/>
          <p14:tracePt t="38875" x="8304213" y="3773488"/>
          <p14:tracePt t="38882" x="8350250" y="3797300"/>
          <p14:tracePt t="38889" x="8413750" y="3830638"/>
          <p14:tracePt t="38896" x="8447088" y="3854450"/>
          <p14:tracePt t="38903" x="8486775" y="3876675"/>
          <p14:tracePt t="38910" x="8515350" y="3898900"/>
          <p14:tracePt t="38912" x="8526463" y="3910013"/>
          <p14:tracePt t="38913" x="8526463" y="3916363"/>
          <p14:tracePt t="38914" x="8532813" y="3916363"/>
          <p14:tracePt t="38915" x="8539163" y="3916363"/>
          <p14:tracePt t="38924" x="8550275" y="3933825"/>
          <p14:tracePt t="38931" x="8566150" y="3944938"/>
          <p14:tracePt t="38938" x="8566150" y="3962400"/>
          <p14:tracePt t="38944" x="8572500" y="3973513"/>
          <p14:tracePt t="38951" x="8578850" y="3984625"/>
          <p14:tracePt t="38958" x="8578850" y="3995738"/>
          <p14:tracePt t="38965" x="8583613" y="4013200"/>
          <p14:tracePt t="38972" x="8589963" y="4024313"/>
          <p14:tracePt t="38979" x="8589963" y="4041775"/>
          <p14:tracePt t="38986" x="8594725" y="4052888"/>
          <p14:tracePt t="38993" x="8594725" y="4064000"/>
          <p14:tracePt t="39000" x="8601075" y="4081463"/>
          <p14:tracePt t="39007" x="8601075" y="4092575"/>
          <p14:tracePt t="39021" x="8594725" y="4132263"/>
          <p14:tracePt t="39028" x="8578850" y="4160838"/>
          <p14:tracePt t="39035" x="8561388" y="4189413"/>
          <p14:tracePt t="39042" x="8526463" y="4217988"/>
          <p14:tracePt t="39048" x="8486775" y="4252913"/>
          <p14:tracePt t="39056" x="8440738" y="4286250"/>
          <p14:tracePt t="39063" x="8401050" y="4314825"/>
          <p14:tracePt t="39069" x="8350250" y="4343400"/>
          <p14:tracePt t="39076" x="8293100" y="4367213"/>
          <p14:tracePt t="39083" x="8242300" y="4389438"/>
          <p14:tracePt t="39090" x="8207375" y="4400550"/>
          <p14:tracePt t="39097" x="8167688" y="4418013"/>
          <p14:tracePt t="39104" x="8121650" y="4429125"/>
          <p14:tracePt t="39111" x="8088313" y="4446588"/>
          <p14:tracePt t="39118" x="8031163" y="4468813"/>
          <p14:tracePt t="39125" x="7985125" y="4486275"/>
          <p14:tracePt t="39127" x="7951788" y="4497388"/>
          <p14:tracePt t="39128" x="7934325" y="4503738"/>
          <p14:tracePt t="39130" x="7905750" y="4514850"/>
          <p14:tracePt t="39134" x="7877175" y="4521200"/>
          <p14:tracePt t="39139" x="7802563" y="4543425"/>
          <p14:tracePt t="39146" x="7666038" y="4589463"/>
          <p14:tracePt t="39153" x="7535863" y="4618038"/>
          <p14:tracePt t="39160" x="7404100" y="4640263"/>
          <p14:tracePt t="39174" x="7096125" y="4675188"/>
          <p14:tracePt t="39180" x="6965950" y="4686300"/>
          <p14:tracePt t="39187" x="6851650" y="4691063"/>
          <p14:tracePt t="39194" x="6748463" y="4691063"/>
          <p14:tracePt t="39201" x="6657975" y="4691063"/>
          <p14:tracePt t="39208" x="6589713" y="4686300"/>
          <p14:tracePt t="39215" x="6537325" y="4675188"/>
          <p14:tracePt t="39222" x="6515100" y="4668838"/>
          <p14:tracePt t="39230" x="6508750" y="4662488"/>
          <p14:tracePt t="39236" x="6503988" y="4657725"/>
          <p14:tracePt t="39265" x="6503988" y="4651375"/>
          <p14:tracePt t="39272" x="6497638" y="4646613"/>
          <p14:tracePt t="39276" x="6497638" y="4640263"/>
          <p14:tracePt t="39282" x="6497638" y="4635500"/>
          <p14:tracePt t="39286" x="6497638" y="4629150"/>
          <p14:tracePt t="39292" x="6492875" y="4622800"/>
          <p14:tracePt t="39299" x="6492875" y="4611688"/>
          <p14:tracePt t="39306" x="6486525" y="4594225"/>
          <p14:tracePt t="39312" x="6480175" y="4572000"/>
          <p14:tracePt t="39319" x="6475413" y="4543425"/>
          <p14:tracePt t="39327" x="6475413" y="4508500"/>
          <p14:tracePt t="39333" x="6469063" y="4464050"/>
          <p14:tracePt t="39340" x="6469063" y="4418013"/>
          <p14:tracePt t="39347" x="6464300" y="4356100"/>
          <p14:tracePt t="39361" x="6440488" y="4241800"/>
          <p14:tracePt t="39368" x="6411913" y="4178300"/>
          <p14:tracePt t="39375" x="6400800" y="4121150"/>
          <p14:tracePt t="39382" x="6378575" y="4064000"/>
          <p14:tracePt t="39389" x="6350000" y="4013200"/>
          <p14:tracePt t="39396" x="6332538" y="3967163"/>
          <p14:tracePt t="39403" x="6310313" y="3922713"/>
          <p14:tracePt t="39410" x="6297613" y="3894138"/>
          <p14:tracePt t="39417" x="6292850" y="3865563"/>
          <p14:tracePt t="39423" x="6281738" y="3848100"/>
          <p14:tracePt t="39430" x="6281738" y="3841750"/>
          <p14:tracePt t="39437" x="6281738" y="3836988"/>
          <p14:tracePt t="39445" x="6281738" y="3830638"/>
          <p14:tracePt t="39451" x="6281738" y="3825875"/>
          <p14:tracePt t="39458" x="6281738" y="3819525"/>
          <p14:tracePt t="39465" x="6286500" y="3808413"/>
          <p14:tracePt t="39472" x="6297613" y="3790950"/>
          <p14:tracePt t="39479" x="6315075" y="3768725"/>
          <p14:tracePt t="39486" x="6343650" y="3740150"/>
          <p14:tracePt t="39493" x="6383338" y="3711575"/>
          <p14:tracePt t="39500" x="6429375" y="3676650"/>
          <p14:tracePt t="39502" x="6464300" y="3659188"/>
          <p14:tracePt t="39504" x="6475413" y="3648075"/>
          <p14:tracePt t="39505" x="6480175" y="3648075"/>
          <p14:tracePt t="39507" x="6492875" y="3643313"/>
          <p14:tracePt t="39514" x="6565900" y="3603625"/>
          <p14:tracePt t="39521" x="6640513" y="3557588"/>
          <p14:tracePt t="39528" x="6715125" y="3517900"/>
          <p14:tracePt t="39534" x="6805613" y="3478213"/>
          <p14:tracePt t="39542" x="6902450" y="3436938"/>
          <p14:tracePt t="39544" x="6948488" y="3421063"/>
          <p14:tracePt t="39545" x="6965950" y="3414713"/>
          <p14:tracePt t="39547" x="6999288" y="3397250"/>
          <p14:tracePt t="39548" x="7016750" y="3392488"/>
          <p14:tracePt t="39551" x="7102475" y="3363913"/>
          <p14:tracePt t="39552" x="7118350" y="3357563"/>
          <p14:tracePt t="39553" x="7135813" y="3352800"/>
          <p14:tracePt t="39555" x="7153275" y="3346450"/>
          <p14:tracePt t="39558" x="7227888" y="3324225"/>
          <p14:tracePt t="39559" x="7243763" y="3317875"/>
          <p14:tracePt t="39560" x="7267575" y="3306763"/>
          <p14:tracePt t="39570" x="7404100" y="3267075"/>
          <p14:tracePt t="39576" x="7523163" y="3238500"/>
          <p14:tracePt t="39583" x="7637463" y="3209925"/>
          <p14:tracePt t="39590" x="7740650" y="3198813"/>
          <p14:tracePt t="39597" x="7831138" y="3186113"/>
          <p14:tracePt t="39604" x="7916863" y="3175000"/>
          <p14:tracePt t="39606" x="7940675" y="3170238"/>
          <p14:tracePt t="39607" x="7951788" y="3170238"/>
          <p14:tracePt t="39607" x="7962900" y="3170238"/>
          <p14:tracePt t="39611" x="7991475" y="3170238"/>
          <p14:tracePt t="39618" x="8048625" y="3170238"/>
          <p14:tracePt t="39625" x="8099425" y="3170238"/>
          <p14:tracePt t="39632" x="8134350" y="3170238"/>
          <p14:tracePt t="39639" x="8167688" y="3170238"/>
          <p14:tracePt t="39646" x="8189913" y="3170238"/>
          <p14:tracePt t="39653" x="8207375" y="3175000"/>
          <p14:tracePt t="39660" x="8231188" y="3181350"/>
          <p14:tracePt t="39674" x="8253413" y="3198813"/>
          <p14:tracePt t="39681" x="8259763" y="3203575"/>
          <p14:tracePt t="39688" x="8264525" y="3209925"/>
          <p14:tracePt t="39694" x="8270875" y="3214688"/>
          <p14:tracePt t="39702" x="8275638" y="3221038"/>
          <p14:tracePt t="39708" x="8288338" y="3232150"/>
          <p14:tracePt t="39715" x="8293100" y="3243263"/>
          <p14:tracePt t="39717" x="8299450" y="3249613"/>
          <p14:tracePt t="39722" x="8304213" y="3260725"/>
          <p14:tracePt t="39730" x="8321675" y="3278188"/>
          <p14:tracePt t="39731" x="8328025" y="3289300"/>
          <p14:tracePt t="39733" x="8328025" y="3295650"/>
          <p14:tracePt t="39734" x="8332788" y="3295650"/>
          <p14:tracePt t="39735" x="8339138" y="3300413"/>
          <p14:tracePt t="39738" x="8343900" y="3306763"/>
          <p14:tracePt t="39739" x="8343900" y="3311525"/>
          <p14:tracePt t="39743" x="8356600" y="3328988"/>
          <p14:tracePt t="39750" x="8378825" y="3352800"/>
          <p14:tracePt t="39751" x="8385175" y="3363913"/>
          <p14:tracePt t="39757" x="8407400" y="3392488"/>
          <p14:tracePt t="39758" x="8418513" y="3408363"/>
          <p14:tracePt t="39764" x="8435975" y="3432175"/>
          <p14:tracePt t="39771" x="8458200" y="3465513"/>
          <p14:tracePt t="39778" x="8486775" y="3505200"/>
          <p14:tracePt t="39785" x="8521700" y="3546475"/>
          <p14:tracePt t="39791" x="8550275" y="3590925"/>
          <p14:tracePt t="39799" x="8572500" y="3630613"/>
          <p14:tracePt t="39805" x="8601075" y="3676650"/>
          <p14:tracePt t="39813" x="8623300" y="3722688"/>
          <p14:tracePt t="39820" x="8647113" y="3779838"/>
          <p14:tracePt t="39826" x="8658225" y="3825875"/>
          <p14:tracePt t="39833" x="8669338" y="3870325"/>
          <p14:tracePt t="39841" x="8675688" y="3922713"/>
          <p14:tracePt t="39847" x="8680450" y="3962400"/>
          <p14:tracePt t="39855" x="8680450" y="4006850"/>
          <p14:tracePt t="39856" x="8680450" y="4030663"/>
          <p14:tracePt t="39857" x="8680450" y="4035425"/>
          <p14:tracePt t="39858" x="8680450" y="4041775"/>
          <p14:tracePt t="39859" x="8675688" y="4052888"/>
          <p14:tracePt t="39862" x="8669338" y="4064000"/>
          <p14:tracePt t="39863" x="8669338" y="4081463"/>
          <p14:tracePt t="39864" x="8658225" y="4087813"/>
          <p14:tracePt t="39866" x="8658225" y="4092575"/>
          <p14:tracePt t="39867" x="8651875" y="4105275"/>
          <p14:tracePt t="39868" x="8647113" y="4110038"/>
          <p14:tracePt t="39871" x="8623300" y="4138613"/>
          <p14:tracePt t="39875" x="8607425" y="4173538"/>
          <p14:tracePt t="39882" x="8543925" y="4241800"/>
          <p14:tracePt t="39889" x="8469313" y="4310063"/>
          <p14:tracePt t="39896" x="8396288" y="4378325"/>
          <p14:tracePt t="39903" x="8310563" y="4440238"/>
          <p14:tracePt t="39909" x="8231188" y="4492625"/>
          <p14:tracePt t="39917" x="8156575" y="4537075"/>
          <p14:tracePt t="39918" x="8121650" y="4554538"/>
          <p14:tracePt t="39920" x="8110538" y="4560888"/>
          <p14:tracePt t="39921" x="8105775" y="4565650"/>
          <p14:tracePt t="39922" x="8099425" y="4565650"/>
          <p14:tracePt t="39923" x="8081963" y="4572000"/>
          <p14:tracePt t="39925" x="8059738" y="4583113"/>
          <p14:tracePt t="39930" x="8031163" y="4600575"/>
          <p14:tracePt t="39938" x="7985125" y="4611688"/>
          <p14:tracePt t="39945" x="7934325" y="4622800"/>
          <p14:tracePt t="39951" x="7877175" y="4635500"/>
          <p14:tracePt t="39958" x="7815263" y="4646613"/>
          <p14:tracePt t="39965" x="7745413" y="4651375"/>
          <p14:tracePt t="39972" x="7677150" y="4662488"/>
          <p14:tracePt t="39980" x="7558088" y="4675188"/>
          <p14:tracePt t="39982" x="7546975" y="4679950"/>
          <p14:tracePt t="39983" x="7540625" y="4679950"/>
          <p14:tracePt t="39985" x="7512050" y="4679950"/>
          <p14:tracePt t="39987" x="7500938" y="4679950"/>
          <p14:tracePt t="39988" x="7461250" y="4686300"/>
          <p14:tracePt t="39989" x="7450138" y="4686300"/>
          <p14:tracePt t="39990" x="7439025" y="4686300"/>
          <p14:tracePt t="39991" x="7426325" y="4686300"/>
          <p14:tracePt t="39995" x="7369175" y="4691063"/>
          <p14:tracePt t="39996" x="7358063" y="4697413"/>
          <p14:tracePt t="39997" x="7342188" y="4697413"/>
          <p14:tracePt t="39998" x="7335838" y="4697413"/>
          <p14:tracePt t="40001" x="7296150" y="4697413"/>
          <p14:tracePt t="40007" x="7239000" y="4697413"/>
          <p14:tracePt t="40014" x="7142163" y="4697413"/>
          <p14:tracePt t="40021" x="7045325" y="4697413"/>
          <p14:tracePt t="40028" x="6948488" y="4686300"/>
          <p14:tracePt t="40035" x="6862763" y="4675188"/>
          <p14:tracePt t="40036" x="6840538" y="4668838"/>
          <p14:tracePt t="40038" x="6827838" y="4668838"/>
          <p14:tracePt t="40039" x="6823075" y="4668838"/>
          <p14:tracePt t="40040" x="6811963" y="4662488"/>
          <p14:tracePt t="40041" x="6805613" y="4662488"/>
          <p14:tracePt t="40044" x="6783388" y="4662488"/>
          <p14:tracePt t="40045" x="6770688" y="4657725"/>
          <p14:tracePt t="40046" x="6765925" y="4651375"/>
          <p14:tracePt t="40047" x="6759575" y="4651375"/>
          <p14:tracePt t="40048" x="6748463" y="4651375"/>
          <p14:tracePt t="40050" x="6743700" y="4651375"/>
          <p14:tracePt t="40050" x="6737350" y="4646613"/>
          <p14:tracePt t="40055" x="6715125" y="4640263"/>
          <p14:tracePt t="40063" x="6686550" y="4635500"/>
          <p14:tracePt t="40069" x="6669088" y="4622800"/>
          <p14:tracePt t="40077" x="6651625" y="4611688"/>
          <p14:tracePt t="40083" x="6640513" y="4600575"/>
          <p14:tracePt t="40091" x="6629400" y="4589463"/>
          <p14:tracePt t="40097" x="6618288" y="4565650"/>
          <p14:tracePt t="40105" x="6594475" y="4532313"/>
          <p14:tracePt t="40111" x="6589713" y="4508500"/>
          <p14:tracePt t="40118" x="6565900" y="4464050"/>
          <p14:tracePt t="40125" x="6554788" y="4424363"/>
          <p14:tracePt t="40133" x="6532563" y="4371975"/>
          <p14:tracePt t="40139" x="6508750" y="4303713"/>
          <p14:tracePt t="40146" x="6492875" y="4252913"/>
          <p14:tracePt t="40153" x="6464300" y="4202113"/>
          <p14:tracePt t="40167" x="6418263" y="4087813"/>
          <p14:tracePt t="40169" x="6411913" y="4070350"/>
          <p14:tracePt t="40170" x="6411913" y="4064000"/>
          <p14:tracePt t="40171" x="6407150" y="4052888"/>
          <p14:tracePt t="40172" x="6407150" y="4048125"/>
          <p14:tracePt t="40173" x="6407150" y="4041775"/>
          <p14:tracePt t="40176" x="6400800" y="4030663"/>
          <p14:tracePt t="40181" x="6394450" y="3995738"/>
          <p14:tracePt t="40188" x="6394450" y="3962400"/>
          <p14:tracePt t="40194" x="6394450" y="3927475"/>
          <p14:tracePt t="40202" x="6407150" y="3898900"/>
          <p14:tracePt t="40208" x="6423025" y="3870325"/>
          <p14:tracePt t="40215" x="6457950" y="3830638"/>
          <p14:tracePt t="40222" x="6497638" y="3790950"/>
          <p14:tracePt t="40230" x="6554788" y="3756025"/>
          <p14:tracePt t="40231" x="6583363" y="3740150"/>
          <p14:tracePt t="40232" x="6589713" y="3733800"/>
          <p14:tracePt t="40234" x="6605588" y="3722688"/>
          <p14:tracePt t="40239" x="6651625" y="3700463"/>
          <p14:tracePt t="40240" x="6673850" y="3687763"/>
          <p14:tracePt t="40241" x="6686550" y="3683000"/>
          <p14:tracePt t="40250" x="6777038" y="3648075"/>
          <p14:tracePt t="40257" x="6880225" y="3603625"/>
          <p14:tracePt t="40271" x="7067550" y="3529013"/>
          <p14:tracePt t="40279" x="7188200" y="3489325"/>
          <p14:tracePt t="40292" x="7421563" y="3414713"/>
          <p14:tracePt t="40298" x="7564438" y="3375025"/>
          <p14:tracePt t="40313" x="7815263" y="3311525"/>
          <p14:tracePt t="40314" x="7831138" y="3306763"/>
          <p14:tracePt t="40315" x="7848600" y="3306763"/>
          <p14:tracePt t="40317" x="7859713" y="3306763"/>
          <p14:tracePt t="40317" x="7870825" y="3300413"/>
          <p14:tracePt t="40320" x="7888288" y="3300413"/>
          <p14:tracePt t="40321" x="7934325" y="3289300"/>
          <p14:tracePt t="40323" x="7945438" y="3289300"/>
          <p14:tracePt t="40324" x="7974013" y="3282950"/>
          <p14:tracePt t="40328" x="8031163" y="3278188"/>
          <p14:tracePt t="40341" x="8185150" y="3260725"/>
          <p14:tracePt t="40342" x="8207375" y="3260725"/>
          <p14:tracePt t="40343" x="8235950" y="3260725"/>
          <p14:tracePt t="40344" x="8247063" y="3260725"/>
          <p14:tracePt t="40345" x="8259763" y="3260725"/>
          <p14:tracePt t="40348" x="8293100" y="3260725"/>
          <p14:tracePt t="40349" x="8304213" y="3260725"/>
          <p14:tracePt t="40350" x="8315325" y="3260725"/>
          <p14:tracePt t="40351" x="8332788" y="3260725"/>
          <p14:tracePt t="40352" x="8339138" y="3260725"/>
          <p14:tracePt t="40355" x="8367713" y="3260725"/>
          <p14:tracePt t="40368" x="8486775" y="3271838"/>
          <p14:tracePt t="40370" x="8504238" y="3278188"/>
          <p14:tracePt t="40371" x="8521700" y="3282950"/>
          <p14:tracePt t="40374" x="8532813" y="3289300"/>
          <p14:tracePt t="40377" x="8561388" y="3295650"/>
          <p14:tracePt t="40378" x="8566150" y="3300413"/>
          <p14:tracePt t="40379" x="8572500" y="3306763"/>
          <p14:tracePt t="40380" x="8578850" y="3306763"/>
          <p14:tracePt t="40389" x="8612188" y="3328988"/>
          <p14:tracePt t="40396" x="8640763" y="3352800"/>
          <p14:tracePt t="40403" x="8675688" y="3368675"/>
          <p14:tracePt t="40417" x="8726488" y="3421063"/>
          <p14:tracePt t="40419" x="8737600" y="3425825"/>
          <p14:tracePt t="40421" x="8743950" y="3436938"/>
          <p14:tracePt t="40422" x="8748713" y="3443288"/>
          <p14:tracePt t="40426" x="8766175" y="3454400"/>
          <p14:tracePt t="40427" x="8772525" y="3460750"/>
          <p14:tracePt t="40438" x="8812213" y="3505200"/>
          <p14:tracePt t="40444" x="8845550" y="3540125"/>
          <p14:tracePt t="40451" x="8880475" y="3579813"/>
          <p14:tracePt t="40466" x="8942388" y="3665538"/>
          <p14:tracePt t="40467" x="8948738" y="3676650"/>
          <p14:tracePt t="40468" x="8959850" y="3683000"/>
          <p14:tracePt t="40472" x="8970963" y="3705225"/>
          <p14:tracePt t="40480" x="8994775" y="3744913"/>
          <p14:tracePt t="40486" x="9017000" y="3779838"/>
          <p14:tracePt t="40500" x="9045575" y="3836988"/>
          <p14:tracePt t="40507" x="9056688" y="3876675"/>
          <p14:tracePt t="40509" x="9063038" y="3887788"/>
          <p14:tracePt t="40509" x="9063038" y="3894138"/>
          <p14:tracePt t="40511" x="9067800" y="3905250"/>
          <p14:tracePt t="40512" x="9067800" y="3910013"/>
          <p14:tracePt t="40516" x="9067800" y="3927475"/>
          <p14:tracePt t="40521" x="9067800" y="3944938"/>
          <p14:tracePt t="40528" x="9067800" y="3979863"/>
          <p14:tracePt t="40542" x="9045575" y="4048125"/>
          <p14:tracePt t="40549" x="9034463" y="4081463"/>
          <p14:tracePt t="40555" x="9005888" y="4110038"/>
          <p14:tracePt t="40563" x="8988425" y="4138613"/>
          <p14:tracePt t="40570" x="8970963" y="4156075"/>
          <p14:tracePt t="40576" x="8942388" y="4178300"/>
          <p14:tracePt t="40583" x="8920163" y="4202113"/>
          <p14:tracePt t="40591" x="8886825" y="4224338"/>
          <p14:tracePt t="40592" x="8869363" y="4235450"/>
          <p14:tracePt t="40593" x="8858250" y="4235450"/>
          <p14:tracePt t="40594" x="8851900" y="4235450"/>
          <p14:tracePt t="40596" x="8845550" y="4241800"/>
          <p14:tracePt t="40599" x="8823325" y="4252913"/>
          <p14:tracePt t="40604" x="8777288" y="4275138"/>
          <p14:tracePt t="40611" x="8697913" y="4303713"/>
          <p14:tracePt t="40618" x="8612188" y="4332288"/>
          <p14:tracePt t="40625" x="8532813" y="4356100"/>
          <p14:tracePt t="40632" x="8429625" y="4383088"/>
          <p14:tracePt t="40639" x="8315325" y="4406900"/>
          <p14:tracePt t="40646" x="8202613" y="4429125"/>
          <p14:tracePt t="40654" x="8070850" y="4452938"/>
          <p14:tracePt t="40656" x="8002588" y="4464050"/>
          <p14:tracePt t="40657" x="7985125" y="4464050"/>
          <p14:tracePt t="40658" x="7967663" y="4464050"/>
          <p14:tracePt t="40659" x="7956550" y="4464050"/>
          <p14:tracePt t="40667" x="7842250" y="4481513"/>
          <p14:tracePt t="40674" x="7740650" y="4486275"/>
          <p14:tracePt t="40680" x="7654925" y="4486275"/>
          <p14:tracePt t="40688" x="7575550" y="4486275"/>
          <p14:tracePt t="40694" x="7518400" y="4486275"/>
          <p14:tracePt t="40701" x="7467600" y="4486275"/>
          <p14:tracePt t="40708" x="7426325" y="4486275"/>
          <p14:tracePt t="40716" x="7392988" y="4481513"/>
          <p14:tracePt t="40717" x="7369175" y="4481513"/>
          <p14:tracePt t="40718" x="7364413" y="4481513"/>
          <p14:tracePt t="40722" x="7342188" y="4475163"/>
          <p14:tracePt t="40729" x="7300913" y="4464050"/>
          <p14:tracePt t="40736" x="7256463" y="4452938"/>
          <p14:tracePt t="40743" x="7199313" y="4440238"/>
          <p14:tracePt t="40751" x="7142163" y="4424363"/>
          <p14:tracePt t="40753" x="7113588" y="4418013"/>
          <p14:tracePt t="40754" x="7107238" y="4411663"/>
          <p14:tracePt t="40755" x="7096125" y="4411663"/>
          <p14:tracePt t="40756" x="7091363" y="4411663"/>
          <p14:tracePt t="40764" x="7027863" y="4395788"/>
          <p14:tracePt t="40771" x="6965950" y="4371975"/>
          <p14:tracePt t="40778" x="6919913" y="4349750"/>
          <p14:tracePt t="40780" x="6896100" y="4338638"/>
          <p14:tracePt t="40781" x="6891338" y="4338638"/>
          <p14:tracePt t="40782" x="6880225" y="4338638"/>
          <p14:tracePt t="40783" x="6873875" y="4338638"/>
          <p14:tracePt t="40784" x="6869113" y="4327525"/>
          <p14:tracePt t="40786" x="6851650" y="4321175"/>
          <p14:tracePt t="40792" x="6834188" y="4310063"/>
          <p14:tracePt t="40799" x="6805613" y="4292600"/>
          <p14:tracePt t="40806" x="6788150" y="4270375"/>
          <p14:tracePt t="40812" x="6777038" y="4252913"/>
          <p14:tracePt t="40819" x="6765925" y="4217988"/>
          <p14:tracePt t="40827" x="6754813" y="4189413"/>
          <p14:tracePt t="40833" x="6737350" y="4149725"/>
          <p14:tracePt t="40840" x="6726238" y="4116388"/>
          <p14:tracePt t="40854" x="6702425" y="4070350"/>
          <p14:tracePt t="40862" x="6686550" y="4041775"/>
          <p14:tracePt t="40864" x="6680200" y="4035425"/>
          <p14:tracePt t="40865" x="6673850" y="4030663"/>
          <p14:tracePt t="40875" x="6657975" y="4006850"/>
          <p14:tracePt t="40877" x="6645275" y="3995738"/>
          <p14:tracePt t="40882" x="6629400" y="3979863"/>
          <p14:tracePt t="40889" x="6623050" y="3967163"/>
          <p14:tracePt t="40890" x="6611938" y="3962400"/>
          <p14:tracePt t="40891" x="6611938" y="3956050"/>
          <p14:tracePt t="40892" x="6605588" y="3956050"/>
          <p14:tracePt t="40893" x="6605588" y="3951288"/>
          <p14:tracePt t="40897" x="6600825" y="3944938"/>
          <p14:tracePt t="40898" x="6600825" y="3938588"/>
          <p14:tracePt t="40899" x="6594475" y="3933825"/>
          <p14:tracePt t="40903" x="6589713" y="3933825"/>
          <p14:tracePt t="40910" x="6577013" y="3910013"/>
          <p14:tracePt t="40917" x="6572250" y="3894138"/>
          <p14:tracePt t="40918" x="6572250" y="3887788"/>
          <p14:tracePt t="40924" x="6565900" y="3881438"/>
          <p14:tracePt t="40931" x="6561138" y="3865563"/>
          <p14:tracePt t="40938" x="6561138" y="3848100"/>
          <p14:tracePt t="40944" x="6565900" y="3825875"/>
          <p14:tracePt t="40951" x="6577013" y="3802063"/>
          <p14:tracePt t="40958" x="6600825" y="3768725"/>
          <p14:tracePt t="40966" x="6629400" y="3740150"/>
          <p14:tracePt t="40972" x="6662738" y="3711575"/>
          <p14:tracePt t="40986" x="6759575" y="3643313"/>
          <p14:tracePt t="40993" x="6805613" y="3619500"/>
          <p14:tracePt t="41000" x="6869113" y="3590925"/>
          <p14:tracePt t="41007" x="6924675" y="3562350"/>
          <p14:tracePt t="41014" x="6981825" y="3546475"/>
          <p14:tracePt t="41021" x="7034213" y="3529013"/>
          <p14:tracePt t="41028" x="7091363" y="3511550"/>
          <p14:tracePt t="41035" x="7135813" y="3500438"/>
          <p14:tracePt t="41036" x="7159625" y="3494088"/>
          <p14:tracePt t="41042" x="7181850" y="3489325"/>
          <p14:tracePt t="41048" x="7210425" y="3482975"/>
          <p14:tracePt t="41055" x="7243763" y="3478213"/>
          <p14:tracePt t="41062" x="7278688" y="3471863"/>
          <p14:tracePt t="41069" x="7313613" y="3465513"/>
          <p14:tracePt t="41077" x="7358063" y="3465513"/>
          <p14:tracePt t="41078" x="7375525" y="3460750"/>
          <p14:tracePt t="41080" x="7386638" y="3460750"/>
          <p14:tracePt t="41081" x="7392988" y="3460750"/>
          <p14:tracePt t="41085" x="7415213" y="3460750"/>
          <p14:tracePt t="41086" x="7432675" y="3460750"/>
          <p14:tracePt t="41090" x="7454900" y="3460750"/>
          <p14:tracePt t="41097" x="7494588" y="3460750"/>
          <p14:tracePt t="41104" x="7535863" y="3460750"/>
          <p14:tracePt t="41111" x="7575550" y="3465513"/>
          <p14:tracePt t="41118" x="7597775" y="3471863"/>
          <p14:tracePt t="41120" x="7615238" y="3478213"/>
          <p14:tracePt t="41121" x="7620000" y="3478213"/>
          <p14:tracePt t="41125" x="7632700" y="3482975"/>
          <p14:tracePt t="41132" x="7661275" y="3494088"/>
          <p14:tracePt t="41139" x="7683500" y="3511550"/>
          <p14:tracePt t="41146" x="7694613" y="3517900"/>
          <p14:tracePt t="41148" x="7705725" y="3522663"/>
          <p14:tracePt t="41153" x="7705725" y="3533775"/>
          <p14:tracePt t="41160" x="7716838" y="3540125"/>
          <p14:tracePt t="41167" x="7723188" y="3551238"/>
          <p14:tracePt t="41174" x="7729538" y="3562350"/>
          <p14:tracePt t="41180" x="7734300" y="3575050"/>
          <p14:tracePt t="41187" x="7745413" y="3590925"/>
          <p14:tracePt t="41201" x="7769225" y="3619500"/>
          <p14:tracePt t="41203" x="7769225" y="3630613"/>
          <p14:tracePt t="41209" x="7773988" y="3643313"/>
          <p14:tracePt t="41215" x="7791450" y="3665538"/>
          <p14:tracePt t="41222" x="7802563" y="3687763"/>
          <p14:tracePt t="41230" x="7815263" y="3716338"/>
          <p14:tracePt t="41236" x="7837488" y="3756025"/>
          <p14:tracePt t="41238" x="7837488" y="3762375"/>
          <p14:tracePt t="41238" x="7842250" y="3773488"/>
          <p14:tracePt t="41243" x="7848600" y="3790950"/>
          <p14:tracePt t="41250" x="7866063" y="3825875"/>
          <p14:tracePt t="41257" x="7883525" y="3865563"/>
          <p14:tracePt t="41264" x="7894638" y="3898900"/>
          <p14:tracePt t="41271" x="7912100" y="3927475"/>
          <p14:tracePt t="41272" x="7916863" y="3944938"/>
          <p14:tracePt t="41274" x="7916863" y="3951288"/>
          <p14:tracePt t="41275" x="7916863" y="3956050"/>
          <p14:tracePt t="41276" x="7916863" y="3962400"/>
          <p14:tracePt t="41277" x="7923213" y="3962400"/>
          <p14:tracePt t="41279" x="7927975" y="3973513"/>
          <p14:tracePt t="41280" x="7927975" y="3979863"/>
          <p14:tracePt t="41284" x="7927975" y="3984625"/>
          <p14:tracePt t="41293" x="7934325" y="4006850"/>
          <p14:tracePt t="41294" x="7934325" y="4019550"/>
          <p14:tracePt t="41294" x="7934325" y="4024313"/>
          <p14:tracePt t="41295" x="7940675" y="4024313"/>
          <p14:tracePt t="41298" x="7940675" y="4030663"/>
          <p14:tracePt t="41306" x="7940675" y="4052888"/>
          <p14:tracePt t="41313" x="7940675" y="4081463"/>
          <p14:tracePt t="41320" x="7927975" y="4110038"/>
          <p14:tracePt t="41327" x="7912100" y="4149725"/>
          <p14:tracePt t="41333" x="7883525" y="4189413"/>
          <p14:tracePt t="41340" x="7848600" y="4241800"/>
          <p14:tracePt t="41347" x="7797800" y="4292600"/>
          <p14:tracePt t="41354" x="7734300" y="4332288"/>
          <p14:tracePt t="41361" x="7683500" y="4371975"/>
          <p14:tracePt t="41368" x="7620000" y="4406900"/>
          <p14:tracePt t="41375" x="7569200" y="4435475"/>
          <p14:tracePt t="41382" x="7523163" y="4452938"/>
          <p14:tracePt t="41389" x="7478713" y="4468813"/>
          <p14:tracePt t="41396" x="7439025" y="4486275"/>
          <p14:tracePt t="41403" x="7392988" y="4492625"/>
          <p14:tracePt t="41410" x="7364413" y="4497388"/>
          <p14:tracePt t="41417" x="7324725" y="4508500"/>
          <p14:tracePt t="41424" x="7289800" y="4514850"/>
          <p14:tracePt t="41431" x="7239000" y="4525963"/>
          <p14:tracePt t="41437" x="7181850" y="4537075"/>
          <p14:tracePt t="41445" x="7085013" y="4554538"/>
          <p14:tracePt t="41451" x="6988175" y="4572000"/>
          <p14:tracePt t="41459" x="6880225" y="4589463"/>
          <p14:tracePt t="41460" x="6845300" y="4589463"/>
          <p14:tracePt t="41461" x="6834188" y="4594225"/>
          <p14:tracePt t="41461" x="6816725" y="4594225"/>
          <p14:tracePt t="41465" x="6759575" y="4594225"/>
          <p14:tracePt t="41472" x="6645275" y="4606925"/>
          <p14:tracePt t="41480" x="6526213" y="4611688"/>
          <p14:tracePt t="41481" x="6492875" y="4611688"/>
          <p14:tracePt t="41482" x="6480175" y="4611688"/>
          <p14:tracePt t="41482" x="6464300" y="4611688"/>
          <p14:tracePt t="41486" x="6423025" y="4611688"/>
          <p14:tracePt t="41494" x="6354763" y="4611688"/>
          <p14:tracePt t="41500" x="6286500" y="4611688"/>
          <p14:tracePt t="41507" x="6246813" y="4606925"/>
          <p14:tracePt t="41509" x="6235700" y="4600575"/>
          <p14:tracePt t="41521" x="6207125" y="4594225"/>
          <p14:tracePt t="41528" x="6207125" y="4589463"/>
          <p14:tracePt t="41547" x="6207125" y="4583113"/>
          <p14:tracePt t="41552" x="6207125" y="4578350"/>
          <p14:tracePt t="41556" x="6207125" y="4565650"/>
          <p14:tracePt t="41563" x="6218238" y="4537075"/>
          <p14:tracePt t="41569" x="6235700" y="4497388"/>
          <p14:tracePt t="41576" x="6257925" y="4440238"/>
          <p14:tracePt t="41583" x="6281738" y="4383088"/>
          <p14:tracePt t="41590" x="6315075" y="4321175"/>
          <p14:tracePt t="41598" x="6354763" y="4264025"/>
          <p14:tracePt t="41612" x="6451600" y="4127500"/>
          <p14:tracePt t="41613" x="6475413" y="4098925"/>
          <p14:tracePt t="41614" x="6486525" y="4087813"/>
          <p14:tracePt t="41615" x="6497638" y="4076700"/>
          <p14:tracePt t="41617" x="6508750" y="4070350"/>
          <p14:tracePt t="41618" x="6519863" y="4052888"/>
          <p14:tracePt t="41621" x="6561138" y="4013200"/>
          <p14:tracePt t="41623" x="6572250" y="4006850"/>
          <p14:tracePt t="41624" x="6577013" y="3995738"/>
          <p14:tracePt t="41625" x="6589713" y="3990975"/>
          <p14:tracePt t="41629" x="6634163" y="3944938"/>
          <p14:tracePt t="41630" x="6662738" y="3922713"/>
          <p14:tracePt t="41633" x="6702425" y="3887788"/>
          <p14:tracePt t="41639" x="6765925" y="3841750"/>
          <p14:tracePt t="41646" x="6880225" y="3756025"/>
          <p14:tracePt t="41653" x="7027863" y="3665538"/>
          <p14:tracePt t="41660" x="7142163" y="3586163"/>
          <p14:tracePt t="41667" x="7307263" y="3505200"/>
          <p14:tracePt t="41674" x="7443788" y="3436938"/>
          <p14:tracePt t="41681" x="7575550" y="3386138"/>
          <p14:tracePt t="41687" x="7734300" y="3328988"/>
          <p14:tracePt t="41695" x="7859713" y="3295650"/>
          <p14:tracePt t="41702" x="8031163" y="3260725"/>
          <p14:tracePt t="41708" x="8178800" y="3243263"/>
          <p14:tracePt t="41722" x="8493125" y="3232150"/>
          <p14:tracePt t="41730" x="8647113" y="3232150"/>
          <p14:tracePt t="41731" x="8697913" y="3232150"/>
          <p14:tracePt t="41732" x="8743950" y="3238500"/>
          <p14:tracePt t="41733" x="8772525" y="3238500"/>
          <p14:tracePt t="41734" x="8794750" y="3243263"/>
          <p14:tracePt t="41734" x="8816975" y="3249613"/>
          <p14:tracePt t="41738" x="8897938" y="3254375"/>
          <p14:tracePt t="41743" x="9028113" y="3282950"/>
          <p14:tracePt t="41750" x="9221788" y="3324225"/>
          <p14:tracePt t="41757" x="9393238" y="3368675"/>
          <p14:tracePt t="41764" x="9666288" y="3449638"/>
          <p14:tracePt t="41771" x="9866313" y="3511550"/>
          <p14:tracePt t="41778" x="10042525" y="3568700"/>
          <p14:tracePt t="41785" x="10248900" y="3648075"/>
          <p14:tracePt t="41792" x="10407650" y="3700463"/>
          <p14:tracePt t="41793" x="10475913" y="3729038"/>
          <p14:tracePt t="41794" x="10510838" y="3744913"/>
          <p14:tracePt t="41795" x="10528300" y="3751263"/>
          <p14:tracePt t="41796" x="10539413" y="3762375"/>
          <p14:tracePt t="41798" x="10556875" y="3768725"/>
          <p14:tracePt t="41800" x="10596563" y="3784600"/>
          <p14:tracePt t="41801" x="10607675" y="3790950"/>
          <p14:tracePt t="41801" x="10625138" y="3808413"/>
          <p14:tracePt t="41805" x="10664825" y="3825875"/>
          <p14:tracePt t="41808" x="10698163" y="3841750"/>
          <p14:tracePt t="41809" x="10715625" y="3859213"/>
          <p14:tracePt t="41810" x="10726738" y="3865563"/>
          <p14:tracePt t="41811" x="10733088" y="3865563"/>
          <p14:tracePt t="41815" x="10750550" y="3881438"/>
          <p14:tracePt t="41816" x="10766425" y="3894138"/>
          <p14:tracePt t="41818" x="10766425" y="3898900"/>
          <p14:tracePt t="41819" x="10779125" y="3905250"/>
          <p14:tracePt t="41821" x="10783888" y="3916363"/>
          <p14:tracePt t="41822" x="10790238" y="3922713"/>
          <p14:tracePt t="41826" x="10795000" y="3927475"/>
          <p14:tracePt t="41833" x="10801350" y="3944938"/>
          <p14:tracePt t="41840" x="10801350" y="3962400"/>
          <p14:tracePt t="41847" x="10801350" y="3979863"/>
          <p14:tracePt t="41854" x="10801350" y="4002088"/>
          <p14:tracePt t="41862" x="10790238" y="4030663"/>
          <p14:tracePt t="41863" x="10783888" y="4035425"/>
          <p14:tracePt t="41864" x="10783888" y="4041775"/>
          <p14:tracePt t="41868" x="10779125" y="4052888"/>
          <p14:tracePt t="41875" x="10766425" y="4076700"/>
          <p14:tracePt t="41876" x="10761663" y="4092575"/>
          <p14:tracePt t="41882" x="10755313" y="4105275"/>
          <p14:tracePt t="41889" x="10744200" y="4127500"/>
          <p14:tracePt t="41891" x="10737850" y="4132263"/>
          <p14:tracePt t="41896" x="10726738" y="4149725"/>
          <p14:tracePt t="41903" x="10715625" y="4173538"/>
          <p14:tracePt t="41910" x="10693400" y="4195763"/>
          <p14:tracePt t="41912" x="10687050" y="4202113"/>
          <p14:tracePt t="41917" x="10669588" y="4224338"/>
          <p14:tracePt t="41926" x="10625138" y="4257675"/>
          <p14:tracePt t="41927" x="10618788" y="4257675"/>
          <p14:tracePt t="41928" x="10612438" y="4264025"/>
          <p14:tracePt t="41930" x="10601325" y="4275138"/>
          <p14:tracePt t="41945" x="10515600" y="4310063"/>
          <p14:tracePt t="41951" x="10471150" y="4327525"/>
          <p14:tracePt t="41959" x="10436225" y="4343400"/>
          <p14:tracePt t="41973" x="10361613" y="4360863"/>
          <p14:tracePt t="41979" x="10339388" y="4367213"/>
          <p14:tracePt t="41981" x="10328275" y="4367213"/>
          <p14:tracePt t="41981" x="10321925" y="4367213"/>
          <p14:tracePt t="41986" x="10310813" y="4371975"/>
          <p14:tracePt t="41993" x="10293350" y="4371975"/>
          <p14:tracePt t="42000" x="10264775" y="4378325"/>
          <p14:tracePt t="42007" x="10253663" y="4378325"/>
          <p14:tracePt t="42014" x="10236200" y="4378325"/>
          <p14:tracePt t="42021" x="10220325" y="4378325"/>
          <p14:tracePt t="42028" x="10209213" y="4383088"/>
          <p14:tracePt t="42035" x="10196513" y="4383088"/>
          <p14:tracePt t="42042" x="10191750" y="4383088"/>
          <p14:tracePt t="42092" x="10185400" y="4383088"/>
          <p14:tracePt t="42099" x="10180638" y="4383088"/>
          <p14:tracePt t="42099" x="10174288" y="4383088"/>
          <p14:tracePt t="42104" x="10167938" y="4383088"/>
          <p14:tracePt t="42106" x="10163175" y="4383088"/>
          <p14:tracePt t="42111" x="10152063" y="4383088"/>
          <p14:tracePt t="42118" x="10134600" y="4383088"/>
          <p14:tracePt t="42125" x="10110788" y="4383088"/>
          <p14:tracePt t="42132" x="10083800" y="4383088"/>
          <p14:tracePt t="42146" x="10009188" y="4383088"/>
          <p14:tracePt t="42148" x="9991725" y="4383088"/>
          <p14:tracePt t="42153" x="9980613" y="4383088"/>
          <p14:tracePt t="42160" x="9945688" y="4383088"/>
          <p14:tracePt t="42167" x="9923463" y="4383088"/>
          <p14:tracePt t="42168" x="9917113" y="4383088"/>
          <p14:tracePt t="42169" x="9912350" y="4383088"/>
          <p14:tracePt t="42170" x="9906000" y="4383088"/>
          <p14:tracePt t="42175" x="9901238" y="4383088"/>
          <p14:tracePt t="42176" x="9894888" y="4383088"/>
          <p14:tracePt t="42182" x="9888538" y="4383088"/>
          <p14:tracePt t="42187" x="9883775" y="4383088"/>
          <p14:tracePt t="42204" x="9877425" y="4383088"/>
          <p14:tracePt t="42222" x="9872663" y="4383088"/>
          <p14:tracePt t="42235" x="9866313" y="4383088"/>
          <p14:tracePt t="42253" x="9861550" y="4383088"/>
          <p14:tracePt t="42265" x="9855200" y="4383088"/>
          <p14:tracePt t="42270" x="9848850" y="4383088"/>
          <p14:tracePt t="42276" x="9844088" y="4383088"/>
          <p14:tracePt t="42279" x="9837738" y="4383088"/>
          <p14:tracePt t="42285" x="9832975" y="4383088"/>
          <p14:tracePt t="42292" x="9826625" y="4383088"/>
          <p14:tracePt t="42299" x="9820275" y="4383088"/>
          <p14:tracePt t="42305" x="9815513" y="4378325"/>
          <p14:tracePt t="42325" x="9809163" y="4378325"/>
          <p14:tracePt t="42336" x="9809163" y="4371975"/>
          <p14:tracePt t="42370" x="9809163" y="4367213"/>
          <p14:tracePt t="42372" x="9809163" y="4360863"/>
          <p14:tracePt t="42376" x="9804400" y="4356100"/>
          <p14:tracePt t="42377" x="9804400" y="4349750"/>
          <p14:tracePt t="42382" x="9798050" y="4343400"/>
          <p14:tracePt t="42389" x="9786938" y="4327525"/>
          <p14:tracePt t="42396" x="9775825" y="4303713"/>
          <p14:tracePt t="42403" x="9763125" y="4281488"/>
          <p14:tracePt t="42410" x="9752013" y="4264025"/>
          <p14:tracePt t="42417" x="9740900" y="4246563"/>
          <p14:tracePt t="42418" x="9740900" y="4241800"/>
          <p14:tracePt t="42419" x="9740900" y="4235450"/>
          <p14:tracePt t="42420" x="9736138" y="4235450"/>
          <p14:tracePt t="42422" x="9736138" y="4230688"/>
          <p14:tracePt t="42426" x="9729788" y="4224338"/>
          <p14:tracePt t="42431" x="9729788" y="4217988"/>
          <p14:tracePt t="42438" x="9723438" y="4202113"/>
          <p14:tracePt t="42445" x="9718675" y="4184650"/>
          <p14:tracePt t="42452" x="9712325" y="4173538"/>
          <p14:tracePt t="42459" x="9701213" y="4156075"/>
          <p14:tracePt t="42460" x="9701213" y="4149725"/>
          <p14:tracePt t="42461" x="9701213" y="4144963"/>
          <p14:tracePt t="42463" x="9701213" y="4138613"/>
          <p14:tracePt t="42472" x="9694863" y="4121150"/>
          <p14:tracePt t="42486" x="9690100" y="4092575"/>
          <p14:tracePt t="42493" x="9690100" y="4087813"/>
          <p14:tracePt t="42501" x="9690100" y="4070350"/>
          <p14:tracePt t="42507" x="9683750" y="4064000"/>
          <p14:tracePt t="42514" x="9678988" y="4041775"/>
          <p14:tracePt t="42521" x="9678988" y="4019550"/>
          <p14:tracePt t="42528" x="9678988" y="3995738"/>
          <p14:tracePt t="42535" x="9678988" y="3967163"/>
          <p14:tracePt t="42542" x="9678988" y="3944938"/>
          <p14:tracePt t="42543" x="9678988" y="3933825"/>
          <p14:tracePt t="42544" x="9678988" y="3927475"/>
          <p14:tracePt t="42545" x="9678988" y="3922713"/>
          <p14:tracePt t="42549" x="9678988" y="3916363"/>
          <p14:tracePt t="42563" x="9683750" y="3865563"/>
          <p14:tracePt t="42564" x="9683750" y="3848100"/>
          <p14:tracePt t="42570" x="9690100" y="3836988"/>
          <p14:tracePt t="42572" x="9694863" y="3825875"/>
          <p14:tracePt t="42583" x="9701213" y="3802063"/>
          <p14:tracePt t="42585" x="9707563" y="3790950"/>
          <p14:tracePt t="42590" x="9712325" y="3784600"/>
          <p14:tracePt t="42597" x="9718675" y="3779838"/>
          <p14:tracePt t="42605" x="9723438" y="3773488"/>
          <p14:tracePt t="42611" x="9736138" y="3768725"/>
          <p14:tracePt t="42625" x="9758363" y="3756025"/>
          <p14:tracePt t="42632" x="9769475" y="3751263"/>
          <p14:tracePt t="42639" x="9786938" y="3744913"/>
          <p14:tracePt t="42646" x="9804400" y="3740150"/>
          <p14:tracePt t="42660" x="9844088" y="3729038"/>
          <p14:tracePt t="42667" x="9872663" y="3716338"/>
          <p14:tracePt t="42674" x="9888538" y="3711575"/>
          <p14:tracePt t="42676" x="9906000" y="3711575"/>
          <p14:tracePt t="42680" x="9917113" y="3700463"/>
          <p14:tracePt t="42687" x="9940925" y="3694113"/>
          <p14:tracePt t="42694" x="9963150" y="3683000"/>
          <p14:tracePt t="42702" x="9985375" y="3676650"/>
          <p14:tracePt t="42709" x="10013950" y="3665538"/>
          <p14:tracePt t="42715" x="10055225" y="3659188"/>
          <p14:tracePt t="42722" x="10094913" y="3648075"/>
          <p14:tracePt t="42729" x="10139363" y="3648075"/>
          <p14:tracePt t="42736" x="10185400" y="3636963"/>
          <p14:tracePt t="42743" x="10231438" y="3636963"/>
          <p14:tracePt t="42750" x="10271125" y="3630613"/>
          <p14:tracePt t="42757" x="10310813" y="3630613"/>
          <p14:tracePt t="42764" x="10350500" y="3630613"/>
          <p14:tracePt t="42771" x="10390188" y="3630613"/>
          <p14:tracePt t="42778" x="10425113" y="3630613"/>
          <p14:tracePt t="42785" x="10471150" y="3636963"/>
          <p14:tracePt t="42792" x="10510838" y="3643313"/>
          <p14:tracePt t="42799" x="10550525" y="3648075"/>
          <p14:tracePt t="42805" x="10583863" y="3659188"/>
          <p14:tracePt t="42813" x="10625138" y="3665538"/>
          <p14:tracePt t="42814" x="10636250" y="3665538"/>
          <p14:tracePt t="42820" x="10664825" y="3665538"/>
          <p14:tracePt t="42826" x="10698163" y="3671888"/>
          <p14:tracePt t="42833" x="10726738" y="3671888"/>
          <p14:tracePt t="42840" x="10761663" y="3671888"/>
          <p14:tracePt t="42847" x="10795000" y="3671888"/>
          <p14:tracePt t="42854" x="10823575" y="3671888"/>
          <p14:tracePt t="42861" x="10858500" y="3671888"/>
          <p14:tracePt t="42868" x="10891838" y="3671888"/>
          <p14:tracePt t="42875" x="10926763" y="3665538"/>
          <p14:tracePt t="42882" x="10955338" y="3665538"/>
          <p14:tracePt t="42889" x="10988675" y="3665538"/>
          <p14:tracePt t="42896" x="11012488" y="3659188"/>
          <p14:tracePt t="42903" x="11041063" y="3659188"/>
          <p14:tracePt t="42910" x="11063288" y="3659188"/>
          <p14:tracePt t="42917" x="11080750" y="3659188"/>
          <p14:tracePt t="42924" x="11102975" y="3665538"/>
          <p14:tracePt t="42925" x="11114088" y="3671888"/>
          <p14:tracePt t="42938" x="11182350" y="3687763"/>
          <p14:tracePt t="42939" x="11195050" y="3694113"/>
          <p14:tracePt t="42940" x="11199813" y="3694113"/>
          <p14:tracePt t="42942" x="11210925" y="3694113"/>
          <p14:tracePt t="42943" x="11223625" y="3705225"/>
          <p14:tracePt t="42947" x="11263313" y="3711575"/>
          <p14:tracePt t="42948" x="11268075" y="3711575"/>
          <p14:tracePt t="42950" x="11274425" y="3716338"/>
          <p14:tracePt t="42954" x="11307763" y="3722688"/>
          <p14:tracePt t="42955" x="11314113" y="3729038"/>
          <p14:tracePt t="42956" x="11325225" y="3729038"/>
          <p14:tracePt t="42957" x="11325225" y="3733800"/>
          <p14:tracePt t="42958" x="11342688" y="3733800"/>
          <p14:tracePt t="42960" x="11364913" y="3740150"/>
          <p14:tracePt t="42965" x="11393488" y="3751263"/>
          <p14:tracePt t="42972" x="11445875" y="3762375"/>
          <p14:tracePt t="42979" x="11490325" y="3779838"/>
          <p14:tracePt t="42986" x="11531600" y="3790950"/>
          <p14:tracePt t="42993" x="11571288" y="3797300"/>
          <p14:tracePt t="43001" x="11599863" y="3808413"/>
          <p14:tracePt t="43007" x="11622088" y="3813175"/>
          <p14:tracePt t="43014" x="11639550" y="3825875"/>
          <p14:tracePt t="43021" x="11655425" y="3830638"/>
          <p14:tracePt t="43023" x="11661775" y="3836988"/>
          <p14:tracePt t="43028" x="11668125" y="3836988"/>
          <p14:tracePt t="43035" x="11668125" y="3841750"/>
          <p14:tracePt t="43042" x="11679238" y="3854450"/>
          <p14:tracePt t="43064" x="11679238" y="3859213"/>
          <p14:tracePt t="43068" x="11679238" y="3865563"/>
          <p14:tracePt t="43073" x="11679238" y="3870325"/>
          <p14:tracePt t="43076" x="11679238" y="3876675"/>
          <p14:tracePt t="43083" x="11684000" y="3898900"/>
          <p14:tracePt t="43090" x="11684000" y="3916363"/>
          <p14:tracePt t="43097" x="11690350" y="3933825"/>
          <p14:tracePt t="43105" x="11690350" y="3951288"/>
          <p14:tracePt t="43118" x="11690350" y="3979863"/>
          <p14:tracePt t="43126" x="11690350" y="3995738"/>
          <p14:tracePt t="43127" x="11690350" y="4002088"/>
          <p14:tracePt t="43132" x="11690350" y="4006850"/>
          <p14:tracePt t="43146" x="11690350" y="4041775"/>
          <p14:tracePt t="43153" x="11684000" y="4059238"/>
          <p14:tracePt t="43160" x="11672888" y="4076700"/>
          <p14:tracePt t="43167" x="11668125" y="4092575"/>
          <p14:tracePt t="43174" x="11661775" y="4110038"/>
          <p14:tracePt t="43181" x="11650663" y="4127500"/>
          <p14:tracePt t="43187" x="11639550" y="4149725"/>
          <p14:tracePt t="43194" x="11628438" y="4167188"/>
          <p14:tracePt t="43202" x="11610975" y="4189413"/>
          <p14:tracePt t="43203" x="11599863" y="4202113"/>
          <p14:tracePt t="43206" x="11593513" y="4206875"/>
          <p14:tracePt t="43209" x="11593513" y="4217988"/>
          <p14:tracePt t="43210" x="11582400" y="4224338"/>
          <p14:tracePt t="43211" x="11576050" y="4230688"/>
          <p14:tracePt t="43222" x="11547475" y="4264025"/>
          <p14:tracePt t="43229" x="11531600" y="4286250"/>
          <p14:tracePt t="43236" x="11507788" y="4314825"/>
          <p14:tracePt t="43243" x="11485563" y="4332288"/>
          <p14:tracePt t="43250" x="11468100" y="4343400"/>
          <p14:tracePt t="43257" x="11445875" y="4360863"/>
          <p14:tracePt t="43264" x="11428413" y="4371975"/>
          <p14:tracePt t="43271" x="11406188" y="4383088"/>
          <p14:tracePt t="43278" x="11371263" y="4400550"/>
          <p14:tracePt t="43285" x="11331575" y="4418013"/>
          <p14:tracePt t="43292" x="11274425" y="4440238"/>
          <p14:tracePt t="43299" x="11195050" y="4468813"/>
          <p14:tracePt t="43305" x="11102975" y="4492625"/>
          <p14:tracePt t="43313" x="10995025" y="4521200"/>
          <p14:tracePt t="43315" x="10948988" y="4532313"/>
          <p14:tracePt t="43316" x="10933113" y="4532313"/>
          <p14:tracePt t="43318" x="10904538" y="4537075"/>
          <p14:tracePt t="43321" x="10829925" y="4549775"/>
          <p14:tracePt t="43323" x="10818813" y="4554538"/>
          <p14:tracePt t="43324" x="10801350" y="4554538"/>
          <p14:tracePt t="43325" x="10783888" y="4554538"/>
          <p14:tracePt t="43327" x="10737850" y="4560888"/>
          <p14:tracePt t="43329" x="10709275" y="4560888"/>
          <p14:tracePt t="43330" x="10704513" y="4560888"/>
          <p14:tracePt t="43331" x="10687050" y="4560888"/>
          <p14:tracePt t="43333" x="10658475" y="4560888"/>
          <p14:tracePt t="43341" x="10544175" y="4565650"/>
          <p14:tracePt t="43342" x="10521950" y="4565650"/>
          <p14:tracePt t="43343" x="10493375" y="4565650"/>
          <p14:tracePt t="43345" x="10482263" y="4565650"/>
          <p14:tracePt t="43346" x="10453688" y="4565650"/>
          <p14:tracePt t="43349" x="10418763" y="4565650"/>
          <p14:tracePt t="43350" x="10407650" y="4565650"/>
          <p14:tracePt t="43352" x="10396538" y="4565650"/>
          <p14:tracePt t="43353" x="10379075" y="4565650"/>
          <p14:tracePt t="43354" x="10367963" y="4565650"/>
          <p14:tracePt t="43357" x="10339388" y="4560888"/>
          <p14:tracePt t="43358" x="10321925" y="4560888"/>
          <p14:tracePt t="43359" x="10317163" y="4554538"/>
          <p14:tracePt t="43360" x="10306050" y="4554538"/>
          <p14:tracePt t="43362" x="10282238" y="4554538"/>
          <p14:tracePt t="43363" x="10277475" y="4549775"/>
          <p14:tracePt t="43364" x="10264775" y="4543425"/>
          <p14:tracePt t="43366" x="10253663" y="4543425"/>
          <p14:tracePt t="43367" x="10242550" y="4543425"/>
          <p14:tracePt t="43371" x="10220325" y="4537075"/>
          <p14:tracePt t="43372" x="10209213" y="4532313"/>
          <p14:tracePt t="43373" x="10196513" y="4532313"/>
          <p14:tracePt t="43375" x="10191750" y="4532313"/>
          <p14:tracePt t="43377" x="10174288" y="4525963"/>
          <p14:tracePt t="43378" x="10167938" y="4521200"/>
          <p14:tracePt t="43382" x="10145713" y="4521200"/>
          <p14:tracePt t="43389" x="10106025" y="4503738"/>
          <p14:tracePt t="43396" x="10059988" y="4492625"/>
          <p14:tracePt t="43403" x="10013950" y="4481513"/>
          <p14:tracePt t="43410" x="9958388" y="4464050"/>
          <p14:tracePt t="43417" x="9901238" y="4440238"/>
          <p14:tracePt t="43424" x="9844088" y="4418013"/>
          <p14:tracePt t="43431" x="9791700" y="4400550"/>
          <p14:tracePt t="43438" x="9723438" y="4367213"/>
          <p14:tracePt t="43445" x="9672638" y="4327525"/>
          <p14:tracePt t="43451" x="9621838" y="4292600"/>
          <p14:tracePt t="43458" x="9575800" y="4252913"/>
          <p14:tracePt t="43465" x="9540875" y="4206875"/>
          <p14:tracePt t="43472" x="9507538" y="4160838"/>
          <p14:tracePt t="43480" x="9478963" y="4116388"/>
          <p14:tracePt t="43481" x="9472613" y="4105275"/>
          <p14:tracePt t="43482" x="9467850" y="4105275"/>
          <p14:tracePt t="43486" x="9467850" y="4081463"/>
          <p14:tracePt t="43493" x="9456738" y="4052888"/>
          <p14:tracePt t="43500" x="9456738" y="4030663"/>
          <p14:tracePt t="43501" x="9456738" y="4024313"/>
          <p14:tracePt t="43507" x="9456738" y="4013200"/>
          <p14:tracePt t="43514" x="9456738" y="3995738"/>
          <p14:tracePt t="43521" x="9467850" y="3973513"/>
          <p14:tracePt t="43528" x="9490075" y="3956050"/>
          <p14:tracePt t="43535" x="9507538" y="3933825"/>
          <p14:tracePt t="43542" x="9529763" y="3916363"/>
          <p14:tracePt t="43549" x="9564688" y="3905250"/>
          <p14:tracePt t="43556" x="9593263" y="3887788"/>
          <p14:tracePt t="43562" x="9632950" y="3870325"/>
          <p14:tracePt t="43570" x="9672638" y="3854450"/>
          <p14:tracePt t="43577" x="9723438" y="3836988"/>
          <p14:tracePt t="43584" x="9780588" y="3819525"/>
          <p14:tracePt t="43585" x="9804400" y="3813175"/>
          <p14:tracePt t="43586" x="9815513" y="3813175"/>
          <p14:tracePt t="43587" x="9826625" y="3813175"/>
          <p14:tracePt t="43588" x="9844088" y="3808413"/>
          <p14:tracePt t="43592" x="9883775" y="3797300"/>
          <p14:tracePt t="43593" x="9906000" y="3797300"/>
          <p14:tracePt t="43594" x="9923463" y="3790950"/>
          <p14:tracePt t="43595" x="9934575" y="3790950"/>
          <p14:tracePt t="43596" x="9945688" y="3784600"/>
          <p14:tracePt t="43599" x="9991725" y="3779838"/>
          <p14:tracePt t="43600" x="10009188" y="3779838"/>
          <p14:tracePt t="43601" x="10020300" y="3779838"/>
          <p14:tracePt t="43602" x="10037763" y="3779838"/>
          <p14:tracePt t="43606" x="10083800" y="3768725"/>
          <p14:tracePt t="43606" x="10099675" y="3768725"/>
          <p14:tracePt t="43608" x="10117138" y="3768725"/>
          <p14:tracePt t="43609" x="10134600" y="3768725"/>
          <p14:tracePt t="43610" x="10152063" y="3768725"/>
          <p14:tracePt t="43611" x="10167938" y="3762375"/>
          <p14:tracePt t="43613" x="10220325" y="3762375"/>
          <p14:tracePt t="43614" x="10236200" y="3762375"/>
          <p14:tracePt t="43615" x="10253663" y="3762375"/>
          <p14:tracePt t="43616" x="10288588" y="3762375"/>
          <p14:tracePt t="43619" x="10345738" y="3762375"/>
          <p14:tracePt t="43621" x="10367963" y="3762375"/>
          <p14:tracePt t="43623" x="10402888" y="3762375"/>
          <p14:tracePt t="43624" x="10418763" y="3762375"/>
          <p14:tracePt t="43627" x="10475913" y="3762375"/>
          <p14:tracePt t="43628" x="10499725" y="3762375"/>
          <p14:tracePt t="43629" x="10515600" y="3762375"/>
          <p14:tracePt t="43630" x="10533063" y="3762375"/>
          <p14:tracePt t="43631" x="10556875" y="3762375"/>
          <p14:tracePt t="43633" x="10612438" y="3762375"/>
          <p14:tracePt t="43634" x="10636250" y="3762375"/>
          <p14:tracePt t="43635" x="10647363" y="3762375"/>
          <p14:tracePt t="43637" x="10669588" y="3762375"/>
          <p14:tracePt t="43638" x="10682288" y="3762375"/>
          <p14:tracePt t="43641" x="10750550" y="3762375"/>
          <p14:tracePt t="43642" x="10766425" y="3762375"/>
          <p14:tracePt t="43644" x="10795000" y="3762375"/>
          <p14:tracePt t="43647" x="10847388" y="3773488"/>
          <p14:tracePt t="43649" x="10863263" y="3773488"/>
          <p14:tracePt t="43650" x="10880725" y="3773488"/>
          <p14:tracePt t="43651" x="10909300" y="3773488"/>
          <p14:tracePt t="43654" x="10948988" y="3784600"/>
          <p14:tracePt t="43655" x="10960100" y="3784600"/>
          <p14:tracePt t="43656" x="10972800" y="3790950"/>
          <p14:tracePt t="43658" x="10988675" y="3790950"/>
          <p14:tracePt t="43659" x="11006138" y="3790950"/>
          <p14:tracePt t="43662" x="11034713" y="3790950"/>
          <p14:tracePt t="43663" x="11045825" y="3797300"/>
          <p14:tracePt t="43667" x="11080750" y="3808413"/>
          <p14:tracePt t="43674" x="11142663" y="3819525"/>
          <p14:tracePt t="43680" x="11199813" y="3836988"/>
          <p14:tracePt t="43687" x="11234738" y="3854450"/>
          <p14:tracePt t="43694" x="11245850" y="3865563"/>
          <p14:tracePt t="43701" x="11256963" y="3870325"/>
          <p14:tracePt t="43708" x="11256963" y="3876675"/>
          <p14:tracePt t="43715" x="11256963" y="3894138"/>
          <p14:tracePt t="43722" x="11263313" y="3910013"/>
          <p14:tracePt t="43730" x="11263313" y="3933825"/>
          <p14:tracePt t="43736" x="11263313" y="3962400"/>
          <p14:tracePt t="43743" x="11252200" y="3990975"/>
          <p14:tracePt t="43751" x="11245850" y="4030663"/>
          <p14:tracePt t="43758" x="11234738" y="4070350"/>
          <p14:tracePt t="43759" x="11228388" y="4092575"/>
          <p14:tracePt t="43760" x="11228388" y="4098925"/>
          <p14:tracePt t="43763" x="11223625" y="4110038"/>
          <p14:tracePt t="43766" x="11210925" y="4127500"/>
          <p14:tracePt t="43771" x="11210925" y="4144963"/>
          <p14:tracePt t="43778" x="11195050" y="4189413"/>
          <p14:tracePt t="43785" x="11182350" y="4217988"/>
          <p14:tracePt t="43792" x="11171238" y="4241800"/>
          <p14:tracePt t="43799" x="11160125" y="4264025"/>
          <p14:tracePt t="43806" x="11149013" y="4281488"/>
          <p14:tracePt t="43813" x="11142663" y="4286250"/>
          <p14:tracePt t="43819" x="11137900" y="4298950"/>
          <p14:tracePt t="43827" x="11137900" y="4303713"/>
          <p14:tracePt t="43828" x="11131550" y="4303713"/>
          <p14:tracePt t="43833" x="11131550" y="4310063"/>
          <p14:tracePt t="43841" x="11131550" y="4321175"/>
          <p14:tracePt t="43847" x="11126788" y="4332288"/>
          <p14:tracePt t="43854" x="11120438" y="4343400"/>
          <p14:tracePt t="43863" x="11114088" y="4360863"/>
          <p14:tracePt t="43864" x="11109325" y="4367213"/>
          <p14:tracePt t="43865" x="11109325" y="4371975"/>
          <p14:tracePt t="43875" x="11091863" y="4400550"/>
          <p14:tracePt t="43882" x="11085513" y="4418013"/>
          <p14:tracePt t="43889" x="11074400" y="4435475"/>
          <p14:tracePt t="43896" x="11063288" y="4457700"/>
          <p14:tracePt t="43903" x="11056938" y="4475163"/>
          <p14:tracePt t="43910" x="11041063" y="4486275"/>
          <p14:tracePt t="43917" x="11034713" y="4497388"/>
          <p14:tracePt t="43924" x="11023600" y="4503738"/>
          <p14:tracePt t="43930" x="11017250" y="4514850"/>
          <p14:tracePt t="43938" x="11012488" y="4525963"/>
          <p14:tracePt t="43945" x="11006138" y="4525963"/>
          <p14:tracePt t="43951" x="10995025" y="4537075"/>
          <p14:tracePt t="43958" x="10988675" y="4543425"/>
          <p14:tracePt t="43966" x="10972800" y="4549775"/>
          <p14:tracePt t="43968" x="10972800" y="4560888"/>
          <p14:tracePt t="43973" x="10966450" y="4560888"/>
          <p14:tracePt t="43986" x="10920413" y="4589463"/>
          <p14:tracePt t="43993" x="10891838" y="4600575"/>
          <p14:tracePt t="44000" x="10858500" y="4618038"/>
          <p14:tracePt t="44007" x="10818813" y="4640263"/>
          <p14:tracePt t="44015" x="10755313" y="4668838"/>
          <p14:tracePt t="44016" x="10726738" y="4679950"/>
          <p14:tracePt t="44017" x="10715625" y="4679950"/>
          <p14:tracePt t="44018" x="10709275" y="4691063"/>
          <p14:tracePt t="44020" x="10698163" y="4697413"/>
          <p14:tracePt t="44023" x="10675938" y="4708525"/>
          <p14:tracePt t="44028" x="10641013" y="4719638"/>
          <p14:tracePt t="44035" x="10583863" y="4748213"/>
          <p14:tracePt t="44042" x="10544175" y="4765675"/>
          <p14:tracePt t="44049" x="10515600" y="4783138"/>
          <p14:tracePt t="44056" x="10487025" y="4794250"/>
          <p14:tracePt t="44063" x="10471150" y="4805363"/>
          <p14:tracePt t="44070" x="10436225" y="4822825"/>
          <p14:tracePt t="44077" x="10390188" y="4845050"/>
          <p14:tracePt t="44084" x="10328275" y="4886325"/>
          <p14:tracePt t="44091" x="10242550" y="4937125"/>
          <p14:tracePt t="44105" x="9991725" y="5073650"/>
          <p14:tracePt t="44106" x="9917113" y="5113338"/>
          <p14:tracePt t="44107" x="9894888" y="5130800"/>
          <p14:tracePt t="44111" x="9815513" y="5170488"/>
          <p14:tracePt t="44118" x="9637713" y="5256213"/>
          <p14:tracePt t="44125" x="9518650" y="5313363"/>
          <p14:tracePt t="44132" x="9359900" y="5392738"/>
          <p14:tracePt t="44133" x="9318625" y="5410200"/>
          <p14:tracePt t="44139" x="9250363" y="5443538"/>
          <p14:tracePt t="44146" x="9159875" y="5478463"/>
          <p14:tracePt t="44153" x="9085263" y="5513388"/>
          <p14:tracePt t="44160" x="9039225" y="5529263"/>
          <p14:tracePt t="44167" x="9017000" y="5540375"/>
          <p14:tracePt t="44174" x="8999538" y="5540375"/>
          <p14:tracePt t="44181" x="8988425" y="5553075"/>
          <p14:tracePt t="44189" x="8983663" y="5557838"/>
          <p14:tracePt t="44190" x="8977313" y="5557838"/>
          <p14:tracePt t="44202" x="8948738" y="5581650"/>
          <p14:tracePt t="44209" x="8926513" y="5592763"/>
          <p14:tracePt t="44210" x="8913813" y="5597525"/>
          <p14:tracePt t="44211" x="8909050" y="5597525"/>
          <p14:tracePt t="44215" x="8891588" y="5610225"/>
          <p14:tracePt t="44222" x="8851900" y="5626100"/>
          <p14:tracePt t="44229" x="8812213" y="5643563"/>
          <p14:tracePt t="44236" x="8766175" y="5654675"/>
          <p14:tracePt t="44243" x="8732838" y="5661025"/>
          <p14:tracePt t="44250" x="8709025" y="5665788"/>
          <p14:tracePt t="44257" x="8691563" y="5665788"/>
          <p14:tracePt t="44340" x="8686800" y="5665788"/>
          <p14:tracePt t="44345" x="8680450" y="5665788"/>
          <p14:tracePt t="44347" x="8675688" y="5665788"/>
          <p14:tracePt t="44355" x="8664575" y="5665788"/>
          <p14:tracePt t="44356" x="8651875" y="5672138"/>
          <p14:tracePt t="44361" x="8640763" y="5672138"/>
          <p14:tracePt t="44369" x="8623300" y="5672138"/>
          <p14:tracePt t="44375" x="8607425" y="5678488"/>
          <p14:tracePt t="44383" x="8601075" y="5678488"/>
          <p14:tracePt t="44703" x="8607425" y="5678488"/>
          <p14:tracePt t="44705" x="8612188" y="5678488"/>
          <p14:tracePt t="44706" x="8612188" y="5672138"/>
          <p14:tracePt t="44708" x="8618538" y="5665788"/>
          <p14:tracePt t="44716" x="8640763" y="5649913"/>
          <p14:tracePt t="44723" x="8675688" y="5614988"/>
          <p14:tracePt t="44730" x="8720138" y="5557838"/>
          <p14:tracePt t="44731" x="8743950" y="5535613"/>
          <p14:tracePt t="44733" x="8761413" y="5518150"/>
          <p14:tracePt t="44735" x="8766175" y="5500688"/>
          <p14:tracePt t="44737" x="8777288" y="5495925"/>
          <p14:tracePt t="44740" x="8805863" y="5461000"/>
          <p14:tracePt t="44743" x="8816975" y="5443538"/>
          <p14:tracePt t="44750" x="8869363" y="5381625"/>
          <p14:tracePt t="44757" x="8913813" y="5324475"/>
          <p14:tracePt t="44765" x="8948738" y="5278438"/>
          <p14:tracePt t="44766" x="8966200" y="5262563"/>
          <p14:tracePt t="44771" x="8994775" y="5227638"/>
          <p14:tracePt t="44778" x="9039225" y="5170488"/>
          <p14:tracePt t="44785" x="9080500" y="5113338"/>
          <p14:tracePt t="44792" x="9124950" y="5056188"/>
          <p14:tracePt t="44799" x="9177338" y="4970463"/>
          <p14:tracePt t="44806" x="9234488" y="4868863"/>
          <p14:tracePt t="44813" x="9296400" y="4754563"/>
          <p14:tracePt t="44820" x="9393238" y="4565650"/>
          <p14:tracePt t="44827" x="9485313" y="4383088"/>
          <p14:tracePt t="44833" x="9569450" y="4173538"/>
          <p14:tracePt t="44841" x="9655175" y="3962400"/>
          <p14:tracePt t="44848" x="9747250" y="3740150"/>
          <p14:tracePt t="44849" x="9775825" y="3683000"/>
          <p14:tracePt t="44850" x="9791700" y="3654425"/>
          <p14:tracePt t="44851" x="9804400" y="3636963"/>
          <p14:tracePt t="44852" x="9826625" y="3579813"/>
          <p14:tracePt t="44853" x="9832975" y="3575050"/>
          <p14:tracePt t="44861" x="9923463" y="3432175"/>
          <p14:tracePt t="44868" x="10013950" y="3317875"/>
          <p14:tracePt t="44875" x="10099675" y="3243263"/>
          <p14:tracePt t="44882" x="10191750" y="3198813"/>
          <p14:tracePt t="44889" x="10264775" y="3170238"/>
          <p14:tracePt t="44896" x="10334625" y="3157538"/>
          <p14:tracePt t="44903" x="10390188" y="3157538"/>
          <p14:tracePt t="44910" x="10436225" y="3157538"/>
          <p14:tracePt t="44917" x="10475913" y="3157538"/>
          <p14:tracePt t="44924" x="10510838" y="3163888"/>
          <p14:tracePt t="44931" x="10544175" y="3175000"/>
          <p14:tracePt t="44938" x="10579100" y="3181350"/>
          <p14:tracePt t="44945" x="10601325" y="3192463"/>
          <p14:tracePt t="44952" x="10625138" y="3198813"/>
          <p14:tracePt t="44959" x="10653713" y="3209925"/>
          <p14:tracePt t="44973" x="10721975" y="3209925"/>
          <p14:tracePt t="44980" x="10766425" y="3214688"/>
          <p14:tracePt t="44981" x="10783888" y="3214688"/>
          <p14:tracePt t="44982" x="10790238" y="3214688"/>
          <p14:tracePt t="44983" x="10795000" y="3214688"/>
          <p14:tracePt t="44985" x="10801350" y="3214688"/>
          <p14:tracePt t="44988" x="10823575" y="3221038"/>
          <p14:tracePt t="44989" x="10829925" y="3221038"/>
          <p14:tracePt t="44990" x="10834688" y="3221038"/>
          <p14:tracePt t="44991" x="10841038" y="3227388"/>
          <p14:tracePt t="44995" x="10858500" y="3227388"/>
          <p14:tracePt t="45000" x="10880725" y="3227388"/>
          <p14:tracePt t="45007" x="10915650" y="3232150"/>
          <p14:tracePt t="45014" x="10944225" y="3243263"/>
          <p14:tracePt t="45021" x="10966450" y="3254375"/>
          <p14:tracePt t="45028" x="10983913" y="3267075"/>
          <p14:tracePt t="45036" x="10995025" y="3282950"/>
          <p14:tracePt t="45042" x="11001375" y="3300413"/>
          <p14:tracePt t="45043" x="11001375" y="3311525"/>
          <p14:tracePt t="45044" x="11001375" y="3317875"/>
          <p14:tracePt t="45046" x="11001375" y="3324225"/>
          <p14:tracePt t="45048" x="11006138" y="3335338"/>
          <p14:tracePt t="45051" x="11006138" y="3352800"/>
          <p14:tracePt t="45056" x="11006138" y="3368675"/>
          <p14:tracePt t="45063" x="11006138" y="3414713"/>
          <p14:tracePt t="45072" x="11006138" y="3482975"/>
          <p14:tracePt t="45079" x="11006138" y="3529013"/>
          <p14:tracePt t="45080" x="11006138" y="3557588"/>
          <p14:tracePt t="45081" x="11001375" y="3562350"/>
          <p14:tracePt t="45083" x="11001375" y="3575050"/>
          <p14:tracePt t="45091" x="11001375" y="3619500"/>
          <p14:tracePt t="45097" x="10988675" y="3659188"/>
          <p14:tracePt t="45104" x="10983913" y="3700463"/>
          <p14:tracePt t="45112" x="10972800" y="3733800"/>
          <p14:tracePt t="45113" x="10966450" y="3740150"/>
          <p14:tracePt t="45113" x="10966450" y="3751263"/>
          <p14:tracePt t="45114" x="10960100" y="3756025"/>
          <p14:tracePt t="45115" x="10955338" y="3762375"/>
          <p14:tracePt t="45117" x="10955338" y="3768725"/>
          <p14:tracePt t="45120" x="10937875" y="3797300"/>
          <p14:tracePt t="45121" x="10933113" y="3802063"/>
          <p14:tracePt t="45122" x="10926763" y="3808413"/>
          <p14:tracePt t="45124" x="10926763" y="3813175"/>
          <p14:tracePt t="45127" x="10898188" y="3848100"/>
          <p14:tracePt t="45128" x="10891838" y="3854450"/>
          <p14:tracePt t="45129" x="10887075" y="3859213"/>
          <p14:tracePt t="45130" x="10880725" y="3870325"/>
          <p14:tracePt t="45134" x="10852150" y="3894138"/>
          <p14:tracePt t="45139" x="10818813" y="3927475"/>
          <p14:tracePt t="45146" x="10737850" y="3990975"/>
          <p14:tracePt t="45153" x="10629900" y="4070350"/>
          <p14:tracePt t="45160" x="10499725" y="4156075"/>
          <p14:tracePt t="45167" x="10356850" y="4230688"/>
          <p14:tracePt t="45174" x="10209213" y="4298950"/>
          <p14:tracePt t="45189" x="9888538" y="4400550"/>
          <p14:tracePt t="45190" x="9848850" y="4411663"/>
          <p14:tracePt t="45191" x="9832975" y="4411663"/>
          <p14:tracePt t="45192" x="9815513" y="4411663"/>
          <p14:tracePt t="45193" x="9804400" y="4418013"/>
          <p14:tracePt t="45194" x="9786938" y="4424363"/>
          <p14:tracePt t="45197" x="9740900" y="4429125"/>
          <p14:tracePt t="45198" x="9729788" y="4429125"/>
          <p14:tracePt t="45199" x="9712325" y="4429125"/>
          <p14:tracePt t="45204" x="9672638" y="4435475"/>
          <p14:tracePt t="45209" x="9650413" y="4440238"/>
          <p14:tracePt t="45215" x="9598025" y="4440238"/>
          <p14:tracePt t="45222" x="9582150" y="4440238"/>
          <p14:tracePt t="45268" x="9575800" y="4440238"/>
          <p14:tracePt t="45273" x="9569450" y="4440238"/>
          <p14:tracePt t="45273" x="9564688" y="4440238"/>
          <p14:tracePt t="45276" x="9558338" y="4440238"/>
          <p14:tracePt t="45278" x="9553575" y="4446588"/>
          <p14:tracePt t="45285" x="9512300" y="4452938"/>
          <p14:tracePt t="45299" x="9359900" y="4497388"/>
          <p14:tracePt t="45306" x="9263063" y="4549775"/>
          <p14:tracePt t="45313" x="9142413" y="4611688"/>
          <p14:tracePt t="45320" x="8959850" y="4732338"/>
          <p14:tracePt t="45327" x="8801100" y="4833938"/>
          <p14:tracePt t="45333" x="8647113" y="4954588"/>
          <p14:tracePt t="45341" x="8504238" y="5067300"/>
          <p14:tracePt t="45348" x="8401050" y="5153025"/>
          <p14:tracePt t="45349" x="8367713" y="5176838"/>
          <p14:tracePt t="45350" x="8350250" y="5187950"/>
          <p14:tracePt t="45351" x="8332788" y="5199063"/>
          <p14:tracePt t="45354" x="8293100" y="5233988"/>
          <p14:tracePt t="45361" x="8207375" y="5295900"/>
          <p14:tracePt t="45368" x="8121650" y="5353050"/>
          <p14:tracePt t="45375" x="8059738" y="5399088"/>
          <p14:tracePt t="45382" x="7996238" y="5438775"/>
          <p14:tracePt t="45390" x="7945438" y="5478463"/>
          <p14:tracePt t="45396" x="7899400" y="5518150"/>
          <p14:tracePt t="45403" x="7859713" y="5557838"/>
          <p14:tracePt t="45417" x="7802563" y="5649913"/>
          <p14:tracePt t="45424" x="7791450" y="5683250"/>
          <p14:tracePt t="45431" x="7791450" y="5718175"/>
          <p14:tracePt t="45438" x="7791450" y="5746750"/>
          <p14:tracePt t="45439" x="7791450" y="5757863"/>
          <p14:tracePt t="45444" x="7791450" y="5775325"/>
          <p14:tracePt t="45451" x="7797800" y="5791200"/>
          <p14:tracePt t="45459" x="7802563" y="5815013"/>
          <p14:tracePt t="45465" x="7815263" y="5826125"/>
          <p14:tracePt t="45472" x="7820025" y="5832475"/>
          <p14:tracePt t="45479" x="7820025" y="5837238"/>
          <p14:tracePt t="45568" x="7826375" y="5837238"/>
          <p14:tracePt t="45576" x="7831138" y="5837238"/>
          <p14:tracePt t="45578" x="7837488" y="5826125"/>
          <p14:tracePt t="45584" x="7842250" y="5826125"/>
          <p14:tracePt t="45585" x="7848600" y="5819775"/>
          <p14:tracePt t="45586" x="7848600" y="5808663"/>
          <p14:tracePt t="45587" x="7854950" y="5808663"/>
          <p14:tracePt t="45588" x="7859713" y="5808663"/>
          <p14:tracePt t="45590" x="7859713" y="5803900"/>
          <p14:tracePt t="45593" x="7866063" y="5797550"/>
          <p14:tracePt t="45605" x="7888288" y="5746750"/>
          <p14:tracePt t="45611" x="7899400" y="5722938"/>
          <p14:tracePt t="45618" x="7905750" y="5711825"/>
          <p14:tracePt t="45619" x="7912100" y="5707063"/>
          <p14:tracePt t="45685" x="7905750" y="5707063"/>
          <p14:tracePt t="45692" x="7899400" y="5707063"/>
          <p14:tracePt t="45696" x="7894638" y="5707063"/>
          <p14:tracePt t="45704" x="7888288" y="5707063"/>
          <p14:tracePt t="45716" x="7883525" y="5707063"/>
          <p14:tracePt t="45723" x="7870825" y="5707063"/>
          <p14:tracePt t="45736" x="7859713" y="5707063"/>
          <p14:tracePt t="45745" x="7854950" y="5707063"/>
          <p14:tracePt t="45746" x="7848600" y="5707063"/>
          <p14:tracePt t="45752" x="7842250" y="5707063"/>
          <p14:tracePt t="45757" x="7837488" y="5707063"/>
          <p14:tracePt t="45764" x="7826375" y="5707063"/>
          <p14:tracePt t="45771" x="7808913" y="5707063"/>
          <p14:tracePt t="45778" x="7786688" y="5707063"/>
          <p14:tracePt t="45792" x="7723188" y="5707063"/>
          <p14:tracePt t="45794" x="7705725" y="5707063"/>
          <p14:tracePt t="45795" x="7700963" y="5707063"/>
          <p14:tracePt t="45796" x="7694613" y="5707063"/>
          <p14:tracePt t="45797" x="7689850" y="5707063"/>
          <p14:tracePt t="45798" x="7677150" y="5707063"/>
          <p14:tracePt t="45800" x="7666038" y="5707063"/>
          <p14:tracePt t="45800" x="7661275" y="5707063"/>
          <p14:tracePt t="45801" x="7654925" y="5707063"/>
          <p14:tracePt t="45802" x="7648575" y="5707063"/>
          <p14:tracePt t="45803" x="7643813" y="5707063"/>
          <p14:tracePt t="45804" x="7632700" y="5707063"/>
          <p14:tracePt t="45808" x="7615238" y="5707063"/>
          <p14:tracePt t="45809" x="7604125" y="5707063"/>
          <p14:tracePt t="45820" x="7523163" y="5700713"/>
          <p14:tracePt t="45834" x="7381875" y="5689600"/>
          <p14:tracePt t="45840" x="7296150" y="5683250"/>
          <p14:tracePt t="45847" x="7221538" y="5665788"/>
          <p14:tracePt t="45862" x="7102475" y="5649913"/>
          <p14:tracePt t="45863" x="7078663" y="5643563"/>
          <p14:tracePt t="45864" x="7067550" y="5643563"/>
          <p14:tracePt t="45865" x="7062788" y="5643563"/>
          <p14:tracePt t="45866" x="7056438" y="5643563"/>
          <p14:tracePt t="45870" x="7034213" y="5643563"/>
          <p14:tracePt t="45882" x="6953250" y="5632450"/>
          <p14:tracePt t="45883" x="6937375" y="5626100"/>
          <p14:tracePt t="45885" x="6924675" y="5626100"/>
          <p14:tracePt t="45886" x="6919913" y="5626100"/>
          <p14:tracePt t="45887" x="6913563" y="5626100"/>
          <p14:tracePt t="45888" x="6908800" y="5626100"/>
          <p14:tracePt t="45892" x="6884988" y="5621338"/>
          <p14:tracePt t="45903" x="6827838" y="5614988"/>
          <p14:tracePt t="45917" x="6759575" y="5610225"/>
          <p14:tracePt t="45925" x="6731000" y="5610225"/>
          <p14:tracePt t="45926" x="6715125" y="5610225"/>
          <p14:tracePt t="45931" x="6702425" y="5610225"/>
          <p14:tracePt t="45938" x="6673850" y="5603875"/>
          <p14:tracePt t="45945" x="6651625" y="5603875"/>
          <p14:tracePt t="45952" x="6629400" y="5603875"/>
          <p14:tracePt t="45953" x="6618288" y="5603875"/>
          <p14:tracePt t="45959" x="6605588" y="5603875"/>
          <p14:tracePt t="45966" x="6577013" y="5603875"/>
          <p14:tracePt t="45972" x="6548438" y="5603875"/>
          <p14:tracePt t="45980" x="6508750" y="5610225"/>
          <p14:tracePt t="45986" x="6464300" y="5614988"/>
          <p14:tracePt t="45993" x="6411913" y="5626100"/>
          <p14:tracePt t="46000" x="6372225" y="5632450"/>
          <p14:tracePt t="46007" x="6310313" y="5638800"/>
          <p14:tracePt t="46014" x="6246813" y="5654675"/>
          <p14:tracePt t="46016" x="6224588" y="5654675"/>
          <p14:tracePt t="46018" x="6200775" y="5654675"/>
          <p14:tracePt t="46019" x="6196013" y="5661025"/>
          <p14:tracePt t="46020" x="6184900" y="5661025"/>
          <p14:tracePt t="46024" x="6156325" y="5665788"/>
          <p14:tracePt t="46026" x="6145213" y="5665788"/>
          <p14:tracePt t="46027" x="6138863" y="5665788"/>
          <p14:tracePt t="46030" x="6116638" y="5672138"/>
          <p14:tracePt t="46035" x="6099175" y="5678488"/>
          <p14:tracePt t="46042" x="6059488" y="5683250"/>
          <p14:tracePt t="46043" x="6046788" y="5689600"/>
          <p14:tracePt t="46044" x="6042025" y="5689600"/>
          <p14:tracePt t="46045" x="6035675" y="5689600"/>
          <p14:tracePt t="46047" x="6030913" y="5689600"/>
          <p14:tracePt t="46050" x="6019800" y="5694363"/>
          <p14:tracePt t="46055" x="6007100" y="5700713"/>
          <p14:tracePt t="46063" x="5995988" y="5700713"/>
          <p14:tracePt t="46070" x="5991225" y="5707063"/>
          <p14:tracePt t="46076" x="5984875" y="5718175"/>
          <p14:tracePt t="46084" x="5978525" y="5718175"/>
          <p14:tracePt t="46090" x="5978525" y="5729288"/>
          <p14:tracePt t="46097" x="5973763" y="5735638"/>
          <p14:tracePt t="46105" x="5973763" y="5746750"/>
          <p14:tracePt t="46111" x="5973763" y="5764213"/>
          <p14:tracePt t="46118" x="5973763" y="5786438"/>
          <p14:tracePt t="46126" x="5973763" y="5808663"/>
          <p14:tracePt t="46132" x="5973763" y="5832475"/>
          <p14:tracePt t="46146" x="5973763" y="5889625"/>
          <p14:tracePt t="46153" x="5984875" y="5916613"/>
          <p14:tracePt t="46160" x="5995988" y="5969000"/>
          <p14:tracePt t="46167" x="6007100" y="6008688"/>
          <p14:tracePt t="46174" x="6019800" y="6048375"/>
          <p14:tracePt t="46176" x="6030913" y="6065838"/>
          <p14:tracePt t="46177" x="6030913" y="6070600"/>
          <p14:tracePt t="46178" x="6035675" y="6076950"/>
          <p14:tracePt t="46179" x="6035675" y="6083300"/>
          <p14:tracePt t="46180" x="6042025" y="6088063"/>
          <p14:tracePt t="46183" x="6046788" y="6105525"/>
          <p14:tracePt t="46188" x="6059488" y="6122988"/>
          <p14:tracePt t="46195" x="6088063" y="6162675"/>
          <p14:tracePt t="46196" x="6099175" y="6173788"/>
          <p14:tracePt t="46197" x="6099175" y="6180138"/>
          <p14:tracePt t="46198" x="6110288" y="6184900"/>
          <p14:tracePt t="46202" x="6116638" y="6196013"/>
          <p14:tracePt t="46208" x="6149975" y="6224588"/>
          <p14:tracePt t="46216" x="6184900" y="6259513"/>
          <p14:tracePt t="46222" x="6229350" y="6299200"/>
          <p14:tracePt t="46230" x="6275388" y="6327775"/>
          <p14:tracePt t="46238" x="6321425" y="6362700"/>
          <p14:tracePt t="46239" x="6338888" y="6367463"/>
          <p14:tracePt t="46240" x="6343650" y="6373813"/>
          <p14:tracePt t="46241" x="6354763" y="6378575"/>
          <p14:tracePt t="46251" x="6400800" y="6407150"/>
          <p14:tracePt t="46257" x="6435725" y="6418263"/>
          <p14:tracePt t="46264" x="6469063" y="6435725"/>
          <p14:tracePt t="46271" x="6503988" y="6442075"/>
          <p14:tracePt t="46278" x="6532563" y="6446838"/>
          <p14:tracePt t="46285" x="6572250" y="6453188"/>
          <p14:tracePt t="46292" x="6611938" y="6459538"/>
          <p14:tracePt t="46299" x="6657975" y="6464300"/>
          <p14:tracePt t="46306" x="6708775" y="6470650"/>
          <p14:tracePt t="46313" x="6777038" y="6470650"/>
          <p14:tracePt t="46320" x="6856413" y="6470650"/>
          <p14:tracePt t="46327" x="6965950" y="6470650"/>
          <p14:tracePt t="46329" x="6988175" y="6470650"/>
          <p14:tracePt t="46330" x="7005638" y="6470650"/>
          <p14:tracePt t="46331" x="7021513" y="6470650"/>
          <p14:tracePt t="46332" x="7034213" y="6470650"/>
          <p14:tracePt t="46334" x="7050088" y="6470650"/>
          <p14:tracePt t="46341" x="7181850" y="6459538"/>
          <p14:tracePt t="46348" x="7307263" y="6446838"/>
          <p14:tracePt t="46361" x="7558088" y="6424613"/>
          <p14:tracePt t="46368" x="7694613" y="6418263"/>
          <p14:tracePt t="46375" x="7791450" y="6407150"/>
          <p14:tracePt t="46382" x="7883525" y="6407150"/>
          <p14:tracePt t="46389" x="7985125" y="6407150"/>
          <p14:tracePt t="46396" x="8042275" y="6407150"/>
          <p14:tracePt t="46403" x="8088313" y="6407150"/>
          <p14:tracePt t="46410" x="8121650" y="6413500"/>
          <p14:tracePt t="46417" x="8145463" y="6418263"/>
          <p14:tracePt t="46419" x="8156575" y="6418263"/>
          <p14:tracePt t="46424" x="8162925" y="6418263"/>
          <p14:tracePt t="46431" x="8174038" y="6424613"/>
          <p14:tracePt t="46438" x="8185150" y="6430963"/>
          <p14:tracePt t="46444" x="8196263" y="6430963"/>
          <p14:tracePt t="46452" x="8213725" y="6430963"/>
          <p14:tracePt t="46458" x="8235950" y="6435725"/>
          <p14:tracePt t="46466" x="8259763" y="6435725"/>
          <p14:tracePt t="46472" x="8293100" y="6435725"/>
          <p14:tracePt t="46479" x="8332788" y="6442075"/>
          <p14:tracePt t="46486" x="8389938" y="6446838"/>
          <p14:tracePt t="46493" x="8458200" y="6446838"/>
          <p14:tracePt t="46500" x="8550275" y="6446838"/>
          <p14:tracePt t="46507" x="8623300" y="6453188"/>
          <p14:tracePt t="46514" x="8720138" y="6459538"/>
          <p14:tracePt t="46521" x="8816975" y="6459538"/>
          <p14:tracePt t="46523" x="8858250" y="6459538"/>
          <p14:tracePt t="46524" x="8874125" y="6459538"/>
          <p14:tracePt t="46525" x="8891588" y="6464300"/>
          <p14:tracePt t="46526" x="8902700" y="6464300"/>
          <p14:tracePt t="46529" x="8913813" y="6464300"/>
          <p14:tracePt t="46530" x="8955088" y="6464300"/>
          <p14:tracePt t="46531" x="8970963" y="6464300"/>
          <p14:tracePt t="46532" x="8983663" y="6464300"/>
          <p14:tracePt t="46533" x="8994775" y="6464300"/>
          <p14:tracePt t="46534" x="9012238" y="6464300"/>
          <p14:tracePt t="46536" x="9039225" y="6464300"/>
          <p14:tracePt t="46537" x="9063038" y="6464300"/>
          <p14:tracePt t="46538" x="9074150" y="6464300"/>
          <p14:tracePt t="46539" x="9085263" y="6459538"/>
          <p14:tracePt t="46541" x="9096375" y="6459538"/>
          <p14:tracePt t="46544" x="9137650" y="6453188"/>
          <p14:tracePt t="46545" x="9148763" y="6453188"/>
          <p14:tracePt t="46546" x="9159875" y="6453188"/>
          <p14:tracePt t="46547" x="9188450" y="6446838"/>
          <p14:tracePt t="46550" x="9217025" y="6442075"/>
          <p14:tracePt t="46551" x="9228138" y="6442075"/>
          <p14:tracePt t="46552" x="9245600" y="6442075"/>
          <p14:tracePt t="46554" x="9250363" y="6435725"/>
          <p14:tracePt t="46555" x="9263063" y="6435725"/>
          <p14:tracePt t="46558" x="9302750" y="6430963"/>
          <p14:tracePt t="46563" x="9342438" y="6418263"/>
          <p14:tracePt t="46570" x="9399588" y="6407150"/>
          <p14:tracePt t="46577" x="9450388" y="6391275"/>
          <p14:tracePt t="46584" x="9485313" y="6378575"/>
          <p14:tracePt t="46590" x="9507538" y="6367463"/>
          <p14:tracePt t="46597" x="9525000" y="6362700"/>
          <p14:tracePt t="46605" x="9536113" y="6350000"/>
          <p14:tracePt t="46607" x="9540875" y="6345238"/>
          <p14:tracePt t="46608" x="9540875" y="6338888"/>
          <p14:tracePt t="46609" x="9547225" y="6338888"/>
          <p14:tracePt t="46612" x="9547225" y="6334125"/>
          <p14:tracePt t="46613" x="9547225" y="6327775"/>
          <p14:tracePt t="46618" x="9553575" y="6321425"/>
          <p14:tracePt t="46626" x="9558338" y="6305550"/>
          <p14:tracePt t="46632" x="9564688" y="6281738"/>
          <p14:tracePt t="46639" x="9569450" y="6265863"/>
          <p14:tracePt t="46646" x="9569450" y="6253163"/>
          <p14:tracePt t="46653" x="9575800" y="6237288"/>
          <p14:tracePt t="46660" x="9575800" y="6219825"/>
          <p14:tracePt t="46667" x="9575800" y="6208713"/>
          <p14:tracePt t="46675" x="9569450" y="6191250"/>
          <p14:tracePt t="46681" x="9558338" y="6184900"/>
          <p14:tracePt t="46688" x="9553575" y="6173788"/>
          <p14:tracePt t="46695" x="9536113" y="6156325"/>
          <p14:tracePt t="46702" x="9518650" y="6140450"/>
          <p14:tracePt t="46703" x="9512300" y="6134100"/>
          <p14:tracePt t="46708" x="9501188" y="6122988"/>
          <p14:tracePt t="46716" x="9478963" y="6111875"/>
          <p14:tracePt t="46722" x="9450388" y="6094413"/>
          <p14:tracePt t="46730" x="9421813" y="6076950"/>
          <p14:tracePt t="46736" x="9399588" y="6059488"/>
          <p14:tracePt t="46743" x="9364663" y="6042025"/>
          <p14:tracePt t="46750" x="9336088" y="6037263"/>
          <p14:tracePt t="46757" x="9307513" y="6026150"/>
          <p14:tracePt t="46765" x="9267825" y="6019800"/>
          <p14:tracePt t="46771" x="9221788" y="6008688"/>
          <p14:tracePt t="46778" x="9153525" y="6002338"/>
          <p14:tracePt t="46785" x="9080500" y="6002338"/>
          <p14:tracePt t="46792" x="8988425" y="5997575"/>
          <p14:tracePt t="46799" x="8897938" y="5991225"/>
          <p14:tracePt t="46806" x="8788400" y="5991225"/>
          <p14:tracePt t="46813" x="8669338" y="5980113"/>
          <p14:tracePt t="46814" x="8640763" y="5973763"/>
          <p14:tracePt t="46815" x="8612188" y="5973763"/>
          <p14:tracePt t="46816" x="8601075" y="5973763"/>
          <p14:tracePt t="46817" x="8583613" y="5969000"/>
          <p14:tracePt t="46818" x="8572500" y="5969000"/>
          <p14:tracePt t="46821" x="8526463" y="5962650"/>
          <p14:tracePt t="46822" x="8515350" y="5962650"/>
          <p14:tracePt t="46823" x="8497888" y="5957888"/>
          <p14:tracePt t="46824" x="8486775" y="5957888"/>
          <p14:tracePt t="46829" x="8435975" y="5945188"/>
          <p14:tracePt t="46830" x="8424863" y="5945188"/>
          <p14:tracePt t="46831" x="8407400" y="5945188"/>
          <p14:tracePt t="46832" x="8401050" y="5940425"/>
          <p14:tracePt t="46833" x="8389938" y="5940425"/>
          <p14:tracePt t="46836" x="8356600" y="5934075"/>
          <p14:tracePt t="46840" x="8310563" y="5922963"/>
          <p14:tracePt t="46847" x="8235950" y="5900738"/>
          <p14:tracePt t="46854" x="8162925" y="5876925"/>
          <p14:tracePt t="46861" x="8093075" y="5861050"/>
          <p14:tracePt t="46863" x="8070850" y="5854700"/>
          <p14:tracePt t="46863" x="8066088" y="5848350"/>
          <p14:tracePt t="46865" x="8059738" y="5848350"/>
          <p14:tracePt t="46866" x="8042275" y="5843588"/>
          <p14:tracePt t="46867" x="8031163" y="5843588"/>
          <p14:tracePt t="46870" x="8008938" y="5832475"/>
          <p14:tracePt t="46871" x="7991475" y="5832475"/>
          <p14:tracePt t="46875" x="7956550" y="5819775"/>
          <p14:tracePt t="46882" x="7894638" y="5808663"/>
          <p14:tracePt t="46890" x="7815263" y="5797550"/>
          <p14:tracePt t="46891" x="7769225" y="5786438"/>
          <p14:tracePt t="46892" x="7758113" y="5786438"/>
          <p14:tracePt t="46894" x="7734300" y="5780088"/>
          <p14:tracePt t="46895" x="7723188" y="5780088"/>
          <p14:tracePt t="46898" x="7677150" y="5775325"/>
          <p14:tracePt t="46899" x="7661275" y="5768975"/>
          <p14:tracePt t="46900" x="7626350" y="5764213"/>
          <p14:tracePt t="46901" x="7615238" y="5764213"/>
          <p14:tracePt t="46905" x="7569200" y="5757863"/>
          <p14:tracePt t="46910" x="7518400" y="5746750"/>
          <p14:tracePt t="46917" x="7439025" y="5735638"/>
          <p14:tracePt t="46925" x="7324725" y="5729288"/>
          <p14:tracePt t="46926" x="7307263" y="5729288"/>
          <p14:tracePt t="46927" x="7296150" y="5729288"/>
          <p14:tracePt t="46928" x="7285038" y="5729288"/>
          <p14:tracePt t="46929" x="7267575" y="5729288"/>
          <p14:tracePt t="46931" x="7261225" y="5729288"/>
          <p14:tracePt t="46938" x="7153275" y="5729288"/>
          <p14:tracePt t="46944" x="7073900" y="5729288"/>
          <p14:tracePt t="46952" x="6981825" y="5740400"/>
          <p14:tracePt t="46954" x="6953250" y="5740400"/>
          <p14:tracePt t="46955" x="6931025" y="5740400"/>
          <p14:tracePt t="46956" x="6924675" y="5746750"/>
          <p14:tracePt t="46957" x="6913563" y="5746750"/>
          <p14:tracePt t="46959" x="6902450" y="5746750"/>
          <p14:tracePt t="46966" x="6816725" y="5757863"/>
          <p14:tracePt t="46972" x="6743700" y="5768975"/>
          <p14:tracePt t="46980" x="6662738" y="5775325"/>
          <p14:tracePt t="46986" x="6594475" y="5786438"/>
          <p14:tracePt t="46993" x="6537325" y="5791200"/>
          <p14:tracePt t="47001" x="6486525" y="5791200"/>
          <p14:tracePt t="47003" x="6451600" y="5803900"/>
          <p14:tracePt t="47005" x="6435725" y="5803900"/>
          <p14:tracePt t="47006" x="6429375" y="5803900"/>
          <p14:tracePt t="47009" x="6400800" y="5803900"/>
          <p14:tracePt t="47015" x="6361113" y="5808663"/>
          <p14:tracePt t="47016" x="6332538" y="5815013"/>
          <p14:tracePt t="47017" x="6315075" y="5819775"/>
          <p14:tracePt t="47018" x="6303963" y="5819775"/>
          <p14:tracePt t="47019" x="6292850" y="5819775"/>
          <p14:tracePt t="47023" x="6270625" y="5826125"/>
          <p14:tracePt t="47024" x="6257925" y="5826125"/>
          <p14:tracePt t="47025" x="6253163" y="5826125"/>
          <p14:tracePt t="47035" x="6172200" y="5843588"/>
          <p14:tracePt t="47042" x="6116638" y="5854700"/>
          <p14:tracePt t="47049" x="6081713" y="5865813"/>
          <p14:tracePt t="47056" x="6053138" y="5876925"/>
          <p14:tracePt t="47063" x="6042025" y="5889625"/>
          <p14:tracePt t="47069" x="6030913" y="5900738"/>
          <p14:tracePt t="47076" x="6024563" y="5911850"/>
          <p14:tracePt t="47084" x="6024563" y="5922963"/>
          <p14:tracePt t="47090" x="6024563" y="5940425"/>
          <p14:tracePt t="47098" x="6024563" y="5957888"/>
          <p14:tracePt t="47099" x="6030913" y="5969000"/>
          <p14:tracePt t="47101" x="6030913" y="5973763"/>
          <p14:tracePt t="47104" x="6035675" y="5980113"/>
          <p14:tracePt t="47111" x="6042025" y="6008688"/>
          <p14:tracePt t="47118" x="6059488" y="6042025"/>
          <p14:tracePt t="47125" x="6075363" y="6088063"/>
          <p14:tracePt t="47132" x="6092825" y="6122988"/>
          <p14:tracePt t="47139" x="6110288" y="6167438"/>
          <p14:tracePt t="47146" x="6138863" y="6219825"/>
          <p14:tracePt t="47153" x="6172200" y="6276975"/>
          <p14:tracePt t="47160" x="6224588" y="6350000"/>
          <p14:tracePt t="47167" x="6297613" y="6430963"/>
          <p14:tracePt t="47174" x="6378575" y="6510338"/>
          <p14:tracePt t="47181" x="6464300" y="6584950"/>
          <p14:tracePt t="47188" x="6554788" y="6646863"/>
          <p14:tracePt t="47195" x="6634163" y="6704013"/>
          <p14:tracePt t="47202" x="6719888" y="6750050"/>
          <p14:tracePt t="47209" x="6788150" y="6778625"/>
          <p14:tracePt t="47223" x="6919913" y="6818313"/>
          <p14:tracePt t="47224" x="6942138" y="6818313"/>
          <p14:tracePt t="47225" x="6948488" y="6823075"/>
          <p14:tracePt t="47226" x="6959600" y="6823075"/>
          <p14:tracePt t="47227" x="6981825" y="6823075"/>
          <p14:tracePt t="47229" x="6988175" y="6823075"/>
          <p14:tracePt t="47232" x="7016750" y="6829425"/>
          <p14:tracePt t="47233" x="7021513" y="6829425"/>
          <p14:tracePt t="47235" x="7045325" y="6829425"/>
          <p14:tracePt t="47238" x="7067550" y="6835775"/>
          <p14:tracePt t="47239" x="7078663" y="6835775"/>
          <p14:tracePt t="47240" x="7085013" y="6835775"/>
          <p14:tracePt t="47243" x="7113588" y="6835775"/>
          <p14:tracePt t="47250" x="7175500" y="6835775"/>
          <p14:tracePt t="47257" x="7232650" y="6835775"/>
          <p14:tracePt t="47264" x="7289800" y="6823075"/>
          <p14:tracePt t="47271" x="7342188" y="6811963"/>
          <p14:tracePt t="47278" x="7392988" y="6800850"/>
          <p14:tracePt t="47285" x="7443788" y="6789738"/>
          <p14:tracePt t="47292" x="7494588" y="6783388"/>
          <p14:tracePt t="47299" x="7551738" y="6772275"/>
          <p14:tracePt t="47306" x="7615238" y="6761163"/>
          <p14:tracePt t="47313" x="7677150" y="6743700"/>
          <p14:tracePt t="47320" x="7745413" y="6738938"/>
          <p14:tracePt t="47325" x="7797800" y="6732588"/>
          <p14:tracePt t="47326" x="7815263" y="6726238"/>
          <p14:tracePt t="47327" x="7826375" y="6721475"/>
          <p14:tracePt t="47329" x="7842250" y="6721475"/>
          <p14:tracePt t="47333" x="7888288" y="6715125"/>
          <p14:tracePt t="47335" x="7894638" y="6715125"/>
          <p14:tracePt t="47348" x="8042275" y="6697663"/>
          <p14:tracePt t="47355" x="8116888" y="6692900"/>
          <p14:tracePt t="47356" x="8139113" y="6686550"/>
          <p14:tracePt t="47357" x="8150225" y="6686550"/>
          <p14:tracePt t="47358" x="8162925" y="6686550"/>
          <p14:tracePt t="47359" x="8174038" y="6686550"/>
          <p14:tracePt t="47361" x="8185150" y="6681788"/>
          <p14:tracePt t="47362" x="8231188" y="6681788"/>
          <p14:tracePt t="47363" x="8235950" y="6681788"/>
          <p14:tracePt t="47364" x="8247063" y="6675438"/>
          <p14:tracePt t="47365" x="8259763" y="6675438"/>
          <p14:tracePt t="47367" x="8275638" y="6669088"/>
          <p14:tracePt t="47371" x="8328025" y="6664325"/>
          <p14:tracePt t="47372" x="8343900" y="6664325"/>
          <p14:tracePt t="47373" x="8356600" y="6664325"/>
          <p14:tracePt t="47374" x="8367713" y="6664325"/>
          <p14:tracePt t="47375" x="8396288" y="6657975"/>
          <p14:tracePt t="47378" x="8440738" y="6653213"/>
          <p14:tracePt t="47382" x="8482013" y="6646863"/>
          <p14:tracePt t="47389" x="8589963" y="6624638"/>
          <p14:tracePt t="47396" x="8704263" y="6600825"/>
          <p14:tracePt t="47403" x="8816975" y="6578600"/>
          <p14:tracePt t="47410" x="8931275" y="6543675"/>
          <p14:tracePt t="47417" x="9074150" y="6488113"/>
          <p14:tracePt t="47419" x="9120188" y="6475413"/>
          <p14:tracePt t="47420" x="9131300" y="6464300"/>
          <p14:tracePt t="47421" x="9148763" y="6459538"/>
          <p14:tracePt t="47423" x="9182100" y="6446838"/>
          <p14:tracePt t="47425" x="9234488" y="6418263"/>
          <p14:tracePt t="47426" x="9250363" y="6418263"/>
          <p14:tracePt t="47427" x="9263063" y="6402388"/>
          <p14:tracePt t="47428" x="9278938" y="6402388"/>
          <p14:tracePt t="47430" x="9290050" y="6391275"/>
          <p14:tracePt t="47434" x="9353550" y="6362700"/>
          <p14:tracePt t="47435" x="9364663" y="6350000"/>
          <p14:tracePt t="47436" x="9382125" y="6345238"/>
          <p14:tracePt t="47437" x="9399588" y="6334125"/>
          <p14:tracePt t="47440" x="9450388" y="6305550"/>
          <p14:tracePt t="47441" x="9461500" y="6299200"/>
          <p14:tracePt t="47442" x="9467850" y="6288088"/>
          <p14:tracePt t="47444" x="9490075" y="6281738"/>
          <p14:tracePt t="47448" x="9547225" y="6242050"/>
          <p14:tracePt t="47452" x="9575800" y="6224588"/>
          <p14:tracePt t="47459" x="9644063" y="6173788"/>
          <p14:tracePt t="47466" x="9678988" y="6145213"/>
          <p14:tracePt t="47473" x="9694863" y="6127750"/>
          <p14:tracePt t="47480" x="9701213" y="6111875"/>
          <p14:tracePt t="47495" x="9701213" y="6105525"/>
          <p14:tracePt t="47511" x="9694863" y="6105525"/>
          <p14:tracePt t="47515" x="9690100" y="6099175"/>
          <p14:tracePt t="47520" x="9683750" y="6088063"/>
          <p14:tracePt t="47523" x="9678988" y="6088063"/>
          <p14:tracePt t="47524" x="9672638" y="6088063"/>
          <p14:tracePt t="47526" x="9672638" y="6083300"/>
          <p14:tracePt t="47530" x="9661525" y="6076950"/>
          <p14:tracePt t="47535" x="9650413" y="6076950"/>
          <p14:tracePt t="47542" x="9637713" y="6059488"/>
          <p14:tracePt t="47549" x="9615488" y="6048375"/>
          <p14:tracePt t="47556" x="9582150" y="6030913"/>
          <p14:tracePt t="47563" x="9529763" y="6015038"/>
          <p14:tracePt t="47570" x="9485313" y="5980113"/>
          <p14:tracePt t="47577" x="9421813" y="5951538"/>
          <p14:tracePt t="47584" x="9359900" y="5929313"/>
          <p14:tracePt t="47591" x="9302750" y="5905500"/>
          <p14:tracePt t="47598" x="9245600" y="5883275"/>
          <p14:tracePt t="47599" x="9234488" y="5883275"/>
          <p14:tracePt t="47600" x="9221788" y="5883275"/>
          <p14:tracePt t="47601" x="9217025" y="5876925"/>
          <p14:tracePt t="47602" x="9210675" y="5876925"/>
          <p14:tracePt t="47603" x="9199563" y="5872163"/>
          <p14:tracePt t="47606" x="9182100" y="5865813"/>
          <p14:tracePt t="47607" x="9177338" y="5865813"/>
          <p14:tracePt t="47608" x="9170988" y="5865813"/>
          <p14:tracePt t="47610" x="9153525" y="5865813"/>
          <p14:tracePt t="47613" x="9137650" y="5861050"/>
          <p14:tracePt t="47619" x="9102725" y="5854700"/>
          <p14:tracePt t="47620" x="9091613" y="5848350"/>
          <p14:tracePt t="47621" x="9080500" y="5848350"/>
          <p14:tracePt t="47622" x="9074150" y="5848350"/>
          <p14:tracePt t="47623" x="9067800" y="5843588"/>
          <p14:tracePt t="47624" x="9063038" y="5843588"/>
          <p14:tracePt t="47628" x="9034463" y="5843588"/>
          <p14:tracePt t="47630" x="9023350" y="5837238"/>
          <p14:tracePt t="47631" x="9023350" y="5832475"/>
          <p14:tracePt t="47633" x="8999538" y="5832475"/>
          <p14:tracePt t="47634" x="8994775" y="5832475"/>
          <p14:tracePt t="47635" x="8988425" y="5832475"/>
          <p14:tracePt t="47636" x="8983663" y="5832475"/>
          <p14:tracePt t="47638" x="8977313" y="5832475"/>
          <p14:tracePt t="47641" x="8959850" y="5826125"/>
          <p14:tracePt t="47646" x="8937625" y="5826125"/>
          <p14:tracePt t="47653" x="8891588" y="5815013"/>
          <p14:tracePt t="47660" x="8840788" y="5808663"/>
          <p14:tracePt t="47661" x="8823325" y="5803900"/>
          <p14:tracePt t="47663" x="8816975" y="5803900"/>
          <p14:tracePt t="47664" x="8801100" y="5803900"/>
          <p14:tracePt t="47667" x="8783638" y="5803900"/>
          <p14:tracePt t="47674" x="8720138" y="5797550"/>
          <p14:tracePt t="47681" x="8658225" y="5791200"/>
          <p14:tracePt t="47688" x="8578850" y="5780088"/>
          <p14:tracePt t="47689" x="8550275" y="5775325"/>
          <p14:tracePt t="47691" x="8539163" y="5775325"/>
          <p14:tracePt t="47692" x="8532813" y="5775325"/>
          <p14:tracePt t="47693" x="8515350" y="5775325"/>
          <p14:tracePt t="47697" x="8493125" y="5775325"/>
          <p14:tracePt t="47702" x="8447088" y="5764213"/>
          <p14:tracePt t="47709" x="8378825" y="5757863"/>
          <p14:tracePt t="47716" x="8304213" y="5746750"/>
          <p14:tracePt t="47722" x="8242300" y="5735638"/>
          <p14:tracePt t="47730" x="8185150" y="5722938"/>
          <p14:tracePt t="47737" x="8128000" y="5718175"/>
          <p14:tracePt t="47743" x="8066088" y="5718175"/>
          <p14:tracePt t="47758" x="7934325" y="5707063"/>
          <p14:tracePt t="47759" x="7905750" y="5707063"/>
          <p14:tracePt t="47760" x="7888288" y="5707063"/>
          <p14:tracePt t="47762" x="7859713" y="5707063"/>
          <p14:tracePt t="47763" x="7848600" y="5707063"/>
          <p14:tracePt t="47767" x="7786688" y="5707063"/>
          <p14:tracePt t="47768" x="7773988" y="5707063"/>
          <p14:tracePt t="47769" x="7758113" y="5707063"/>
          <p14:tracePt t="47770" x="7740650" y="5707063"/>
          <p14:tracePt t="47772" x="7705725" y="5707063"/>
          <p14:tracePt t="47773" x="7666038" y="5707063"/>
          <p14:tracePt t="47775" x="7648575" y="5707063"/>
          <p14:tracePt t="47776" x="7626350" y="5707063"/>
          <p14:tracePt t="47777" x="7604125" y="5707063"/>
          <p14:tracePt t="47779" x="7546975" y="5707063"/>
          <p14:tracePt t="47781" x="7523163" y="5707063"/>
          <p14:tracePt t="47782" x="7500938" y="5707063"/>
          <p14:tracePt t="47783" x="7483475" y="5711825"/>
          <p14:tracePt t="47784" x="7454900" y="5711825"/>
          <p14:tracePt t="47786" x="7386638" y="5718175"/>
          <p14:tracePt t="47792" x="7296150" y="5718175"/>
          <p14:tracePt t="47799" x="7067550" y="5735638"/>
          <p14:tracePt t="47806" x="6880225" y="5740400"/>
          <p14:tracePt t="47813" x="6715125" y="5746750"/>
          <p14:tracePt t="47814" x="6645275" y="5751513"/>
          <p14:tracePt t="47816" x="6623050" y="5751513"/>
          <p14:tracePt t="47817" x="6600825" y="5751513"/>
          <p14:tracePt t="47818" x="6577013" y="5751513"/>
          <p14:tracePt t="47819" x="6554788" y="5751513"/>
          <p14:tracePt t="47823" x="6451600" y="5751513"/>
          <p14:tracePt t="47824" x="6435725" y="5751513"/>
          <p14:tracePt t="47825" x="6418263" y="5751513"/>
          <p14:tracePt t="47826" x="6400800" y="5751513"/>
          <p14:tracePt t="47829" x="6350000" y="5757863"/>
          <p14:tracePt t="47830" x="6326188" y="5757863"/>
          <p14:tracePt t="47834" x="6303963" y="5757863"/>
          <p14:tracePt t="47841" x="6218238" y="5757863"/>
          <p14:tracePt t="47847" x="6161088" y="5768975"/>
          <p14:tracePt t="47855" x="6138863" y="5775325"/>
          <p14:tracePt t="47856" x="6132513" y="5775325"/>
          <p14:tracePt t="47861" x="6121400" y="5780088"/>
          <p14:tracePt t="47868" x="6116638" y="5780088"/>
          <p14:tracePt t="47875" x="6116638" y="5786438"/>
          <p14:tracePt t="47882" x="6110288" y="5791200"/>
          <p14:tracePt t="47890" x="6110288" y="5808663"/>
          <p14:tracePt t="47891" x="6110288" y="5826125"/>
          <p14:tracePt t="47893" x="6110288" y="5832475"/>
          <p14:tracePt t="47894" x="6110288" y="5837238"/>
          <p14:tracePt t="47895" x="6103938" y="5843588"/>
          <p14:tracePt t="47897" x="6103938" y="5861050"/>
          <p14:tracePt t="47898" x="6103938" y="5872163"/>
          <p14:tracePt t="47903" x="6099175" y="5889625"/>
          <p14:tracePt t="47910" x="6099175" y="5945188"/>
          <p14:tracePt t="47917" x="6092825" y="6037263"/>
          <p14:tracePt t="47925" x="6092825" y="6116638"/>
          <p14:tracePt t="47926" x="6092825" y="6151563"/>
          <p14:tracePt t="47927" x="6092825" y="6167438"/>
          <p14:tracePt t="47928" x="6092825" y="6173788"/>
          <p14:tracePt t="47929" x="6092825" y="6191250"/>
          <p14:tracePt t="47930" x="6092825" y="6202363"/>
          <p14:tracePt t="47933" x="6103938" y="6230938"/>
          <p14:tracePt t="47934" x="6103938" y="6242050"/>
          <p14:tracePt t="47935" x="6110288" y="6259513"/>
          <p14:tracePt t="47936" x="6110288" y="6265863"/>
          <p14:tracePt t="47938" x="6116638" y="6276975"/>
          <p14:tracePt t="47941" x="6145213" y="6327775"/>
          <p14:tracePt t="47942" x="6156325" y="6350000"/>
          <p14:tracePt t="47943" x="6156325" y="6362700"/>
          <p14:tracePt t="47944" x="6167438" y="6373813"/>
          <p14:tracePt t="47948" x="6184900" y="6402388"/>
          <p14:tracePt t="47949" x="6196013" y="6413500"/>
          <p14:tracePt t="47950" x="6207125" y="6418263"/>
          <p14:tracePt t="47951" x="6213475" y="6435725"/>
          <p14:tracePt t="47959" x="6275388" y="6492875"/>
          <p14:tracePt t="47966" x="6338888" y="6556375"/>
          <p14:tracePt t="47973" x="6400800" y="6589713"/>
          <p14:tracePt t="47987" x="6492875" y="6642100"/>
          <p14:tracePt t="47994" x="6519863" y="6657975"/>
          <p14:tracePt t="48000" x="6543675" y="6669088"/>
          <p14:tracePt t="48007" x="6561138" y="6669088"/>
          <p14:tracePt t="48014" x="6565900" y="6675438"/>
          <p14:tracePt t="48021" x="6572250" y="6681788"/>
          <p14:tracePt t="48028" x="6583363" y="6681788"/>
          <p14:tracePt t="48035" x="6594475" y="6686550"/>
          <p14:tracePt t="48042" x="6623050" y="6692900"/>
          <p14:tracePt t="48050" x="6662738" y="6697663"/>
          <p14:tracePt t="48056" x="6726238" y="6704013"/>
          <p14:tracePt t="48063" x="6805613" y="6710363"/>
          <p14:tracePt t="48070" x="6908800" y="6715125"/>
          <p14:tracePt t="48084" x="7164388" y="6726238"/>
          <p14:tracePt t="48091" x="7278688" y="6726238"/>
          <p14:tracePt t="48098" x="7404100" y="6732588"/>
          <p14:tracePt t="48105" x="7512050" y="6738938"/>
          <p14:tracePt t="48106" x="7529513" y="6738938"/>
          <p14:tracePt t="48107" x="7546975" y="6738938"/>
          <p14:tracePt t="48108" x="7558088" y="6738938"/>
          <p14:tracePt t="48109" x="7575550" y="6738938"/>
          <p14:tracePt t="48110" x="7580313" y="6738938"/>
          <p14:tracePt t="48112" x="7591425" y="6738938"/>
          <p14:tracePt t="48113" x="7626350" y="6738938"/>
          <p14:tracePt t="48114" x="7632700" y="6738938"/>
          <p14:tracePt t="48116" x="7648575" y="6738938"/>
          <p14:tracePt t="48117" x="7654925" y="6738938"/>
          <p14:tracePt t="48119" x="7677150" y="6738938"/>
          <p14:tracePt t="48125" x="7705725" y="6738938"/>
          <p14:tracePt t="48132" x="7729538" y="6738938"/>
          <p14:tracePt t="48139" x="7740650" y="6732588"/>
          <p14:tracePt t="48146" x="7740650" y="6721475"/>
          <p14:tracePt t="48153" x="7740650" y="6715125"/>
          <p14:tracePt t="48161" x="7740650" y="6692900"/>
          <p14:tracePt t="48162" x="7740650" y="6681788"/>
          <p14:tracePt t="48163" x="7734300" y="6669088"/>
          <p14:tracePt t="48167" x="7734300" y="6664325"/>
          <p14:tracePt t="48175" x="7723188" y="6629400"/>
          <p14:tracePt t="48181" x="7716838" y="6596063"/>
          <p14:tracePt t="48188" x="7712075" y="6561138"/>
          <p14:tracePt t="48195" x="7705725" y="6521450"/>
          <p14:tracePt t="48202" x="7716838" y="6492875"/>
          <p14:tracePt t="48209" x="7734300" y="6470650"/>
          <p14:tracePt t="48216" x="7758113" y="6446838"/>
          <p14:tracePt t="48222" x="7797800" y="6430963"/>
          <p14:tracePt t="48230" x="7837488" y="6413500"/>
          <p14:tracePt t="48231" x="7842250" y="6402388"/>
          <p14:tracePt t="48232" x="7848600" y="6402388"/>
          <p14:tracePt t="48233" x="7848600" y="6396038"/>
          <p14:tracePt t="48234" x="7866063" y="6396038"/>
          <p14:tracePt t="48235" x="7888288" y="6384925"/>
          <p14:tracePt t="48239" x="7894638" y="6378575"/>
          <p14:tracePt t="48243" x="7923213" y="6367463"/>
          <p14:tracePt t="48250" x="7967663" y="6356350"/>
          <p14:tracePt t="48257" x="8008938" y="6338888"/>
          <p14:tracePt t="48264" x="8042275" y="6327775"/>
          <p14:tracePt t="48272" x="8081963" y="6316663"/>
          <p14:tracePt t="48273" x="8093075" y="6310313"/>
          <p14:tracePt t="48274" x="8099425" y="6310313"/>
          <p14:tracePt t="48275" x="8099425" y="6305550"/>
          <p14:tracePt t="48277" x="8110538" y="6305550"/>
          <p14:tracePt t="48281" x="8128000" y="6299200"/>
          <p14:tracePt t="48282" x="8128000" y="6292850"/>
          <p14:tracePt t="48283" x="8134350" y="6292850"/>
          <p14:tracePt t="48284" x="8139113" y="6292850"/>
          <p14:tracePt t="48292" x="8162925" y="6288088"/>
          <p14:tracePt t="48294" x="8167688" y="6281738"/>
          <p14:tracePt t="48295" x="8167688" y="6276975"/>
          <p14:tracePt t="48299" x="8167688" y="6270625"/>
          <p14:tracePt t="48306" x="8178800" y="6259513"/>
          <p14:tracePt t="48313" x="8178800" y="6248400"/>
          <p14:tracePt t="48320" x="8178800" y="6230938"/>
          <p14:tracePt t="48327" x="8185150" y="6219825"/>
          <p14:tracePt t="48334" x="8189913" y="6208713"/>
          <p14:tracePt t="48340" x="8196263" y="6196013"/>
          <p14:tracePt t="48348" x="8207375" y="6184900"/>
          <p14:tracePt t="48355" x="8218488" y="6180138"/>
          <p14:tracePt t="48356" x="8224838" y="6173788"/>
          <p14:tracePt t="48357" x="8231188" y="6173788"/>
          <p14:tracePt t="48363" x="8235950" y="6173788"/>
          <p14:tracePt t="48364" x="8242300" y="6173788"/>
          <p14:tracePt t="48368" x="8253413" y="6167438"/>
          <p14:tracePt t="48376" x="8264525" y="6162675"/>
          <p14:tracePt t="48382" x="8281988" y="6156325"/>
          <p14:tracePt t="48397" x="8310563" y="6151563"/>
          <p14:tracePt t="48403" x="8321675" y="6145213"/>
          <p14:tracePt t="48410" x="8332788" y="6145213"/>
          <p14:tracePt t="48418" x="8339138" y="6145213"/>
          <p14:tracePt t="48439" x="8339138" y="6140450"/>
          <p14:tracePt t="48474" x="8343900" y="6140450"/>
          <p14:tracePt t="48478" x="8350250" y="6134100"/>
          <p14:tracePt t="48483" x="8350250" y="6127750"/>
          <p14:tracePt t="48488" x="8361363" y="6127750"/>
          <p14:tracePt t="48494" x="8372475" y="6116638"/>
          <p14:tracePt t="48500" x="8389938" y="6099175"/>
          <p14:tracePt t="48507" x="8401050" y="6088063"/>
          <p14:tracePt t="48514" x="8413750" y="6070600"/>
          <p14:tracePt t="48521" x="8418513" y="6059488"/>
          <p14:tracePt t="48528" x="8429625" y="6048375"/>
          <p14:tracePt t="48535" x="8429625" y="6042025"/>
          <p14:tracePt t="48919" x="8435975" y="6042025"/>
          <p14:tracePt t="48922" x="8440738" y="6042025"/>
          <p14:tracePt t="48927" x="8447088" y="6042025"/>
          <p14:tracePt t="48931" x="8453438" y="6042025"/>
          <p14:tracePt t="48945" x="8510588" y="6042025"/>
          <p14:tracePt t="48946" x="8526463" y="6042025"/>
          <p14:tracePt t="48952" x="8550275" y="6042025"/>
          <p14:tracePt t="48966" x="8658225" y="6030913"/>
          <p14:tracePt t="48967" x="8669338" y="6030913"/>
          <p14:tracePt t="48968" x="8686800" y="6026150"/>
          <p14:tracePt t="48969" x="8691563" y="6026150"/>
          <p14:tracePt t="48970" x="8704263" y="6026150"/>
          <p14:tracePt t="48971" x="8715375" y="6026150"/>
          <p14:tracePt t="48972" x="8726488" y="6019800"/>
          <p14:tracePt t="48980" x="8812213" y="6015038"/>
          <p14:tracePt t="48981" x="8845550" y="6008688"/>
          <p14:tracePt t="48982" x="8858250" y="6002338"/>
          <p14:tracePt t="48984" x="8874125" y="6002338"/>
          <p14:tracePt t="48985" x="8880475" y="6002338"/>
          <p14:tracePt t="48988" x="8909050" y="6002338"/>
          <p14:tracePt t="48993" x="8983663" y="5991225"/>
          <p14:tracePt t="49000" x="9063038" y="5980113"/>
          <p14:tracePt t="49007" x="9120188" y="5969000"/>
          <p14:tracePt t="49022" x="9221788" y="5957888"/>
          <p14:tracePt t="49023" x="9234488" y="5957888"/>
          <p14:tracePt t="49029" x="9250363" y="5957888"/>
          <p14:tracePt t="49030" x="9267825" y="5951538"/>
          <p14:tracePt t="49035" x="9274175" y="5951538"/>
          <p14:tracePt t="49042" x="9290050" y="5951538"/>
          <p14:tracePt t="49049" x="9307513" y="5945188"/>
          <p14:tracePt t="49056" x="9313863" y="5940425"/>
          <p14:tracePt t="49070" x="9331325" y="5940425"/>
          <p14:tracePt t="49077" x="9342438" y="5934075"/>
          <p14:tracePt t="49084" x="9359900" y="5929313"/>
          <p14:tracePt t="49090" x="9375775" y="5922963"/>
          <p14:tracePt t="49105" x="9428163" y="5894388"/>
          <p14:tracePt t="49112" x="9456738" y="5889625"/>
          <p14:tracePt t="49126" x="9518650" y="5854700"/>
          <p14:tracePt t="49127" x="9529763" y="5848350"/>
          <p14:tracePt t="49128" x="9536113" y="5848350"/>
          <p14:tracePt t="49132" x="9547225" y="5843588"/>
          <p14:tracePt t="49146" x="9575800" y="5826125"/>
          <p14:tracePt t="49153" x="9593263" y="5819775"/>
          <p14:tracePt t="49160" x="9593263" y="5815013"/>
          <p14:tracePt t="49167" x="9604375" y="5808663"/>
          <p14:tracePt t="49174" x="9604375" y="5803900"/>
          <p14:tracePt t="49181" x="9615488" y="5797550"/>
          <p14:tracePt t="49188" x="9621838" y="5791200"/>
          <p14:tracePt t="49195" x="9626600" y="5780088"/>
          <p14:tracePt t="49202" x="9637713" y="5775325"/>
          <p14:tracePt t="49217" x="9655175" y="5757863"/>
          <p14:tracePt t="49218" x="9661525" y="5757863"/>
          <p14:tracePt t="49223" x="9666288" y="5751513"/>
          <p14:tracePt t="49230" x="9678988" y="5746750"/>
          <p14:tracePt t="49236" x="9690100" y="5740400"/>
          <p14:tracePt t="49243" x="9694863" y="5735638"/>
          <p14:tracePt t="49250" x="9701213" y="5729288"/>
          <p14:tracePt t="49257" x="9707563" y="5729288"/>
          <p14:tracePt t="49264" x="9712325" y="5729288"/>
          <p14:tracePt t="49272" x="9712325" y="5722938"/>
          <p14:tracePt t="49273" x="9718675" y="5711825"/>
          <p14:tracePt t="49286" x="9740900" y="5678488"/>
          <p14:tracePt t="49288" x="9747250" y="5672138"/>
          <p14:tracePt t="49289" x="9752013" y="5665788"/>
          <p14:tracePt t="49291" x="9752013" y="5654675"/>
          <p14:tracePt t="49294" x="9758363" y="5643563"/>
          <p14:tracePt t="49299" x="9769475" y="5621338"/>
          <p14:tracePt t="49306" x="9798050" y="5568950"/>
          <p14:tracePt t="49313" x="9826625" y="5507038"/>
          <p14:tracePt t="49314" x="9826625" y="5489575"/>
          <p14:tracePt t="49316" x="9837738" y="5461000"/>
          <p14:tracePt t="49318" x="9848850" y="5443538"/>
          <p14:tracePt t="49319" x="9855200" y="5432425"/>
          <p14:tracePt t="49324" x="9872663" y="5375275"/>
          <p14:tracePt t="49325" x="9877425" y="5364163"/>
          <p14:tracePt t="49327" x="9883775" y="5353050"/>
          <p14:tracePt t="49329" x="9901238" y="5295900"/>
          <p14:tracePt t="49331" x="9901238" y="5289550"/>
          <p14:tracePt t="49332" x="9906000" y="5267325"/>
          <p14:tracePt t="49333" x="9912350" y="5262563"/>
          <p14:tracePt t="49336" x="9923463" y="5221288"/>
          <p14:tracePt t="49337" x="9923463" y="5210175"/>
          <p14:tracePt t="49338" x="9929813" y="5192713"/>
          <p14:tracePt t="49341" x="9934575" y="5181600"/>
          <p14:tracePt t="49348" x="9945688" y="5091113"/>
          <p14:tracePt t="49355" x="9952038" y="5005388"/>
          <p14:tracePt t="49361" x="9958388" y="4930775"/>
          <p14:tracePt t="49368" x="9958388" y="4862513"/>
          <p14:tracePt t="49376" x="9952038" y="4800600"/>
          <p14:tracePt t="49382" x="9929813" y="4714875"/>
          <p14:tracePt t="49396" x="9877425" y="4514850"/>
          <p14:tracePt t="49403" x="9832975" y="4367213"/>
          <p14:tracePt t="49410" x="9763125" y="4149725"/>
          <p14:tracePt t="49412" x="9729788" y="4076700"/>
          <p14:tracePt t="49413" x="9718675" y="4041775"/>
          <p14:tracePt t="49414" x="9712325" y="4019550"/>
          <p14:tracePt t="49415" x="9683750" y="3967163"/>
          <p14:tracePt t="49419" x="9644063" y="3870325"/>
          <p14:tracePt t="49420" x="9644063" y="3859213"/>
          <p14:tracePt t="49421" x="9604375" y="3808413"/>
          <p14:tracePt t="49422" x="9593263" y="3768725"/>
          <p14:tracePt t="49427" x="9529763" y="3643313"/>
          <p14:tracePt t="49431" x="9472613" y="3546475"/>
          <p14:tracePt t="49438" x="9353550" y="3324225"/>
          <p14:tracePt t="49452" x="8999538" y="2776538"/>
          <p14:tracePt t="49454" x="8977313" y="2741613"/>
          <p14:tracePt t="49455" x="8959850" y="2708275"/>
          <p14:tracePt t="49456" x="8942388" y="2679700"/>
          <p14:tracePt t="49457" x="8926513" y="2662238"/>
          <p14:tracePt t="49459" x="8909050" y="2627313"/>
          <p14:tracePt t="49461" x="8829675" y="2514600"/>
          <p14:tracePt t="49463" x="8805863" y="2479675"/>
          <p14:tracePt t="49464" x="8783638" y="2451100"/>
          <p14:tracePt t="49468" x="8704263" y="2336800"/>
          <p14:tracePt t="49469" x="8686800" y="2314575"/>
          <p14:tracePt t="49470" x="8669338" y="2279650"/>
          <p14:tracePt t="49471" x="8651875" y="2251075"/>
          <p14:tracePt t="49472" x="8629650" y="2228850"/>
          <p14:tracePt t="49475" x="8561388" y="2138363"/>
          <p14:tracePt t="49476" x="8539163" y="2109788"/>
          <p14:tracePt t="49477" x="8526463" y="2085975"/>
          <p14:tracePt t="49478" x="8504238" y="2057400"/>
          <p14:tracePt t="49482" x="8413750" y="1931988"/>
          <p14:tracePt t="49486" x="8339138" y="1824038"/>
          <p14:tracePt t="49493" x="8224838" y="1652588"/>
          <p14:tracePt t="49501" x="8121650" y="1487488"/>
          <p14:tracePt t="49502" x="8081963" y="1414463"/>
          <p14:tracePt t="49503" x="8053388" y="1357313"/>
          <p14:tracePt t="49504" x="8042275" y="1328738"/>
          <p14:tracePt t="49505" x="8024813" y="1300163"/>
          <p14:tracePt t="49509" x="7996238" y="1247775"/>
          <p14:tracePt t="49514" x="7927975" y="1106488"/>
          <p14:tracePt t="49521" x="7842250" y="906463"/>
          <p14:tracePt t="49528" x="7786688" y="741363"/>
          <p14:tracePt t="49535" x="7734300" y="581025"/>
          <p14:tracePt t="49542" x="7683500" y="444500"/>
          <p14:tracePt t="49549" x="7637463" y="325438"/>
          <p14:tracePt t="49556" x="7586663" y="188913"/>
          <p14:tracePt t="49563" x="7558088" y="96838"/>
          <p14:tracePt t="49564" x="7535863" y="50800"/>
          <p14:tracePt t="49565" x="7529513" y="34925"/>
          <p14:tracePt t="49566" x="7523163" y="28575"/>
          <p14:tracePt t="49567" x="7518400" y="11113"/>
          <p14:tracePt t="49569" x="7512050" y="0"/>
          <p14:tracePt t="49980" x="2559050" y="17463"/>
          <p14:tracePt t="49982" x="2536825" y="34925"/>
          <p14:tracePt t="49983" x="2525713" y="39688"/>
          <p14:tracePt t="49984" x="2519363" y="46038"/>
          <p14:tracePt t="49985" x="2513013" y="50800"/>
          <p14:tracePt t="49986" x="2501900" y="57150"/>
          <p14:tracePt t="49989" x="2473325" y="74613"/>
          <p14:tracePt t="49993" x="2439988" y="103188"/>
          <p14:tracePt t="50000" x="2393950" y="142875"/>
          <p14:tracePt t="50007" x="2347913" y="176213"/>
          <p14:tracePt t="50014" x="2303463" y="222250"/>
          <p14:tracePt t="50021" x="2257425" y="261938"/>
          <p14:tracePt t="50028" x="2206625" y="307975"/>
          <p14:tracePt t="50035" x="2165350" y="347663"/>
          <p14:tracePt t="50042" x="2125663" y="376238"/>
          <p14:tracePt t="50049" x="2081213" y="422275"/>
          <p14:tracePt t="50056" x="2046288" y="461963"/>
          <p14:tracePt t="50063" x="2006600" y="508000"/>
          <p14:tracePt t="50070" x="1960563" y="558800"/>
          <p14:tracePt t="50084" x="1863725" y="677863"/>
          <p14:tracePt t="50085" x="1846263" y="695325"/>
          <p14:tracePt t="50086" x="1841500" y="701675"/>
          <p14:tracePt t="50087" x="1835150" y="712788"/>
          <p14:tracePt t="50088" x="1824038" y="723900"/>
          <p14:tracePt t="50089" x="1817688" y="735013"/>
          <p14:tracePt t="50090" x="1806575" y="741363"/>
          <p14:tracePt t="50093" x="1784350" y="769938"/>
          <p14:tracePt t="50097" x="1755775" y="803275"/>
          <p14:tracePt t="50105" x="1704975" y="855663"/>
          <p14:tracePt t="50111" x="1658938" y="900113"/>
          <p14:tracePt t="50126" x="1601788" y="946150"/>
          <p14:tracePt t="50127" x="1595438" y="952500"/>
          <p14:tracePt t="50133" x="1579563" y="957263"/>
          <p14:tracePt t="50139" x="1555750" y="981075"/>
          <p14:tracePt t="50146" x="1527175" y="992188"/>
          <p14:tracePt t="50148" x="1522413" y="996950"/>
          <p14:tracePt t="50148" x="1516063" y="1009650"/>
          <p14:tracePt t="50150" x="1509713" y="1009650"/>
          <p14:tracePt t="50151" x="1504950" y="1014413"/>
          <p14:tracePt t="50152" x="1498600" y="1020763"/>
          <p14:tracePt t="50155" x="1487488" y="1025525"/>
          <p14:tracePt t="50156" x="1482725" y="1025525"/>
          <p14:tracePt t="50157" x="1476375" y="1038225"/>
          <p14:tracePt t="50160" x="1465263" y="1042988"/>
          <p14:tracePt t="50167" x="1430338" y="1066800"/>
          <p14:tracePt t="50181" x="1357313" y="1122363"/>
          <p14:tracePt t="50188" x="1328738" y="1150938"/>
          <p14:tracePt t="50189" x="1316038" y="1163638"/>
          <p14:tracePt t="50195" x="1300163" y="1179513"/>
          <p14:tracePt t="50202" x="1271588" y="1214438"/>
          <p14:tracePt t="50209" x="1243013" y="1254125"/>
          <p14:tracePt t="50217" x="1208088" y="1300163"/>
          <p14:tracePt t="50217" x="1196975" y="1311275"/>
          <p14:tracePt t="50219" x="1196975" y="1317625"/>
          <p14:tracePt t="50220" x="1190625" y="1328738"/>
          <p14:tracePt t="50221" x="1190625" y="1333500"/>
          <p14:tracePt t="50222" x="1185863" y="1333500"/>
          <p14:tracePt t="50230" x="1162050" y="1379538"/>
          <p14:tracePt t="50236" x="1146175" y="1425575"/>
          <p14:tracePt t="50244" x="1135063" y="1454150"/>
          <p14:tracePt t="50245" x="1128713" y="1470025"/>
          <p14:tracePt t="50248" x="1122363" y="1482725"/>
          <p14:tracePt t="50250" x="1117600" y="1487488"/>
          <p14:tracePt t="50253" x="1117600" y="1498600"/>
          <p14:tracePt t="50264" x="1100138" y="1544638"/>
          <p14:tracePt t="50271" x="1093788" y="1568450"/>
          <p14:tracePt t="50278" x="1082675" y="1595438"/>
          <p14:tracePt t="50286" x="1077913" y="1612900"/>
          <p14:tracePt t="50292" x="1077913" y="1624013"/>
          <p14:tracePt t="50299" x="1077913" y="1636713"/>
          <p14:tracePt t="50306" x="1077913" y="1641475"/>
          <p14:tracePt t="50313" x="1077913" y="1652588"/>
          <p14:tracePt t="50332" x="1077913" y="1658938"/>
          <p14:tracePt t="50340" x="1077913" y="1665288"/>
          <p14:tracePt t="50342" x="1077913" y="1670050"/>
          <p14:tracePt t="50348" x="1077913" y="1676400"/>
          <p14:tracePt t="50354" x="1077913" y="1681163"/>
          <p14:tracePt t="50361" x="1077913" y="1698625"/>
          <p14:tracePt t="50368" x="1077913" y="1709738"/>
          <p14:tracePt t="50376" x="1077913" y="1733550"/>
          <p14:tracePt t="50390" x="1077913" y="1778000"/>
          <p14:tracePt t="50396" x="1077913" y="1801813"/>
          <p14:tracePt t="50404" x="1077913" y="1812925"/>
          <p14:tracePt t="50405" x="1077913" y="1824038"/>
          <p14:tracePt t="50410" x="1077913" y="1830388"/>
          <p14:tracePt t="50424" x="1077913" y="1835150"/>
          <p14:tracePt t="50431" x="1077913" y="1841500"/>
          <p14:tracePt t="53991" x="1077913" y="1846263"/>
          <p14:tracePt t="53999" x="1077913" y="1852613"/>
          <p14:tracePt t="54003" x="1077913" y="1858963"/>
          <p14:tracePt t="54007" x="1077913" y="1863725"/>
          <p14:tracePt t="54021" x="1089025" y="1892300"/>
          <p14:tracePt t="54028" x="1100138" y="1903413"/>
          <p14:tracePt t="54035" x="1111250" y="1916113"/>
          <p14:tracePt t="54037" x="1117600" y="1920875"/>
          <p14:tracePt t="54037" x="1122363" y="1920875"/>
          <p14:tracePt t="54042" x="1135063" y="1927225"/>
          <p14:tracePt t="54049" x="1157288" y="1931988"/>
          <p14:tracePt t="54057" x="1208088" y="1938338"/>
          <p14:tracePt t="54058" x="1214438" y="1938338"/>
          <p14:tracePt t="54060" x="1231900" y="1931988"/>
          <p14:tracePt t="54061" x="1236663" y="1931988"/>
          <p14:tracePt t="54062" x="1254125" y="1931988"/>
          <p14:tracePt t="54066" x="1300163" y="1916113"/>
          <p14:tracePt t="54067" x="1311275" y="1903413"/>
          <p14:tracePt t="54068" x="1322388" y="1903413"/>
          <p14:tracePt t="54069" x="1333500" y="1898650"/>
          <p14:tracePt t="54077" x="1447800" y="1841500"/>
          <p14:tracePt t="54084" x="1579563" y="1766888"/>
          <p14:tracePt t="54085" x="1619250" y="1749425"/>
          <p14:tracePt t="54087" x="1663700" y="1720850"/>
          <p14:tracePt t="54089" x="1698625" y="1698625"/>
          <p14:tracePt t="54090" x="1720850" y="1681163"/>
          <p14:tracePt t="54092" x="1766888" y="1658938"/>
          <p14:tracePt t="54093" x="1795463" y="1641475"/>
          <p14:tracePt t="54094" x="1812925" y="1636713"/>
          <p14:tracePt t="54095" x="1830388" y="1619250"/>
          <p14:tracePt t="54097" x="1874838" y="1595438"/>
          <p14:tracePt t="54100" x="1943100" y="1555750"/>
          <p14:tracePt t="54105" x="2028825" y="1504950"/>
          <p14:tracePt t="54112" x="2182813" y="1414463"/>
          <p14:tracePt t="54118" x="2347913" y="1322388"/>
          <p14:tracePt t="54125" x="2473325" y="1260475"/>
          <p14:tracePt t="54140" x="2798763" y="1093788"/>
          <p14:tracePt t="54146" x="2963863" y="1020763"/>
          <p14:tracePt t="54154" x="3163888" y="917575"/>
          <p14:tracePt t="54155" x="3260725" y="871538"/>
          <p14:tracePt t="54156" x="3289300" y="849313"/>
          <p14:tracePt t="54157" x="3317875" y="831850"/>
          <p14:tracePt t="54158" x="3340100" y="827088"/>
          <p14:tracePt t="54160" x="3375025" y="803275"/>
          <p14:tracePt t="54162" x="3448050" y="758825"/>
          <p14:tracePt t="54163" x="3476625" y="735013"/>
          <p14:tracePt t="54164" x="3511550" y="730250"/>
          <p14:tracePt t="54165" x="3533775" y="706438"/>
          <p14:tracePt t="54166" x="3579813" y="684213"/>
          <p14:tracePt t="54174" x="3762375" y="565150"/>
          <p14:tracePt t="54181" x="3984625" y="422275"/>
          <p14:tracePt t="54189" x="4264025" y="233363"/>
          <p14:tracePt t="54190" x="4308475" y="204788"/>
          <p14:tracePt t="54191" x="4337050" y="182563"/>
          <p14:tracePt t="55405" x="6042025" y="39688"/>
          <p14:tracePt t="55406" x="6035675" y="79375"/>
          <p14:tracePt t="55407" x="6035675" y="103188"/>
          <p14:tracePt t="55408" x="6035675" y="131763"/>
          <p14:tracePt t="55409" x="6024563" y="160338"/>
          <p14:tracePt t="55413" x="6013450" y="257175"/>
          <p14:tracePt t="55415" x="6002338" y="314325"/>
          <p14:tracePt t="55416" x="5995988" y="369888"/>
          <p14:tracePt t="55419" x="5984875" y="439738"/>
          <p14:tracePt t="55424" x="5973763" y="547688"/>
          <p14:tracePt t="55431" x="5949950" y="752475"/>
          <p14:tracePt t="55445" x="5934075" y="1093788"/>
          <p14:tracePt t="55459" x="5945188" y="1328738"/>
          <p14:tracePt t="55466" x="5967413" y="1419225"/>
          <p14:tracePt t="55473" x="5984875" y="1476375"/>
          <p14:tracePt t="55480" x="6002338" y="1527175"/>
          <p14:tracePt t="55481" x="6013450" y="1539875"/>
          <p14:tracePt t="55482" x="6013450" y="1544638"/>
          <p14:tracePt t="55486" x="6019800" y="1568450"/>
          <p14:tracePt t="55494" x="6030913" y="1595438"/>
          <p14:tracePt t="55500" x="6030913" y="1624013"/>
          <p14:tracePt t="55508" x="6030913" y="1658938"/>
          <p14:tracePt t="55521" x="5973763" y="1806575"/>
          <p14:tracePt t="55529" x="5894388" y="1931988"/>
          <p14:tracePt t="55543" x="5672138" y="2171700"/>
          <p14:tracePt t="55544" x="5602288" y="2228850"/>
          <p14:tracePt t="55545" x="5586413" y="2251075"/>
          <p14:tracePt t="55546" x="5540375" y="2279650"/>
          <p14:tracePt t="55547" x="5511800" y="2303463"/>
          <p14:tracePt t="55548" x="5494338" y="2320925"/>
          <p14:tracePt t="55552" x="5408613" y="2382838"/>
          <p14:tracePt t="55553" x="5368925" y="2405063"/>
          <p14:tracePt t="55555" x="5351463" y="2422525"/>
          <p14:tracePt t="55563" x="5203825" y="2514600"/>
          <p14:tracePt t="55570" x="5078413" y="2576513"/>
          <p14:tracePt t="55586" x="4959350" y="2611438"/>
          <p14:tracePt t="55587" x="4953000" y="2611438"/>
          <p14:tracePt t="55589" x="4948238" y="2611438"/>
          <p14:tracePt t="55598" x="4941888" y="2611438"/>
          <p14:tracePt t="55620" x="4941888" y="2605088"/>
          <p14:tracePt t="55631" x="4935538" y="2605088"/>
          <p14:tracePt t="55634" x="4935538" y="2600325"/>
          <p14:tracePt t="55639" x="4924425" y="2593975"/>
          <p14:tracePt t="55646" x="4902200" y="2582863"/>
          <p14:tracePt t="55653" x="4873625" y="2565400"/>
          <p14:tracePt t="55660" x="4822825" y="2547938"/>
          <p14:tracePt t="55674" x="4662488" y="2519363"/>
          <p14:tracePt t="55675" x="4622800" y="2514600"/>
          <p14:tracePt t="55677" x="4611688" y="2514600"/>
          <p14:tracePt t="55678" x="4587875" y="2508250"/>
          <p14:tracePt t="55680" x="4554538" y="2508250"/>
          <p14:tracePt t="55683" x="4502150" y="2508250"/>
          <p14:tracePt t="55684" x="4486275" y="2508250"/>
          <p14:tracePt t="55685" x="4457700" y="2508250"/>
          <p14:tracePt t="55686" x="4433888" y="2508250"/>
          <p14:tracePt t="55688" x="4418013" y="2508250"/>
          <p14:tracePt t="55695" x="4286250" y="2501900"/>
          <p14:tracePt t="55702" x="4167188" y="2490788"/>
          <p14:tracePt t="55703" x="4125913" y="2490788"/>
          <p14:tracePt t="55710" x="4024313" y="2479675"/>
          <p14:tracePt t="55711" x="3984625" y="2474913"/>
          <p14:tracePt t="55712" x="3973513" y="2468563"/>
          <p14:tracePt t="55714" x="3944938" y="2462213"/>
          <p14:tracePt t="55715" x="3938588" y="2462213"/>
          <p14:tracePt t="55719" x="3892550" y="2446338"/>
          <p14:tracePt t="55720" x="3887788" y="2446338"/>
          <p14:tracePt t="55721" x="3876675" y="2439988"/>
          <p14:tracePt t="55724" x="3848100" y="2428875"/>
          <p14:tracePt t="55726" x="3835400" y="2422525"/>
          <p14:tracePt t="55727" x="3830638" y="2417763"/>
          <p14:tracePt t="55729" x="3824288" y="2411413"/>
          <p14:tracePt t="55731" x="3819525" y="2405063"/>
          <p14:tracePt t="55732" x="3813175" y="2405063"/>
          <p14:tracePt t="55733" x="3806825" y="2400300"/>
          <p14:tracePt t="55736" x="3802063" y="2400300"/>
          <p14:tracePt t="55744" x="3790950" y="2382838"/>
          <p14:tracePt t="55750" x="3784600" y="2371725"/>
          <p14:tracePt t="55758" x="3778250" y="2360613"/>
          <p14:tracePt t="55764" x="3778250" y="2349500"/>
          <p14:tracePt t="55772" x="3773488" y="2343150"/>
          <p14:tracePt t="55778" x="3762375" y="2332038"/>
          <p14:tracePt t="55785" x="3756025" y="2314575"/>
          <p14:tracePt t="55792" x="3751263" y="2303463"/>
          <p14:tracePt t="55799" x="3738563" y="2286000"/>
          <p14:tracePt t="55806" x="3722688" y="2257425"/>
          <p14:tracePt t="55813" x="3709988" y="2239963"/>
          <p14:tracePt t="55820" x="3698875" y="2211388"/>
          <p14:tracePt t="55827" x="3687763" y="2182813"/>
          <p14:tracePt t="55835" x="3676650" y="2149475"/>
          <p14:tracePt t="55836" x="3676650" y="2138363"/>
          <p14:tracePt t="55837" x="3670300" y="2132013"/>
          <p14:tracePt t="55839" x="3665538" y="2120900"/>
          <p14:tracePt t="55840" x="3665538" y="2114550"/>
          <p14:tracePt t="55844" x="3659188" y="2092325"/>
          <p14:tracePt t="55845" x="3659188" y="2085975"/>
          <p14:tracePt t="55846" x="3652838" y="2074863"/>
          <p14:tracePt t="55849" x="3648075" y="2052638"/>
          <p14:tracePt t="55850" x="3648075" y="2046288"/>
          <p14:tracePt t="55851" x="3648075" y="2035175"/>
          <p14:tracePt t="55852" x="3648075" y="2028825"/>
          <p14:tracePt t="55854" x="3641725" y="2006600"/>
          <p14:tracePt t="55857" x="3636963" y="1989138"/>
          <p14:tracePt t="55858" x="3636963" y="1971675"/>
          <p14:tracePt t="55861" x="3630613" y="1955800"/>
          <p14:tracePt t="55868" x="3630613" y="1887538"/>
          <p14:tracePt t="55875" x="3630613" y="1835150"/>
          <p14:tracePt t="55882" x="3630613" y="1762125"/>
          <p14:tracePt t="55889" x="3641725" y="1698625"/>
          <p14:tracePt t="55897" x="3652838" y="1624013"/>
          <p14:tracePt t="55903" x="3676650" y="1544638"/>
          <p14:tracePt t="55910" x="3698875" y="1470025"/>
          <p14:tracePt t="55917" x="3727450" y="1390650"/>
          <p14:tracePt t="55924" x="3744913" y="1317625"/>
          <p14:tracePt t="55931" x="3773488" y="1260475"/>
          <p14:tracePt t="55938" x="3802063" y="1208088"/>
          <p14:tracePt t="55953" x="3859213" y="1093788"/>
          <p14:tracePt t="55954" x="3870325" y="1071563"/>
          <p14:tracePt t="55955" x="3876675" y="1066800"/>
          <p14:tracePt t="55956" x="3881438" y="1054100"/>
          <p14:tracePt t="55957" x="3881438" y="1049338"/>
          <p14:tracePt t="55960" x="3892550" y="1031875"/>
          <p14:tracePt t="55961" x="3898900" y="1020763"/>
          <p14:tracePt t="55962" x="3898900" y="1014413"/>
          <p14:tracePt t="55963" x="3898900" y="996950"/>
          <p14:tracePt t="55966" x="3910013" y="992188"/>
          <p14:tracePt t="55973" x="3927475" y="946150"/>
          <p14:tracePt t="55980" x="3944938" y="906463"/>
          <p14:tracePt t="55981" x="3944938" y="900113"/>
          <p14:tracePt t="55987" x="3949700" y="884238"/>
          <p14:tracePt t="55993" x="3956050" y="860425"/>
          <p14:tracePt t="56000" x="3967163" y="849313"/>
          <p14:tracePt t="56008" x="3973513" y="831850"/>
          <p14:tracePt t="56014" x="3973513" y="820738"/>
          <p14:tracePt t="56021" x="3984625" y="809625"/>
          <p14:tracePt t="56028" x="3989388" y="798513"/>
          <p14:tracePt t="56035" x="4006850" y="792163"/>
          <p14:tracePt t="56042" x="4024313" y="781050"/>
          <p14:tracePt t="56049" x="4046538" y="769938"/>
          <p14:tracePt t="56056" x="4075113" y="752475"/>
          <p14:tracePt t="56063" x="4110038" y="735013"/>
          <p14:tracePt t="56070" x="4149725" y="723900"/>
          <p14:tracePt t="56077" x="4206875" y="706438"/>
          <p14:tracePt t="56084" x="4257675" y="677863"/>
          <p14:tracePt t="56091" x="4308475" y="661988"/>
          <p14:tracePt t="56098" x="4360863" y="644525"/>
          <p14:tracePt t="56105" x="4418013" y="627063"/>
          <p14:tracePt t="56111" x="4462463" y="609600"/>
          <p14:tracePt t="56118" x="4514850" y="592138"/>
          <p14:tracePt t="56125" x="4565650" y="581025"/>
          <p14:tracePt t="56133" x="4622800" y="569913"/>
          <p14:tracePt t="56134" x="4651375" y="565150"/>
          <p14:tracePt t="56135" x="4662488" y="558800"/>
          <p14:tracePt t="56136" x="4668838" y="558800"/>
          <p14:tracePt t="56137" x="4691063" y="552450"/>
          <p14:tracePt t="56141" x="4713288" y="552450"/>
          <p14:tracePt t="56142" x="4724400" y="547688"/>
          <p14:tracePt t="56143" x="4737100" y="547688"/>
          <p14:tracePt t="56145" x="4759325" y="541338"/>
          <p14:tracePt t="56148" x="4787900" y="541338"/>
          <p14:tracePt t="56153" x="4833938" y="536575"/>
          <p14:tracePt t="56160" x="4924425" y="523875"/>
          <p14:tracePt t="56168" x="5027613" y="519113"/>
          <p14:tracePt t="56169" x="5073650" y="519113"/>
          <p14:tracePt t="56170" x="5089525" y="519113"/>
          <p14:tracePt t="56171" x="5106988" y="519113"/>
          <p14:tracePt t="56172" x="5124450" y="519113"/>
          <p14:tracePt t="56173" x="5146675" y="519113"/>
          <p14:tracePt t="56175" x="5186363" y="519113"/>
          <p14:tracePt t="56176" x="5203825" y="519113"/>
          <p14:tracePt t="56181" x="5289550" y="519113"/>
          <p14:tracePt t="56188" x="5437188" y="523875"/>
          <p14:tracePt t="56195" x="5643563" y="541338"/>
          <p14:tracePt t="56202" x="5819775" y="558800"/>
          <p14:tracePt t="56209" x="6059488" y="581025"/>
          <p14:tracePt t="56216" x="6270625" y="604838"/>
          <p14:tracePt t="56222" x="6515100" y="627063"/>
          <p14:tracePt t="56230" x="6743700" y="649288"/>
          <p14:tracePt t="56231" x="6805613" y="649288"/>
          <p14:tracePt t="56236" x="7045325" y="655638"/>
          <p14:tracePt t="56244" x="7227888" y="655638"/>
          <p14:tracePt t="56251" x="7404100" y="655638"/>
          <p14:tracePt t="56257" x="7632700" y="655638"/>
          <p14:tracePt t="56264" x="7773988" y="649288"/>
          <p14:tracePt t="56272" x="7945438" y="633413"/>
          <p14:tracePt t="56273" x="8002588" y="620713"/>
          <p14:tracePt t="56274" x="8020050" y="620713"/>
          <p14:tracePt t="56275" x="8042275" y="615950"/>
          <p14:tracePt t="56277" x="8070850" y="615950"/>
          <p14:tracePt t="56280" x="8116888" y="609600"/>
          <p14:tracePt t="56281" x="8134350" y="609600"/>
          <p14:tracePt t="56282" x="8145463" y="604838"/>
          <p14:tracePt t="56283" x="8162925" y="598488"/>
          <p14:tracePt t="56284" x="8174038" y="598488"/>
          <p14:tracePt t="56287" x="8213725" y="598488"/>
          <p14:tracePt t="56292" x="8264525" y="587375"/>
          <p14:tracePt t="56299" x="8339138" y="576263"/>
          <p14:tracePt t="56306" x="8401050" y="569913"/>
          <p14:tracePt t="56313" x="8453438" y="558800"/>
          <p14:tracePt t="56320" x="8497888" y="552450"/>
          <p14:tracePt t="56327" x="8526463" y="552450"/>
          <p14:tracePt t="56334" x="8550275" y="547688"/>
          <p14:tracePt t="56335" x="8555038" y="547688"/>
          <p14:tracePt t="56341" x="8561388" y="547688"/>
          <p14:tracePt t="56348" x="8572500" y="547688"/>
          <p14:tracePt t="56355" x="8578850" y="541338"/>
          <p14:tracePt t="56366" x="8583613" y="541338"/>
          <p14:tracePt t="56503" x="8583613" y="547688"/>
          <p14:tracePt t="56509" x="8572500" y="547688"/>
          <p14:tracePt t="56510" x="8572500" y="552450"/>
          <p14:tracePt t="56513" x="8572500" y="558800"/>
          <p14:tracePt t="56515" x="8566150" y="558800"/>
          <p14:tracePt t="56521" x="8561388" y="558800"/>
          <p14:tracePt t="56529" x="8555038" y="565150"/>
          <p14:tracePt t="56535" x="8550275" y="565150"/>
          <p14:tracePt t="56542" x="8539163" y="565150"/>
          <p14:tracePt t="56544" x="8526463" y="569913"/>
          <p14:tracePt t="56549" x="8521700" y="569913"/>
          <p14:tracePt t="56556" x="8493125" y="581025"/>
          <p14:tracePt t="56563" x="8458200" y="592138"/>
          <p14:tracePt t="56570" x="8407400" y="604838"/>
          <p14:tracePt t="56577" x="8332788" y="627063"/>
          <p14:tracePt t="56584" x="8247063" y="649288"/>
          <p14:tracePt t="56591" x="8162925" y="684213"/>
          <p14:tracePt t="56598" x="8070850" y="706438"/>
          <p14:tracePt t="56605" x="7962900" y="735013"/>
          <p14:tracePt t="56606" x="7927975" y="741363"/>
          <p14:tracePt t="56607" x="7912100" y="746125"/>
          <p14:tracePt t="56611" x="7837488" y="763588"/>
          <p14:tracePt t="56618" x="7677150" y="803275"/>
          <p14:tracePt t="56625" x="7523163" y="838200"/>
          <p14:tracePt t="56633" x="7329488" y="877888"/>
          <p14:tracePt t="56639" x="7073900" y="928688"/>
          <p14:tracePt t="56646" x="6823075" y="985838"/>
          <p14:tracePt t="56653" x="6594475" y="1025525"/>
          <p14:tracePt t="56660" x="6297613" y="1071563"/>
          <p14:tracePt t="56667" x="6075363" y="1100138"/>
          <p14:tracePt t="56674" x="5888038" y="1117600"/>
          <p14:tracePt t="56681" x="5722938" y="1128713"/>
          <p14:tracePt t="56688" x="5568950" y="1128713"/>
          <p14:tracePt t="56695" x="5472113" y="1128713"/>
          <p14:tracePt t="56702" x="5403850" y="1128713"/>
          <p14:tracePt t="56709" x="5351463" y="1117600"/>
          <p14:tracePt t="56716" x="5318125" y="1111250"/>
          <p14:tracePt t="56717" x="5307013" y="1106488"/>
          <p14:tracePt t="56718" x="5300663" y="1106488"/>
          <p14:tracePt t="56723" x="5289550" y="1106488"/>
          <p14:tracePt t="56730" x="5260975" y="1093788"/>
          <p14:tracePt t="56737" x="5232400" y="1082675"/>
          <p14:tracePt t="56743" x="5192713" y="1071563"/>
          <p14:tracePt t="56750" x="5135563" y="1042988"/>
          <p14:tracePt t="56758" x="5049838" y="1025525"/>
          <p14:tracePt t="56759" x="4987925" y="996950"/>
          <p14:tracePt t="56760" x="4964113" y="992188"/>
          <p14:tracePt t="56762" x="4953000" y="985838"/>
          <p14:tracePt t="56763" x="4919663" y="981075"/>
          <p14:tracePt t="56766" x="4878388" y="957263"/>
          <p14:tracePt t="56771" x="4816475" y="928688"/>
          <p14:tracePt t="56779" x="4697413" y="855663"/>
          <p14:tracePt t="56785" x="4594225" y="769938"/>
          <p14:tracePt t="56799" x="4462463" y="598488"/>
          <p14:tracePt t="56806" x="4422775" y="512763"/>
          <p14:tracePt t="56813" x="4405313" y="444500"/>
          <p14:tracePt t="56820" x="4394200" y="393700"/>
          <p14:tracePt t="56827" x="4389438" y="341313"/>
          <p14:tracePt t="56834" x="4389438" y="296863"/>
          <p14:tracePt t="56841" x="4400550" y="250825"/>
          <p14:tracePt t="56847" x="4422775" y="204788"/>
          <p14:tracePt t="56855" x="4462463" y="142875"/>
          <p14:tracePt t="56856" x="4479925" y="125413"/>
          <p14:tracePt t="56857" x="4486275" y="119063"/>
          <p14:tracePt t="56858" x="4491038" y="114300"/>
          <p14:tracePt t="56859" x="4502150" y="96838"/>
          <p14:tracePt t="56860" x="4508500" y="90488"/>
          <p14:tracePt t="56863" x="4530725" y="68263"/>
          <p14:tracePt t="56864" x="4537075" y="57150"/>
          <p14:tracePt t="56866" x="4572000" y="22225"/>
          <p14:tracePt t="56867" x="4583113" y="17463"/>
          <p14:tracePt t="57050" x="6594475" y="0"/>
          <p14:tracePt t="57051" x="6605588" y="17463"/>
          <p14:tracePt t="57053" x="6623050" y="39688"/>
          <p14:tracePt t="57054" x="6645275" y="79375"/>
          <p14:tracePt t="57055" x="6657975" y="90488"/>
          <p14:tracePt t="57058" x="6680200" y="142875"/>
          <p14:tracePt t="57063" x="6726238" y="211138"/>
          <p14:tracePt t="57070" x="6765925" y="301625"/>
          <p14:tracePt t="57077" x="6805613" y="393700"/>
          <p14:tracePt t="57084" x="6834188" y="479425"/>
          <p14:tracePt t="57091" x="6851650" y="558800"/>
          <p14:tracePt t="57098" x="6851650" y="620713"/>
          <p14:tracePt t="57105" x="6856413" y="673100"/>
          <p14:tracePt t="57112" x="6851650" y="723900"/>
          <p14:tracePt t="57119" x="6845300" y="769938"/>
          <p14:tracePt t="57125" x="6827838" y="798513"/>
          <p14:tracePt t="57133" x="6816725" y="838200"/>
          <p14:tracePt t="57146" x="6770688" y="923925"/>
          <p14:tracePt t="57153" x="6743700" y="968375"/>
          <p14:tracePt t="57160" x="6708775" y="1014413"/>
          <p14:tracePt t="57168" x="6680200" y="1054100"/>
          <p14:tracePt t="57169" x="6657975" y="1071563"/>
          <p14:tracePt t="57170" x="6657975" y="1077913"/>
          <p14:tracePt t="57171" x="6645275" y="1082675"/>
          <p14:tracePt t="57172" x="6645275" y="1089025"/>
          <p14:tracePt t="57175" x="6634163" y="1100138"/>
          <p14:tracePt t="57176" x="6618288" y="1117600"/>
          <p14:tracePt t="57181" x="6589713" y="1146175"/>
          <p14:tracePt t="57188" x="6532563" y="1185863"/>
          <p14:tracePt t="57195" x="6469063" y="1219200"/>
          <p14:tracePt t="57202" x="6394450" y="1254125"/>
          <p14:tracePt t="57209" x="6315075" y="1282700"/>
          <p14:tracePt t="57216" x="6242050" y="1300163"/>
          <p14:tracePt t="57217" x="6218238" y="1311275"/>
          <p14:tracePt t="57218" x="6213475" y="1311275"/>
          <p14:tracePt t="57219" x="6196013" y="1311275"/>
          <p14:tracePt t="57221" x="6178550" y="1322388"/>
          <p14:tracePt t="57224" x="6138863" y="1328738"/>
          <p14:tracePt t="57226" x="6116638" y="1333500"/>
          <p14:tracePt t="57227" x="6103938" y="1339850"/>
          <p14:tracePt t="57229" x="6092825" y="1344613"/>
          <p14:tracePt t="57232" x="6053138" y="1344613"/>
          <p14:tracePt t="57233" x="6042025" y="1344613"/>
          <p14:tracePt t="57234" x="6030913" y="1350963"/>
          <p14:tracePt t="57235" x="6024563" y="1350963"/>
          <p14:tracePt t="57244" x="5956300" y="1357313"/>
          <p14:tracePt t="57251" x="5899150" y="1357313"/>
          <p14:tracePt t="57258" x="5853113" y="1357313"/>
          <p14:tracePt t="57265" x="5813425" y="1357313"/>
          <p14:tracePt t="57267" x="5791200" y="1357313"/>
          <p14:tracePt t="57268" x="5784850" y="1357313"/>
          <p14:tracePt t="57269" x="5780088" y="1357313"/>
          <p14:tracePt t="57270" x="5773738" y="1357313"/>
          <p14:tracePt t="57273" x="5756275" y="1357313"/>
          <p14:tracePt t="57274" x="5751513" y="1357313"/>
          <p14:tracePt t="57276" x="5740400" y="1357313"/>
          <p14:tracePt t="57280" x="5722938" y="1357313"/>
          <p14:tracePt t="57281" x="5716588" y="1357313"/>
          <p14:tracePt t="57282" x="5711825" y="1357313"/>
          <p14:tracePt t="57283" x="5705475" y="1357313"/>
          <p14:tracePt t="57284" x="5699125" y="1357313"/>
          <p14:tracePt t="57287" x="5683250" y="1357313"/>
          <p14:tracePt t="57292" x="5659438" y="1357313"/>
          <p14:tracePt t="57299" x="5602288" y="1362075"/>
          <p14:tracePt t="57306" x="5540375" y="1368425"/>
          <p14:tracePt t="57314" x="5461000" y="1379538"/>
          <p14:tracePt t="57320" x="5364163" y="1390650"/>
          <p14:tracePt t="57327" x="5243513" y="1414463"/>
          <p14:tracePt t="57334" x="5129213" y="1430338"/>
          <p14:tracePt t="57341" x="4987925" y="1454150"/>
          <p14:tracePt t="57348" x="4867275" y="1465263"/>
          <p14:tracePt t="57355" x="4759325" y="1470025"/>
          <p14:tracePt t="57361" x="4656138" y="1470025"/>
          <p14:tracePt t="57369" x="4587875" y="1470025"/>
          <p14:tracePt t="57376" x="4502150" y="1470025"/>
          <p14:tracePt t="57382" x="4462463" y="1470025"/>
          <p14:tracePt t="57389" x="4411663" y="1470025"/>
          <p14:tracePt t="57396" x="4376738" y="1470025"/>
          <p14:tracePt t="57403" x="4337050" y="1476375"/>
          <p14:tracePt t="57410" x="4286250" y="1482725"/>
          <p14:tracePt t="57418" x="4240213" y="1493838"/>
          <p14:tracePt t="57424" x="4195763" y="1498600"/>
          <p14:tracePt t="57431" x="4132263" y="1511300"/>
          <p14:tracePt t="57445" x="4029075" y="1516063"/>
          <p14:tracePt t="57447" x="4002088" y="1516063"/>
          <p14:tracePt t="57448" x="3995738" y="1516063"/>
          <p14:tracePt t="57449" x="3989388" y="1516063"/>
          <p14:tracePt t="57451" x="3973513" y="1516063"/>
          <p14:tracePt t="57453" x="3956050" y="1516063"/>
          <p14:tracePt t="57459" x="3921125" y="1516063"/>
          <p14:tracePt t="57466" x="3876675" y="1511300"/>
          <p14:tracePt t="57473" x="3830638" y="1504950"/>
          <p14:tracePt t="57480" x="3790950" y="1493838"/>
          <p14:tracePt t="57481" x="3784600" y="1493838"/>
          <p14:tracePt t="57482" x="3778250" y="1493838"/>
          <p14:tracePt t="57483" x="3767138" y="1493838"/>
          <p14:tracePt t="57486" x="3756025" y="1487488"/>
          <p14:tracePt t="57494" x="3722688" y="1482725"/>
          <p14:tracePt t="57500" x="3687763" y="1470025"/>
          <p14:tracePt t="57508" x="3659188" y="1465263"/>
          <p14:tracePt t="57514" x="3619500" y="1465263"/>
          <p14:tracePt t="57521" x="3573463" y="1458913"/>
          <p14:tracePt t="57530" x="3533775" y="1458913"/>
          <p14:tracePt t="57543" x="3436938" y="1454150"/>
          <p14:tracePt t="57549" x="3403600" y="1454150"/>
          <p14:tracePt t="57556" x="3379788" y="1454150"/>
          <p14:tracePt t="57563" x="3351213" y="1454150"/>
          <p14:tracePt t="57570" x="3322638" y="1454150"/>
          <p14:tracePt t="57577" x="3311525" y="1454150"/>
          <p14:tracePt t="57584" x="3300413" y="1458913"/>
          <p14:tracePt t="57636" x="3300413" y="1454150"/>
          <p14:tracePt t="57641" x="3305175" y="1447800"/>
          <p14:tracePt t="57642" x="3305175" y="1443038"/>
          <p14:tracePt t="57643" x="3311525" y="1443038"/>
          <p14:tracePt t="57646" x="3317875" y="1430338"/>
          <p14:tracePt t="57654" x="3340100" y="1408113"/>
          <p14:tracePt t="57660" x="3375025" y="1373188"/>
          <p14:tracePt t="57667" x="3430588" y="1328738"/>
          <p14:tracePt t="57674" x="3511550" y="1276350"/>
          <p14:tracePt t="57681" x="3602038" y="1231900"/>
          <p14:tracePt t="57688" x="3744913" y="1157288"/>
          <p14:tracePt t="57695" x="3927475" y="1071563"/>
          <p14:tracePt t="57702" x="4132263" y="992188"/>
          <p14:tracePt t="57709" x="4411663" y="877888"/>
          <p14:tracePt t="57716" x="4684713" y="792163"/>
          <p14:tracePt t="57723" x="5003800" y="706438"/>
          <p14:tracePt t="57730" x="5346700" y="620713"/>
          <p14:tracePt t="57732" x="5483225" y="592138"/>
          <p14:tracePt t="57733" x="5534025" y="581025"/>
          <p14:tracePt t="57735" x="5630863" y="565150"/>
          <p14:tracePt t="57736" x="5683250" y="552450"/>
          <p14:tracePt t="57739" x="5819775" y="530225"/>
          <p14:tracePt t="57740" x="5865813" y="519113"/>
          <p14:tracePt t="57741" x="5916613" y="508000"/>
          <p14:tracePt t="57742" x="5962650" y="501650"/>
          <p14:tracePt t="57751" x="6297613" y="450850"/>
          <p14:tracePt t="57752" x="6423025" y="433388"/>
          <p14:tracePt t="57753" x="6464300" y="422275"/>
          <p14:tracePt t="57754" x="6475413" y="422275"/>
          <p14:tracePt t="57755" x="6503988" y="415925"/>
          <p14:tracePt t="57758" x="6657975" y="398463"/>
          <p14:tracePt t="57760" x="6691313" y="398463"/>
          <p14:tracePt t="57761" x="6731000" y="387350"/>
          <p14:tracePt t="57762" x="6759575" y="387350"/>
          <p14:tracePt t="57763" x="6788150" y="382588"/>
          <p14:tracePt t="57766" x="6869113" y="376238"/>
          <p14:tracePt t="57771" x="6965950" y="365125"/>
          <p14:tracePt t="57778" x="7096125" y="347663"/>
          <p14:tracePt t="57785" x="7204075" y="325438"/>
          <p14:tracePt t="57792" x="7267575" y="307975"/>
          <p14:tracePt t="57799" x="7313613" y="290513"/>
          <p14:tracePt t="57806" x="7335838" y="273050"/>
          <p14:tracePt t="57813" x="7353300" y="261938"/>
          <p14:tracePt t="57821" x="7358063" y="257175"/>
          <p14:tracePt t="57822" x="7364413" y="244475"/>
          <p14:tracePt t="57827" x="7364413" y="239713"/>
          <p14:tracePt t="57834" x="7369175" y="222250"/>
          <p14:tracePt t="57842" x="7381875" y="204788"/>
          <p14:tracePt t="57843" x="7381875" y="193675"/>
          <p14:tracePt t="57844" x="7381875" y="188913"/>
          <p14:tracePt t="57845" x="7386638" y="182563"/>
          <p14:tracePt t="57848" x="7386638" y="176213"/>
          <p14:tracePt t="57855" x="7397750" y="147638"/>
          <p14:tracePt t="57861" x="7404100" y="114300"/>
          <p14:tracePt t="57868" x="7404100" y="79375"/>
          <p14:tracePt t="57876" x="7404100" y="57150"/>
          <p14:tracePt t="57882" x="7404100" y="22225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8C451-32ED-C14E-9820-857E457A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Referências:</a:t>
            </a:r>
            <a:br>
              <a:rPr lang="pt-BR" dirty="0"/>
            </a:br>
            <a:r>
              <a:rPr lang="pt-BR" sz="1400" dirty="0">
                <a:hlinkClick r:id="rId2"/>
              </a:rPr>
              <a:t>https://ciclovivo.com.br/inovacao/tecnologia/aquadrone-detecta-capta-lixo-plastico-rios</a:t>
            </a:r>
            <a:br>
              <a:rPr lang="pt-BR" sz="1400" dirty="0"/>
            </a:br>
            <a:r>
              <a:rPr lang="pt-BR" sz="1400" dirty="0"/>
              <a:t>https://123ecos.com.br/docs/wasteshark-o-robo-que-limpa-os-oceanos/</a:t>
            </a:r>
            <a:br>
              <a:rPr lang="pt-BR" sz="1400" dirty="0"/>
            </a:br>
            <a:r>
              <a:rPr lang="pt-BR" sz="1400" dirty="0"/>
              <a:t>https://www.startse.com/artigos/waste-shark-como-funciona/</a:t>
            </a:r>
            <a:br>
              <a:rPr lang="pt-BR" sz="1400" dirty="0"/>
            </a:br>
            <a:r>
              <a:rPr lang="pt-BR" sz="1400" dirty="0"/>
              <a:t>https://dronesolutionservices.com/wasteshark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921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77"/>
    </mc:Choice>
    <mc:Fallback xmlns="">
      <p:transition spd="slow" advTm="30277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315</TotalTime>
  <Words>136</Words>
  <Application>Microsoft Office PowerPoint</Application>
  <PresentationFormat>Widescreen</PresentationFormat>
  <Paragraphs>39</Paragraphs>
  <Slides>7</Slides>
  <Notes>0</Notes>
  <HiddenSlides>0</HiddenSlides>
  <MMClips>6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Century Gothic</vt:lpstr>
      <vt:lpstr>Wingdings 3</vt:lpstr>
      <vt:lpstr>Íon</vt:lpstr>
      <vt:lpstr>Apresentação do PowerPoint</vt:lpstr>
      <vt:lpstr>Apresentação do PowerPoint</vt:lpstr>
      <vt:lpstr>Apresentação do PowerPoint</vt:lpstr>
      <vt:lpstr>Requesitos</vt:lpstr>
      <vt:lpstr>Requesitos</vt:lpstr>
      <vt:lpstr>Apresentação do PowerPoint</vt:lpstr>
      <vt:lpstr>Referências: https://ciclovivo.com.br/inovacao/tecnologia/aquadrone-detecta-capta-lixo-plastico-rios https://123ecos.com.br/docs/wasteshark-o-robo-que-limpa-os-oceanos/ https://www.startse.com/artigos/waste-shark-como-funciona/ https://dronesolutionservices.com/wasteshark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Macario</dc:creator>
  <cp:lastModifiedBy>Guilherme Macario</cp:lastModifiedBy>
  <cp:revision>4</cp:revision>
  <dcterms:created xsi:type="dcterms:W3CDTF">2024-05-18T22:22:41Z</dcterms:created>
  <dcterms:modified xsi:type="dcterms:W3CDTF">2024-06-07T20:34:37Z</dcterms:modified>
</cp:coreProperties>
</file>